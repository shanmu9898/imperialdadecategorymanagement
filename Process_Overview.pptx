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heme/theme2.xml" ContentType="application/vnd.openxmlformats-officedocument.theme+xml"/>
  <Override PartName="/ppt/tags/tag89.xml" ContentType="application/vnd.openxmlformats-officedocument.presentationml.tags+xml"/>
  <Override PartName="/ppt/notesSlides/notesSlide1.xml" ContentType="application/vnd.openxmlformats-officedocument.presentationml.notesSlide+xml"/>
  <Override PartName="/ppt/tags/tag90.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91.xml" ContentType="application/vnd.openxmlformats-officedocument.presentationml.tags+xml"/>
  <Override PartName="/ppt/tags/tag92.xml" ContentType="application/vnd.openxmlformats-officedocument.presentationml.tags+xml"/>
  <Override PartName="/ppt/ink/ink1.xml" ContentType="application/inkml+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2.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tags/tag138.xml" ContentType="application/vnd.openxmlformats-officedocument.presentationml.tags+xml"/>
  <Override PartName="/ppt/tags/tag139.xml" ContentType="application/vnd.openxmlformats-officedocument.presentationml.tags+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13"/>
  </p:notesMasterIdLst>
  <p:sldIdLst>
    <p:sldId id="257" r:id="rId2"/>
    <p:sldId id="321" r:id="rId3"/>
    <p:sldId id="319" r:id="rId4"/>
    <p:sldId id="320" r:id="rId5"/>
    <p:sldId id="322" r:id="rId6"/>
    <p:sldId id="324" r:id="rId7"/>
    <p:sldId id="325" r:id="rId8"/>
    <p:sldId id="326" r:id="rId9"/>
    <p:sldId id="293" r:id="rId10"/>
    <p:sldId id="287" r:id="rId11"/>
    <p:sldId id="327" r:id="rId12"/>
  </p:sldIdLst>
  <p:sldSz cx="12192000" cy="6858000"/>
  <p:notesSz cx="6858000" cy="9144000"/>
  <p:custDataLst>
    <p:tags r:id="rId1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1DFFA9-861F-479F-9DF9-A2BC6F476289}" v="2688" dt="2025-09-09T13:14:25.5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42" d="100"/>
          <a:sy n="142" d="100"/>
        </p:scale>
        <p:origin x="402"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yne, Zach" userId="55cd3958-236b-48c1-ab79-3abe9c83ce8d" providerId="ADAL" clId="{9B55536B-F019-4FDA-9532-AF5FEC6BACB8}"/>
    <pc:docChg chg="undo redo custSel addSld delSld modSld modMainMaster">
      <pc:chgData name="Wayne, Zach" userId="55cd3958-236b-48c1-ab79-3abe9c83ce8d" providerId="ADAL" clId="{9B55536B-F019-4FDA-9532-AF5FEC6BACB8}" dt="2025-09-09T13:14:25.563" v="9658" actId="1035"/>
      <pc:docMkLst>
        <pc:docMk/>
      </pc:docMkLst>
      <pc:sldChg chg="addSp delSp modSp add mod">
        <pc:chgData name="Wayne, Zach" userId="55cd3958-236b-48c1-ab79-3abe9c83ce8d" providerId="ADAL" clId="{9B55536B-F019-4FDA-9532-AF5FEC6BACB8}" dt="2025-09-08T17:28:43.899" v="307" actId="20577"/>
        <pc:sldMkLst>
          <pc:docMk/>
          <pc:sldMk cId="3876133686" sldId="257"/>
        </pc:sldMkLst>
        <pc:spChg chg="add del mod modVis">
          <ac:chgData name="Wayne, Zach" userId="55cd3958-236b-48c1-ab79-3abe9c83ce8d" providerId="ADAL" clId="{9B55536B-F019-4FDA-9532-AF5FEC6BACB8}" dt="2025-09-08T17:27:03.323" v="55"/>
          <ac:spMkLst>
            <pc:docMk/>
            <pc:sldMk cId="3876133686" sldId="257"/>
            <ac:spMk id="2" creationId="{B667382F-20D9-6FF7-79D6-14E4F91254C4}"/>
          </ac:spMkLst>
        </pc:spChg>
        <pc:spChg chg="mod">
          <ac:chgData name="Wayne, Zach" userId="55cd3958-236b-48c1-ab79-3abe9c83ce8d" providerId="ADAL" clId="{9B55536B-F019-4FDA-9532-AF5FEC6BACB8}" dt="2025-09-08T17:28:27.980" v="264" actId="948"/>
          <ac:spMkLst>
            <pc:docMk/>
            <pc:sldMk cId="3876133686" sldId="257"/>
            <ac:spMk id="4" creationId="{4EBB5114-EC2E-EF4A-AA5A-39E99129C7FE}"/>
          </ac:spMkLst>
        </pc:spChg>
        <pc:spChg chg="add del mod modVis">
          <ac:chgData name="Wayne, Zach" userId="55cd3958-236b-48c1-ab79-3abe9c83ce8d" providerId="ADAL" clId="{9B55536B-F019-4FDA-9532-AF5FEC6BACB8}" dt="2025-09-08T17:27:06.142" v="106"/>
          <ac:spMkLst>
            <pc:docMk/>
            <pc:sldMk cId="3876133686" sldId="257"/>
            <ac:spMk id="5" creationId="{1E5C26F1-C889-30B3-00AD-6E091A1D7109}"/>
          </ac:spMkLst>
        </pc:spChg>
        <pc:spChg chg="add del mod modVis">
          <ac:chgData name="Wayne, Zach" userId="55cd3958-236b-48c1-ab79-3abe9c83ce8d" providerId="ADAL" clId="{9B55536B-F019-4FDA-9532-AF5FEC6BACB8}" dt="2025-09-08T17:27:07.345" v="134"/>
          <ac:spMkLst>
            <pc:docMk/>
            <pc:sldMk cId="3876133686" sldId="257"/>
            <ac:spMk id="7" creationId="{E3178A1A-97FD-E96C-1D8B-6159386D80C3}"/>
          </ac:spMkLst>
        </pc:spChg>
        <pc:spChg chg="add del mod modVis">
          <ac:chgData name="Wayne, Zach" userId="55cd3958-236b-48c1-ab79-3abe9c83ce8d" providerId="ADAL" clId="{9B55536B-F019-4FDA-9532-AF5FEC6BACB8}" dt="2025-09-08T17:27:12.078" v="159"/>
          <ac:spMkLst>
            <pc:docMk/>
            <pc:sldMk cId="3876133686" sldId="257"/>
            <ac:spMk id="8" creationId="{A855A7A9-3CE2-A961-FECD-923999B02F54}"/>
          </ac:spMkLst>
        </pc:spChg>
        <pc:spChg chg="mod">
          <ac:chgData name="Wayne, Zach" userId="55cd3958-236b-48c1-ab79-3abe9c83ce8d" providerId="ADAL" clId="{9B55536B-F019-4FDA-9532-AF5FEC6BACB8}" dt="2025-09-08T17:28:26.519" v="263"/>
          <ac:spMkLst>
            <pc:docMk/>
            <pc:sldMk cId="3876133686" sldId="257"/>
            <ac:spMk id="9" creationId="{03FE7EE0-3B46-D904-2298-8A3F0F6A0CE1}"/>
          </ac:spMkLst>
        </pc:spChg>
        <pc:spChg chg="add del mod modVis">
          <ac:chgData name="Wayne, Zach" userId="55cd3958-236b-48c1-ab79-3abe9c83ce8d" providerId="ADAL" clId="{9B55536B-F019-4FDA-9532-AF5FEC6BACB8}" dt="2025-09-08T17:27:13.618" v="185"/>
          <ac:spMkLst>
            <pc:docMk/>
            <pc:sldMk cId="3876133686" sldId="257"/>
            <ac:spMk id="10" creationId="{4FEBC861-2A07-D78A-2BA6-770949C9B565}"/>
          </ac:spMkLst>
        </pc:spChg>
        <pc:spChg chg="mod">
          <ac:chgData name="Wayne, Zach" userId="55cd3958-236b-48c1-ab79-3abe9c83ce8d" providerId="ADAL" clId="{9B55536B-F019-4FDA-9532-AF5FEC6BACB8}" dt="2025-09-08T17:28:43.899" v="307" actId="20577"/>
          <ac:spMkLst>
            <pc:docMk/>
            <pc:sldMk cId="3876133686" sldId="257"/>
            <ac:spMk id="11" creationId="{846BD6AD-4952-CAFB-77A4-17239C616E72}"/>
          </ac:spMkLst>
        </pc:spChg>
        <pc:spChg chg="add del mod modVis">
          <ac:chgData name="Wayne, Zach" userId="55cd3958-236b-48c1-ab79-3abe9c83ce8d" providerId="ADAL" clId="{9B55536B-F019-4FDA-9532-AF5FEC6BACB8}" dt="2025-09-08T17:27:16.822" v="210"/>
          <ac:spMkLst>
            <pc:docMk/>
            <pc:sldMk cId="3876133686" sldId="257"/>
            <ac:spMk id="12" creationId="{08AF5352-EDFE-2F05-5F4B-EC6F90B4047E}"/>
          </ac:spMkLst>
        </pc:spChg>
        <pc:spChg chg="add del mod modVis">
          <ac:chgData name="Wayne, Zach" userId="55cd3958-236b-48c1-ab79-3abe9c83ce8d" providerId="ADAL" clId="{9B55536B-F019-4FDA-9532-AF5FEC6BACB8}" dt="2025-09-08T17:27:19.538" v="235"/>
          <ac:spMkLst>
            <pc:docMk/>
            <pc:sldMk cId="3876133686" sldId="257"/>
            <ac:spMk id="13" creationId="{9A730FF0-E9C6-AF0F-9A62-786F1F0BDCAC}"/>
          </ac:spMkLst>
        </pc:spChg>
        <pc:spChg chg="add del mod modVis">
          <ac:chgData name="Wayne, Zach" userId="55cd3958-236b-48c1-ab79-3abe9c83ce8d" providerId="ADAL" clId="{9B55536B-F019-4FDA-9532-AF5FEC6BACB8}" dt="2025-09-08T17:27:20.766" v="260"/>
          <ac:spMkLst>
            <pc:docMk/>
            <pc:sldMk cId="3876133686" sldId="257"/>
            <ac:spMk id="14" creationId="{2BAD49E8-AE2B-922B-4D0F-2F03A614E892}"/>
          </ac:spMkLst>
        </pc:spChg>
        <pc:spChg chg="add del mod modVis">
          <ac:chgData name="Wayne, Zach" userId="55cd3958-236b-48c1-ab79-3abe9c83ce8d" providerId="ADAL" clId="{9B55536B-F019-4FDA-9532-AF5FEC6BACB8}" dt="2025-09-08T17:28:28.073" v="285"/>
          <ac:spMkLst>
            <pc:docMk/>
            <pc:sldMk cId="3876133686" sldId="257"/>
            <ac:spMk id="15" creationId="{4B8C356A-4807-A237-3266-40D5D9A4CBD3}"/>
          </ac:spMkLst>
        </pc:spChg>
        <pc:graphicFrameChg chg="mod">
          <ac:chgData name="Wayne, Zach" userId="55cd3958-236b-48c1-ab79-3abe9c83ce8d" providerId="ADAL" clId="{9B55536B-F019-4FDA-9532-AF5FEC6BACB8}" dt="2025-09-08T17:28:28.078" v="287"/>
          <ac:graphicFrameMkLst>
            <pc:docMk/>
            <pc:sldMk cId="3876133686" sldId="257"/>
            <ac:graphicFrameMk id="6" creationId="{35EC3CF3-0015-D344-1B62-69F27143F489}"/>
          </ac:graphicFrameMkLst>
        </pc:graphicFrameChg>
      </pc:sldChg>
      <pc:sldChg chg="addSp delSp modSp add mod">
        <pc:chgData name="Wayne, Zach" userId="55cd3958-236b-48c1-ab79-3abe9c83ce8d" providerId="ADAL" clId="{9B55536B-F019-4FDA-9532-AF5FEC6BACB8}" dt="2025-09-08T19:33:44.713" v="8970"/>
        <pc:sldMkLst>
          <pc:docMk/>
          <pc:sldMk cId="2117437532" sldId="287"/>
        </pc:sldMkLst>
        <pc:spChg chg="mod ord">
          <ac:chgData name="Wayne, Zach" userId="55cd3958-236b-48c1-ab79-3abe9c83ce8d" providerId="ADAL" clId="{9B55536B-F019-4FDA-9532-AF5FEC6BACB8}" dt="2025-09-08T19:33:15.690" v="8912" actId="948"/>
          <ac:spMkLst>
            <pc:docMk/>
            <pc:sldMk cId="2117437532" sldId="287"/>
            <ac:spMk id="2" creationId="{86D4F858-E4A3-BF88-574E-729A4FAF40DA}"/>
          </ac:spMkLst>
        </pc:spChg>
        <pc:spChg chg="add del mod modVis">
          <ac:chgData name="Wayne, Zach" userId="55cd3958-236b-48c1-ab79-3abe9c83ce8d" providerId="ADAL" clId="{9B55536B-F019-4FDA-9532-AF5FEC6BACB8}" dt="2025-09-08T19:20:52.001" v="6300"/>
          <ac:spMkLst>
            <pc:docMk/>
            <pc:sldMk cId="2117437532" sldId="287"/>
            <ac:spMk id="3" creationId="{DF300809-B004-F23D-78CB-5CC429875CB9}"/>
          </ac:spMkLst>
        </pc:spChg>
        <pc:spChg chg="del mod ord">
          <ac:chgData name="Wayne, Zach" userId="55cd3958-236b-48c1-ab79-3abe9c83ce8d" providerId="ADAL" clId="{9B55536B-F019-4FDA-9532-AF5FEC6BACB8}" dt="2025-09-08T19:33:21.175" v="8937" actId="478"/>
          <ac:spMkLst>
            <pc:docMk/>
            <pc:sldMk cId="2117437532" sldId="287"/>
            <ac:spMk id="4" creationId="{86FB3BDC-1737-55A2-5270-DB095FAD658A}"/>
          </ac:spMkLst>
        </pc:spChg>
        <pc:spChg chg="add del mod modVis">
          <ac:chgData name="Wayne, Zach" userId="55cd3958-236b-48c1-ab79-3abe9c83ce8d" providerId="ADAL" clId="{9B55536B-F019-4FDA-9532-AF5FEC6BACB8}" dt="2025-09-08T19:20:55.825" v="6368"/>
          <ac:spMkLst>
            <pc:docMk/>
            <pc:sldMk cId="2117437532" sldId="287"/>
            <ac:spMk id="6" creationId="{662B07C9-591A-1DF7-4C99-60026242EB29}"/>
          </ac:spMkLst>
        </pc:spChg>
        <pc:spChg chg="add del mod modVis">
          <ac:chgData name="Wayne, Zach" userId="55cd3958-236b-48c1-ab79-3abe9c83ce8d" providerId="ADAL" clId="{9B55536B-F019-4FDA-9532-AF5FEC6BACB8}" dt="2025-09-08T19:21:04.743" v="6441"/>
          <ac:spMkLst>
            <pc:docMk/>
            <pc:sldMk cId="2117437532" sldId="287"/>
            <ac:spMk id="9" creationId="{110768B1-779F-A075-4BEF-6CAFB88004E0}"/>
          </ac:spMkLst>
        </pc:spChg>
        <pc:spChg chg="add del mod modVis">
          <ac:chgData name="Wayne, Zach" userId="55cd3958-236b-48c1-ab79-3abe9c83ce8d" providerId="ADAL" clId="{9B55536B-F019-4FDA-9532-AF5FEC6BACB8}" dt="2025-09-08T19:21:06.606" v="6501"/>
          <ac:spMkLst>
            <pc:docMk/>
            <pc:sldMk cId="2117437532" sldId="287"/>
            <ac:spMk id="11" creationId="{913F6530-9322-005C-EFB6-9C1BC7EF1609}"/>
          </ac:spMkLst>
        </pc:spChg>
        <pc:spChg chg="add del mod modVis">
          <ac:chgData name="Wayne, Zach" userId="55cd3958-236b-48c1-ab79-3abe9c83ce8d" providerId="ADAL" clId="{9B55536B-F019-4FDA-9532-AF5FEC6BACB8}" dt="2025-09-08T19:21:30.522" v="6579"/>
          <ac:spMkLst>
            <pc:docMk/>
            <pc:sldMk cId="2117437532" sldId="287"/>
            <ac:spMk id="13" creationId="{3D7A60E5-6660-89F4-66AA-162B62A13B5A}"/>
          </ac:spMkLst>
        </pc:spChg>
        <pc:spChg chg="add del mod modVis">
          <ac:chgData name="Wayne, Zach" userId="55cd3958-236b-48c1-ab79-3abe9c83ce8d" providerId="ADAL" clId="{9B55536B-F019-4FDA-9532-AF5FEC6BACB8}" dt="2025-09-08T19:21:43.378" v="6657"/>
          <ac:spMkLst>
            <pc:docMk/>
            <pc:sldMk cId="2117437532" sldId="287"/>
            <ac:spMk id="16" creationId="{CD3D4390-8EB6-AF45-D11D-4C86AFBE7869}"/>
          </ac:spMkLst>
        </pc:spChg>
        <pc:spChg chg="add del mod modVis">
          <ac:chgData name="Wayne, Zach" userId="55cd3958-236b-48c1-ab79-3abe9c83ce8d" providerId="ADAL" clId="{9B55536B-F019-4FDA-9532-AF5FEC6BACB8}" dt="2025-09-08T19:21:48.297" v="6743"/>
          <ac:spMkLst>
            <pc:docMk/>
            <pc:sldMk cId="2117437532" sldId="287"/>
            <ac:spMk id="18" creationId="{72C2781E-D2DB-6471-6838-030017329F3B}"/>
          </ac:spMkLst>
        </pc:spChg>
        <pc:spChg chg="mod">
          <ac:chgData name="Wayne, Zach" userId="55cd3958-236b-48c1-ab79-3abe9c83ce8d" providerId="ADAL" clId="{9B55536B-F019-4FDA-9532-AF5FEC6BACB8}" dt="2025-09-08T19:32:46.203" v="8836" actId="20577"/>
          <ac:spMkLst>
            <pc:docMk/>
            <pc:sldMk cId="2117437532" sldId="287"/>
            <ac:spMk id="21" creationId="{1406CB1D-B771-2101-627C-01B57C340278}"/>
          </ac:spMkLst>
        </pc:spChg>
        <pc:spChg chg="add del mod modVis">
          <ac:chgData name="Wayne, Zach" userId="55cd3958-236b-48c1-ab79-3abe9c83ce8d" providerId="ADAL" clId="{9B55536B-F019-4FDA-9532-AF5FEC6BACB8}" dt="2025-09-08T19:21:54.972" v="6834"/>
          <ac:spMkLst>
            <pc:docMk/>
            <pc:sldMk cId="2117437532" sldId="287"/>
            <ac:spMk id="22" creationId="{DF5CA36B-5598-5BC9-564A-3FE3B8B34DB5}"/>
          </ac:spMkLst>
        </pc:spChg>
        <pc:spChg chg="mod">
          <ac:chgData name="Wayne, Zach" userId="55cd3958-236b-48c1-ab79-3abe9c83ce8d" providerId="ADAL" clId="{9B55536B-F019-4FDA-9532-AF5FEC6BACB8}" dt="2025-09-08T19:29:52.904" v="8813"/>
          <ac:spMkLst>
            <pc:docMk/>
            <pc:sldMk cId="2117437532" sldId="287"/>
            <ac:spMk id="23" creationId="{1F7A3569-5260-727E-6C17-6D1FD949F96C}"/>
          </ac:spMkLst>
        </pc:spChg>
        <pc:spChg chg="mod">
          <ac:chgData name="Wayne, Zach" userId="55cd3958-236b-48c1-ab79-3abe9c83ce8d" providerId="ADAL" clId="{9B55536B-F019-4FDA-9532-AF5FEC6BACB8}" dt="2025-09-08T19:29:52.905" v="8814"/>
          <ac:spMkLst>
            <pc:docMk/>
            <pc:sldMk cId="2117437532" sldId="287"/>
            <ac:spMk id="25" creationId="{F7B6E49A-C7FB-0A82-B335-0568A800AF27}"/>
          </ac:spMkLst>
        </pc:spChg>
        <pc:spChg chg="mod">
          <ac:chgData name="Wayne, Zach" userId="55cd3958-236b-48c1-ab79-3abe9c83ce8d" providerId="ADAL" clId="{9B55536B-F019-4FDA-9532-AF5FEC6BACB8}" dt="2025-09-08T19:29:52.900" v="8808"/>
          <ac:spMkLst>
            <pc:docMk/>
            <pc:sldMk cId="2117437532" sldId="287"/>
            <ac:spMk id="26" creationId="{7A41C351-25C4-B893-6109-58F36B9B7DCF}"/>
          </ac:spMkLst>
        </pc:spChg>
        <pc:spChg chg="mod">
          <ac:chgData name="Wayne, Zach" userId="55cd3958-236b-48c1-ab79-3abe9c83ce8d" providerId="ADAL" clId="{9B55536B-F019-4FDA-9532-AF5FEC6BACB8}" dt="2025-09-08T19:32:53.599" v="8840" actId="20577"/>
          <ac:spMkLst>
            <pc:docMk/>
            <pc:sldMk cId="2117437532" sldId="287"/>
            <ac:spMk id="28" creationId="{EE32179A-8F46-10A6-90BA-8ECB35FF8AD8}"/>
          </ac:spMkLst>
        </pc:spChg>
        <pc:spChg chg="mod ord">
          <ac:chgData name="Wayne, Zach" userId="55cd3958-236b-48c1-ab79-3abe9c83ce8d" providerId="ADAL" clId="{9B55536B-F019-4FDA-9532-AF5FEC6BACB8}" dt="2025-09-08T19:29:52.901" v="8810"/>
          <ac:spMkLst>
            <pc:docMk/>
            <pc:sldMk cId="2117437532" sldId="287"/>
            <ac:spMk id="30" creationId="{A03CAC1C-16FB-D02B-B730-199E800A4248}"/>
          </ac:spMkLst>
        </pc:spChg>
        <pc:spChg chg="mod ord">
          <ac:chgData name="Wayne, Zach" userId="55cd3958-236b-48c1-ab79-3abe9c83ce8d" providerId="ADAL" clId="{9B55536B-F019-4FDA-9532-AF5FEC6BACB8}" dt="2025-09-08T19:29:52.903" v="8812"/>
          <ac:spMkLst>
            <pc:docMk/>
            <pc:sldMk cId="2117437532" sldId="287"/>
            <ac:spMk id="31" creationId="{A6323CFD-6A30-32F7-9092-CD2CC32AEED3}"/>
          </ac:spMkLst>
        </pc:spChg>
        <pc:spChg chg="mod">
          <ac:chgData name="Wayne, Zach" userId="55cd3958-236b-48c1-ab79-3abe9c83ce8d" providerId="ADAL" clId="{9B55536B-F019-4FDA-9532-AF5FEC6BACB8}" dt="2025-09-08T19:32:58.849" v="8848" actId="20577"/>
          <ac:spMkLst>
            <pc:docMk/>
            <pc:sldMk cId="2117437532" sldId="287"/>
            <ac:spMk id="35" creationId="{B9E2BCAE-B685-8386-E1C3-1B854A40457B}"/>
          </ac:spMkLst>
        </pc:spChg>
        <pc:spChg chg="mod">
          <ac:chgData name="Wayne, Zach" userId="55cd3958-236b-48c1-ab79-3abe9c83ce8d" providerId="ADAL" clId="{9B55536B-F019-4FDA-9532-AF5FEC6BACB8}" dt="2025-09-08T19:33:05.424" v="8871" actId="20577"/>
          <ac:spMkLst>
            <pc:docMk/>
            <pc:sldMk cId="2117437532" sldId="287"/>
            <ac:spMk id="36" creationId="{C62EE80B-0797-77AD-6A97-2CED81B17B24}"/>
          </ac:spMkLst>
        </pc:spChg>
        <pc:spChg chg="add del mod modVis">
          <ac:chgData name="Wayne, Zach" userId="55cd3958-236b-48c1-ab79-3abe9c83ce8d" providerId="ADAL" clId="{9B55536B-F019-4FDA-9532-AF5FEC6BACB8}" dt="2025-09-08T19:22:34.621" v="6964"/>
          <ac:spMkLst>
            <pc:docMk/>
            <pc:sldMk cId="2117437532" sldId="287"/>
            <ac:spMk id="37" creationId="{A5065B89-69D9-2E13-7ADE-355A741FA4BC}"/>
          </ac:spMkLst>
        </pc:spChg>
        <pc:spChg chg="del">
          <ac:chgData name="Wayne, Zach" userId="55cd3958-236b-48c1-ab79-3abe9c83ce8d" providerId="ADAL" clId="{9B55536B-F019-4FDA-9532-AF5FEC6BACB8}" dt="2025-09-08T19:20:04.620" v="6211" actId="478"/>
          <ac:spMkLst>
            <pc:docMk/>
            <pc:sldMk cId="2117437532" sldId="287"/>
            <ac:spMk id="42" creationId="{CEDFB474-6270-4489-1B39-9465AE8899BA}"/>
          </ac:spMkLst>
        </pc:spChg>
        <pc:spChg chg="mod">
          <ac:chgData name="Wayne, Zach" userId="55cd3958-236b-48c1-ab79-3abe9c83ce8d" providerId="ADAL" clId="{9B55536B-F019-4FDA-9532-AF5FEC6BACB8}" dt="2025-09-08T19:29:52.907" v="8817"/>
          <ac:spMkLst>
            <pc:docMk/>
            <pc:sldMk cId="2117437532" sldId="287"/>
            <ac:spMk id="43" creationId="{034A04CD-F9D0-0982-3900-EC84DCC6E0CB}"/>
          </ac:spMkLst>
        </pc:spChg>
        <pc:spChg chg="add del mod modVis">
          <ac:chgData name="Wayne, Zach" userId="55cd3958-236b-48c1-ab79-3abe9c83ce8d" providerId="ADAL" clId="{9B55536B-F019-4FDA-9532-AF5FEC6BACB8}" dt="2025-09-08T19:23:32.143" v="7387" actId="962"/>
          <ac:spMkLst>
            <pc:docMk/>
            <pc:sldMk cId="2117437532" sldId="287"/>
            <ac:spMk id="46" creationId="{9714B82D-E60C-0965-9797-4F3ABD15EE19}"/>
          </ac:spMkLst>
        </pc:spChg>
        <pc:spChg chg="del">
          <ac:chgData name="Wayne, Zach" userId="55cd3958-236b-48c1-ab79-3abe9c83ce8d" providerId="ADAL" clId="{9B55536B-F019-4FDA-9532-AF5FEC6BACB8}" dt="2025-09-08T19:20:06.760" v="6212" actId="478"/>
          <ac:spMkLst>
            <pc:docMk/>
            <pc:sldMk cId="2117437532" sldId="287"/>
            <ac:spMk id="47" creationId="{16DA82A4-9D8B-4B88-66F0-E33191B52FEB}"/>
          </ac:spMkLst>
        </pc:spChg>
        <pc:spChg chg="add del mod modVis">
          <ac:chgData name="Wayne, Zach" userId="55cd3958-236b-48c1-ab79-3abe9c83ce8d" providerId="ADAL" clId="{9B55536B-F019-4FDA-9532-AF5FEC6BACB8}" dt="2025-09-08T19:23:38.114" v="7500" actId="962"/>
          <ac:spMkLst>
            <pc:docMk/>
            <pc:sldMk cId="2117437532" sldId="287"/>
            <ac:spMk id="49" creationId="{E1A639E2-B8FF-9088-74BC-7D47C3DCB40A}"/>
          </ac:spMkLst>
        </pc:spChg>
        <pc:spChg chg="del">
          <ac:chgData name="Wayne, Zach" userId="55cd3958-236b-48c1-ab79-3abe9c83ce8d" providerId="ADAL" clId="{9B55536B-F019-4FDA-9532-AF5FEC6BACB8}" dt="2025-09-08T19:20:04.620" v="6211" actId="478"/>
          <ac:spMkLst>
            <pc:docMk/>
            <pc:sldMk cId="2117437532" sldId="287"/>
            <ac:spMk id="50" creationId="{EEB5011F-A23D-C047-995C-E857068ABEA6}"/>
          </ac:spMkLst>
        </pc:spChg>
        <pc:spChg chg="mod">
          <ac:chgData name="Wayne, Zach" userId="55cd3958-236b-48c1-ab79-3abe9c83ce8d" providerId="ADAL" clId="{9B55536B-F019-4FDA-9532-AF5FEC6BACB8}" dt="2025-09-08T19:29:52.912" v="8824"/>
          <ac:spMkLst>
            <pc:docMk/>
            <pc:sldMk cId="2117437532" sldId="287"/>
            <ac:spMk id="51" creationId="{839C286E-131B-219E-82C7-DD20347258E2}"/>
          </ac:spMkLst>
        </pc:spChg>
        <pc:spChg chg="add del mod modVis">
          <ac:chgData name="Wayne, Zach" userId="55cd3958-236b-48c1-ab79-3abe9c83ce8d" providerId="ADAL" clId="{9B55536B-F019-4FDA-9532-AF5FEC6BACB8}" dt="2025-09-08T19:23:44.921" v="7671" actId="962"/>
          <ac:spMkLst>
            <pc:docMk/>
            <pc:sldMk cId="2117437532" sldId="287"/>
            <ac:spMk id="53" creationId="{CBED0B03-74BE-B73A-7225-0E1FCA3AF789}"/>
          </ac:spMkLst>
        </pc:spChg>
        <pc:spChg chg="del mod ord">
          <ac:chgData name="Wayne, Zach" userId="55cd3958-236b-48c1-ab79-3abe9c83ce8d" providerId="ADAL" clId="{9B55536B-F019-4FDA-9532-AF5FEC6BACB8}" dt="2025-09-08T19:29:01.514" v="8191" actId="478"/>
          <ac:spMkLst>
            <pc:docMk/>
            <pc:sldMk cId="2117437532" sldId="287"/>
            <ac:spMk id="54" creationId="{05E92963-721D-3A34-5215-42FC0B8E3BDF}"/>
          </ac:spMkLst>
        </pc:spChg>
        <pc:spChg chg="add del mod modVis">
          <ac:chgData name="Wayne, Zach" userId="55cd3958-236b-48c1-ab79-3abe9c83ce8d" providerId="ADAL" clId="{9B55536B-F019-4FDA-9532-AF5FEC6BACB8}" dt="2025-09-08T19:28:07.350" v="7757"/>
          <ac:spMkLst>
            <pc:docMk/>
            <pc:sldMk cId="2117437532" sldId="287"/>
            <ac:spMk id="57" creationId="{6D1119B7-5185-AF0A-A7A1-2462F27CA855}"/>
          </ac:spMkLst>
        </pc:spChg>
        <pc:spChg chg="add mod">
          <ac:chgData name="Wayne, Zach" userId="55cd3958-236b-48c1-ab79-3abe9c83ce8d" providerId="ADAL" clId="{9B55536B-F019-4FDA-9532-AF5FEC6BACB8}" dt="2025-09-08T19:29:52.913" v="8825"/>
          <ac:spMkLst>
            <pc:docMk/>
            <pc:sldMk cId="2117437532" sldId="287"/>
            <ac:spMk id="60" creationId="{11834C47-F25C-5599-0D10-8C281D0CBC43}"/>
          </ac:spMkLst>
        </pc:spChg>
        <pc:spChg chg="add del mod modVis">
          <ac:chgData name="Wayne, Zach" userId="55cd3958-236b-48c1-ab79-3abe9c83ce8d" providerId="ADAL" clId="{9B55536B-F019-4FDA-9532-AF5FEC6BACB8}" dt="2025-09-08T19:28:22.654" v="7878"/>
          <ac:spMkLst>
            <pc:docMk/>
            <pc:sldMk cId="2117437532" sldId="287"/>
            <ac:spMk id="61" creationId="{69B9C3E0-F544-7517-9549-771D0BF25A12}"/>
          </ac:spMkLst>
        </pc:spChg>
        <pc:spChg chg="add del mod">
          <ac:chgData name="Wayne, Zach" userId="55cd3958-236b-48c1-ab79-3abe9c83ce8d" providerId="ADAL" clId="{9B55536B-F019-4FDA-9532-AF5FEC6BACB8}" dt="2025-09-08T19:28:30.029" v="7967"/>
          <ac:spMkLst>
            <pc:docMk/>
            <pc:sldMk cId="2117437532" sldId="287"/>
            <ac:spMk id="63" creationId="{CD1E87F9-1648-79B3-4ABE-F9199273AF1F}"/>
          </ac:spMkLst>
        </pc:spChg>
        <pc:spChg chg="add del mod modVis">
          <ac:chgData name="Wayne, Zach" userId="55cd3958-236b-48c1-ab79-3abe9c83ce8d" providerId="ADAL" clId="{9B55536B-F019-4FDA-9532-AF5FEC6BACB8}" dt="2025-09-08T19:28:25.294" v="7964"/>
          <ac:spMkLst>
            <pc:docMk/>
            <pc:sldMk cId="2117437532" sldId="287"/>
            <ac:spMk id="65" creationId="{41FD88FD-C18E-960D-34E9-2E9B45D56AC3}"/>
          </ac:spMkLst>
        </pc:spChg>
        <pc:spChg chg="add del mod modVis">
          <ac:chgData name="Wayne, Zach" userId="55cd3958-236b-48c1-ab79-3abe9c83ce8d" providerId="ADAL" clId="{9B55536B-F019-4FDA-9532-AF5FEC6BACB8}" dt="2025-09-08T19:28:30.390" v="8057"/>
          <ac:spMkLst>
            <pc:docMk/>
            <pc:sldMk cId="2117437532" sldId="287"/>
            <ac:spMk id="67" creationId="{911E2544-8CB1-117B-76F0-278901A0B3E3}"/>
          </ac:spMkLst>
        </pc:spChg>
        <pc:spChg chg="add del mod">
          <ac:chgData name="Wayne, Zach" userId="55cd3958-236b-48c1-ab79-3abe9c83ce8d" providerId="ADAL" clId="{9B55536B-F019-4FDA-9532-AF5FEC6BACB8}" dt="2025-09-08T19:29:07.124" v="8192"/>
          <ac:spMkLst>
            <pc:docMk/>
            <pc:sldMk cId="2117437532" sldId="287"/>
            <ac:spMk id="69" creationId="{6F05337E-0BF8-030B-4173-1FB455F69D32}"/>
          </ac:spMkLst>
        </pc:spChg>
        <pc:spChg chg="add del mod">
          <ac:chgData name="Wayne, Zach" userId="55cd3958-236b-48c1-ab79-3abe9c83ce8d" providerId="ADAL" clId="{9B55536B-F019-4FDA-9532-AF5FEC6BACB8}" dt="2025-09-08T19:29:07.174" v="8209"/>
          <ac:spMkLst>
            <pc:docMk/>
            <pc:sldMk cId="2117437532" sldId="287"/>
            <ac:spMk id="70" creationId="{3D635D96-F16F-3745-8C2D-EF18F38579B7}"/>
          </ac:spMkLst>
        </pc:spChg>
        <pc:spChg chg="add del mod ord">
          <ac:chgData name="Wayne, Zach" userId="55cd3958-236b-48c1-ab79-3abe9c83ce8d" providerId="ADAL" clId="{9B55536B-F019-4FDA-9532-AF5FEC6BACB8}" dt="2025-09-08T19:29:07.214" v="8227"/>
          <ac:spMkLst>
            <pc:docMk/>
            <pc:sldMk cId="2117437532" sldId="287"/>
            <ac:spMk id="71" creationId="{D7D98FC7-C7D5-2F30-E45C-5A542E69B58A}"/>
          </ac:spMkLst>
        </pc:spChg>
        <pc:spChg chg="add mod">
          <ac:chgData name="Wayne, Zach" userId="55cd3958-236b-48c1-ab79-3abe9c83ce8d" providerId="ADAL" clId="{9B55536B-F019-4FDA-9532-AF5FEC6BACB8}" dt="2025-09-08T19:29:52.910" v="8822"/>
          <ac:spMkLst>
            <pc:docMk/>
            <pc:sldMk cId="2117437532" sldId="287"/>
            <ac:spMk id="74" creationId="{3BD37772-23EC-B3B8-C86C-8EBFEA382BEC}"/>
          </ac:spMkLst>
        </pc:spChg>
        <pc:spChg chg="add mod">
          <ac:chgData name="Wayne, Zach" userId="55cd3958-236b-48c1-ab79-3abe9c83ce8d" providerId="ADAL" clId="{9B55536B-F019-4FDA-9532-AF5FEC6BACB8}" dt="2025-09-08T19:29:52.911" v="8823"/>
          <ac:spMkLst>
            <pc:docMk/>
            <pc:sldMk cId="2117437532" sldId="287"/>
            <ac:spMk id="75" creationId="{622DE3E5-250D-1A12-2185-EAEEB7107BF9}"/>
          </ac:spMkLst>
        </pc:spChg>
        <pc:spChg chg="add mod ord">
          <ac:chgData name="Wayne, Zach" userId="55cd3958-236b-48c1-ab79-3abe9c83ce8d" providerId="ADAL" clId="{9B55536B-F019-4FDA-9532-AF5FEC6BACB8}" dt="2025-09-08T19:29:52.909" v="8821"/>
          <ac:spMkLst>
            <pc:docMk/>
            <pc:sldMk cId="2117437532" sldId="287"/>
            <ac:spMk id="76" creationId="{EFB4919B-A475-38E4-C6F8-87507CDBFC27}"/>
          </ac:spMkLst>
        </pc:spChg>
        <pc:spChg chg="add mod">
          <ac:chgData name="Wayne, Zach" userId="55cd3958-236b-48c1-ab79-3abe9c83ce8d" providerId="ADAL" clId="{9B55536B-F019-4FDA-9532-AF5FEC6BACB8}" dt="2025-09-08T19:29:52.914" v="8826"/>
          <ac:spMkLst>
            <pc:docMk/>
            <pc:sldMk cId="2117437532" sldId="287"/>
            <ac:spMk id="80" creationId="{840310A4-C01C-7421-1F92-9B74099325FE}"/>
          </ac:spMkLst>
        </pc:spChg>
        <pc:spChg chg="add del mod modVis">
          <ac:chgData name="Wayne, Zach" userId="55cd3958-236b-48c1-ab79-3abe9c83ce8d" providerId="ADAL" clId="{9B55536B-F019-4FDA-9532-AF5FEC6BACB8}" dt="2025-09-08T19:29:40.785" v="8501"/>
          <ac:spMkLst>
            <pc:docMk/>
            <pc:sldMk cId="2117437532" sldId="287"/>
            <ac:spMk id="81" creationId="{674DCE21-AD60-EF44-5D21-0CCF195F79ED}"/>
          </ac:spMkLst>
        </pc:spChg>
        <pc:spChg chg="add del mod modVis">
          <ac:chgData name="Wayne, Zach" userId="55cd3958-236b-48c1-ab79-3abe9c83ce8d" providerId="ADAL" clId="{9B55536B-F019-4FDA-9532-AF5FEC6BACB8}" dt="2025-09-08T19:29:46.061" v="8571"/>
          <ac:spMkLst>
            <pc:docMk/>
            <pc:sldMk cId="2117437532" sldId="287"/>
            <ac:spMk id="83" creationId="{F8A45BA4-E56E-4591-A875-9EED932635DE}"/>
          </ac:spMkLst>
        </pc:spChg>
        <pc:spChg chg="add del mod modVis">
          <ac:chgData name="Wayne, Zach" userId="55cd3958-236b-48c1-ab79-3abe9c83ce8d" providerId="ADAL" clId="{9B55536B-F019-4FDA-9532-AF5FEC6BACB8}" dt="2025-09-08T19:29:46.875" v="8638"/>
          <ac:spMkLst>
            <pc:docMk/>
            <pc:sldMk cId="2117437532" sldId="287"/>
            <ac:spMk id="85" creationId="{42F0661A-4FE0-7BA1-02D4-FB202C7FE435}"/>
          </ac:spMkLst>
        </pc:spChg>
        <pc:spChg chg="del">
          <ac:chgData name="Wayne, Zach" userId="55cd3958-236b-48c1-ab79-3abe9c83ce8d" providerId="ADAL" clId="{9B55536B-F019-4FDA-9532-AF5FEC6BACB8}" dt="2025-09-08T19:20:06.760" v="6212" actId="478"/>
          <ac:spMkLst>
            <pc:docMk/>
            <pc:sldMk cId="2117437532" sldId="287"/>
            <ac:spMk id="87" creationId="{B2031C12-57B5-7D95-B9E7-209E65694B45}"/>
          </ac:spMkLst>
        </pc:spChg>
        <pc:spChg chg="del mod ord">
          <ac:chgData name="Wayne, Zach" userId="55cd3958-236b-48c1-ab79-3abe9c83ce8d" providerId="ADAL" clId="{9B55536B-F019-4FDA-9532-AF5FEC6BACB8}" dt="2025-09-08T19:29:50.513" v="8780"/>
          <ac:spMkLst>
            <pc:docMk/>
            <pc:sldMk cId="2117437532" sldId="287"/>
            <ac:spMk id="88" creationId="{DB8C00F1-BD90-A585-CC92-6B992C97BA33}"/>
          </ac:spMkLst>
        </pc:spChg>
        <pc:spChg chg="add del mod modVis">
          <ac:chgData name="Wayne, Zach" userId="55cd3958-236b-48c1-ab79-3abe9c83ce8d" providerId="ADAL" clId="{9B55536B-F019-4FDA-9532-AF5FEC6BACB8}" dt="2025-09-08T19:29:48.358" v="8707"/>
          <ac:spMkLst>
            <pc:docMk/>
            <pc:sldMk cId="2117437532" sldId="287"/>
            <ac:spMk id="89" creationId="{31463829-4C53-C32F-81C7-08B67AF45C02}"/>
          </ac:spMkLst>
        </pc:spChg>
        <pc:spChg chg="add del mod modVis">
          <ac:chgData name="Wayne, Zach" userId="55cd3958-236b-48c1-ab79-3abe9c83ce8d" providerId="ADAL" clId="{9B55536B-F019-4FDA-9532-AF5FEC6BACB8}" dt="2025-09-08T19:29:49.574" v="8776"/>
          <ac:spMkLst>
            <pc:docMk/>
            <pc:sldMk cId="2117437532" sldId="287"/>
            <ac:spMk id="92" creationId="{E2521232-2A76-A6F2-EF4E-D5F8BC0C6983}"/>
          </ac:spMkLst>
        </pc:spChg>
        <pc:spChg chg="add del mod modVis">
          <ac:chgData name="Wayne, Zach" userId="55cd3958-236b-48c1-ab79-3abe9c83ce8d" providerId="ADAL" clId="{9B55536B-F019-4FDA-9532-AF5FEC6BACB8}" dt="2025-09-08T19:33:14.804" v="8906"/>
          <ac:spMkLst>
            <pc:docMk/>
            <pc:sldMk cId="2117437532" sldId="287"/>
            <ac:spMk id="95" creationId="{24642DDC-4BB5-B3C0-A48D-F974517000FD}"/>
          </ac:spMkLst>
        </pc:spChg>
        <pc:spChg chg="add del mod modVis">
          <ac:chgData name="Wayne, Zach" userId="55cd3958-236b-48c1-ab79-3abe9c83ce8d" providerId="ADAL" clId="{9B55536B-F019-4FDA-9532-AF5FEC6BACB8}" dt="2025-09-08T19:33:15.722" v="8933"/>
          <ac:spMkLst>
            <pc:docMk/>
            <pc:sldMk cId="2117437532" sldId="287"/>
            <ac:spMk id="96" creationId="{DCF10FD5-377A-5A6A-E141-26AEB4E2FDA1}"/>
          </ac:spMkLst>
        </pc:spChg>
        <pc:spChg chg="add mod">
          <ac:chgData name="Wayne, Zach" userId="55cd3958-236b-48c1-ab79-3abe9c83ce8d" providerId="ADAL" clId="{9B55536B-F019-4FDA-9532-AF5FEC6BACB8}" dt="2025-09-08T19:33:34.986" v="8968" actId="20577"/>
          <ac:spMkLst>
            <pc:docMk/>
            <pc:sldMk cId="2117437532" sldId="287"/>
            <ac:spMk id="97" creationId="{88504DB2-35B5-70EC-1448-6CEB99ED6D6C}"/>
          </ac:spMkLst>
        </pc:spChg>
        <pc:spChg chg="mod">
          <ac:chgData name="Wayne, Zach" userId="55cd3958-236b-48c1-ab79-3abe9c83ce8d" providerId="ADAL" clId="{9B55536B-F019-4FDA-9532-AF5FEC6BACB8}" dt="2025-09-08T19:33:44.713" v="8970"/>
          <ac:spMkLst>
            <pc:docMk/>
            <pc:sldMk cId="2117437532" sldId="287"/>
            <ac:spMk id="99" creationId="{73F0AB90-3AC4-8AC1-3F4A-B4BF044625CC}"/>
          </ac:spMkLst>
        </pc:spChg>
        <pc:spChg chg="mod">
          <ac:chgData name="Wayne, Zach" userId="55cd3958-236b-48c1-ab79-3abe9c83ce8d" providerId="ADAL" clId="{9B55536B-F019-4FDA-9532-AF5FEC6BACB8}" dt="2025-09-08T19:33:44.713" v="8970"/>
          <ac:spMkLst>
            <pc:docMk/>
            <pc:sldMk cId="2117437532" sldId="287"/>
            <ac:spMk id="100" creationId="{AEAB0542-FC86-AEEE-41F2-8A7F547520D1}"/>
          </ac:spMkLst>
        </pc:spChg>
        <pc:spChg chg="mod">
          <ac:chgData name="Wayne, Zach" userId="55cd3958-236b-48c1-ab79-3abe9c83ce8d" providerId="ADAL" clId="{9B55536B-F019-4FDA-9532-AF5FEC6BACB8}" dt="2025-09-08T19:33:44.713" v="8970"/>
          <ac:spMkLst>
            <pc:docMk/>
            <pc:sldMk cId="2117437532" sldId="287"/>
            <ac:spMk id="101" creationId="{9E94A86D-D508-1EE1-0310-20A69FFE8DC9}"/>
          </ac:spMkLst>
        </pc:spChg>
        <pc:spChg chg="mod">
          <ac:chgData name="Wayne, Zach" userId="55cd3958-236b-48c1-ab79-3abe9c83ce8d" providerId="ADAL" clId="{9B55536B-F019-4FDA-9532-AF5FEC6BACB8}" dt="2025-09-08T19:33:44.713" v="8970"/>
          <ac:spMkLst>
            <pc:docMk/>
            <pc:sldMk cId="2117437532" sldId="287"/>
            <ac:spMk id="102" creationId="{8A4B0520-B49A-6E48-0D70-5E5C9E932011}"/>
          </ac:spMkLst>
        </pc:spChg>
        <pc:spChg chg="del mod">
          <ac:chgData name="Wayne, Zach" userId="55cd3958-236b-48c1-ab79-3abe9c83ce8d" providerId="ADAL" clId="{9B55536B-F019-4FDA-9532-AF5FEC6BACB8}" dt="2025-09-08T19:22:58.270" v="7099"/>
          <ac:spMkLst>
            <pc:docMk/>
            <pc:sldMk cId="2117437532" sldId="287"/>
            <ac:spMk id="114" creationId="{E21A8EE4-8BFA-66D7-DD53-8DB4C4F71FDD}"/>
          </ac:spMkLst>
        </pc:spChg>
        <pc:grpChg chg="mod ord">
          <ac:chgData name="Wayne, Zach" userId="55cd3958-236b-48c1-ab79-3abe9c83ce8d" providerId="ADAL" clId="{9B55536B-F019-4FDA-9532-AF5FEC6BACB8}" dt="2025-09-08T19:29:52.915" v="8828"/>
          <ac:grpSpMkLst>
            <pc:docMk/>
            <pc:sldMk cId="2117437532" sldId="287"/>
            <ac:grpSpMk id="20" creationId="{EFA9A724-8D3D-916F-CDDC-0E982F4F66E0}"/>
          </ac:grpSpMkLst>
        </pc:grpChg>
        <pc:grpChg chg="mod ord">
          <ac:chgData name="Wayne, Zach" userId="55cd3958-236b-48c1-ab79-3abe9c83ce8d" providerId="ADAL" clId="{9B55536B-F019-4FDA-9532-AF5FEC6BACB8}" dt="2025-09-08T19:29:52.916" v="8830"/>
          <ac:grpSpMkLst>
            <pc:docMk/>
            <pc:sldMk cId="2117437532" sldId="287"/>
            <ac:grpSpMk id="27" creationId="{69623354-2354-BBB3-5D41-6AA4717A53C8}"/>
          </ac:grpSpMkLst>
        </pc:grpChg>
        <pc:grpChg chg="mod ord">
          <ac:chgData name="Wayne, Zach" userId="55cd3958-236b-48c1-ab79-3abe9c83ce8d" providerId="ADAL" clId="{9B55536B-F019-4FDA-9532-AF5FEC6BACB8}" dt="2025-09-08T19:33:09.520" v="8872" actId="1076"/>
          <ac:grpSpMkLst>
            <pc:docMk/>
            <pc:sldMk cId="2117437532" sldId="287"/>
            <ac:grpSpMk id="34" creationId="{F9B6B5BD-BA13-29B9-A963-0A548AC36A1D}"/>
          </ac:grpSpMkLst>
        </pc:grpChg>
        <pc:grpChg chg="add mod">
          <ac:chgData name="Wayne, Zach" userId="55cd3958-236b-48c1-ab79-3abe9c83ce8d" providerId="ADAL" clId="{9B55536B-F019-4FDA-9532-AF5FEC6BACB8}" dt="2025-09-08T19:33:44.713" v="8970"/>
          <ac:grpSpMkLst>
            <pc:docMk/>
            <pc:sldMk cId="2117437532" sldId="287"/>
            <ac:grpSpMk id="98" creationId="{C8AAD306-745A-AC67-0BA6-97F91C65FC1E}"/>
          </ac:grpSpMkLst>
        </pc:grpChg>
        <pc:graphicFrameChg chg="add del mod ord">
          <ac:chgData name="Wayne, Zach" userId="55cd3958-236b-48c1-ab79-3abe9c83ce8d" providerId="ADAL" clId="{9B55536B-F019-4FDA-9532-AF5FEC6BACB8}" dt="2025-09-08T19:20:55.688" v="6323"/>
          <ac:graphicFrameMkLst>
            <pc:docMk/>
            <pc:sldMk cId="2117437532" sldId="287"/>
            <ac:graphicFrameMk id="5" creationId="{FE8DF0E0-AD36-0C02-7C37-2A8B2A30C9BE}"/>
          </ac:graphicFrameMkLst>
        </pc:graphicFrameChg>
        <pc:graphicFrameChg chg="mod">
          <ac:chgData name="Wayne, Zach" userId="55cd3958-236b-48c1-ab79-3abe9c83ce8d" providerId="ADAL" clId="{9B55536B-F019-4FDA-9532-AF5FEC6BACB8}" dt="2025-09-08T19:33:15.724" v="8935"/>
          <ac:graphicFrameMkLst>
            <pc:docMk/>
            <pc:sldMk cId="2117437532" sldId="287"/>
            <ac:graphicFrameMk id="7" creationId="{26396286-22AF-0747-ABB4-382CCF2A0187}"/>
          </ac:graphicFrameMkLst>
        </pc:graphicFrameChg>
        <pc:graphicFrameChg chg="add mod ord">
          <ac:chgData name="Wayne, Zach" userId="55cd3958-236b-48c1-ab79-3abe9c83ce8d" providerId="ADAL" clId="{9B55536B-F019-4FDA-9532-AF5FEC6BACB8}" dt="2025-09-08T19:29:52.899" v="8807"/>
          <ac:graphicFrameMkLst>
            <pc:docMk/>
            <pc:sldMk cId="2117437532" sldId="287"/>
            <ac:graphicFrameMk id="8" creationId="{53E621A4-7EEC-B9BB-ECF2-71289E456221}"/>
          </ac:graphicFrameMkLst>
        </pc:graphicFrameChg>
        <pc:graphicFrameChg chg="add del mod ord">
          <ac:chgData name="Wayne, Zach" userId="55cd3958-236b-48c1-ab79-3abe9c83ce8d" providerId="ADAL" clId="{9B55536B-F019-4FDA-9532-AF5FEC6BACB8}" dt="2025-09-08T19:21:06.397" v="6464"/>
          <ac:graphicFrameMkLst>
            <pc:docMk/>
            <pc:sldMk cId="2117437532" sldId="287"/>
            <ac:graphicFrameMk id="10" creationId="{EC7BC2BD-D9BB-A786-DE39-13B53F2194FD}"/>
          </ac:graphicFrameMkLst>
        </pc:graphicFrameChg>
        <pc:graphicFrameChg chg="add mod ord">
          <ac:chgData name="Wayne, Zach" userId="55cd3958-236b-48c1-ab79-3abe9c83ce8d" providerId="ADAL" clId="{9B55536B-F019-4FDA-9532-AF5FEC6BACB8}" dt="2025-09-08T19:29:52.906" v="8816"/>
          <ac:graphicFrameMkLst>
            <pc:docMk/>
            <pc:sldMk cId="2117437532" sldId="287"/>
            <ac:graphicFrameMk id="12" creationId="{08072E91-66F2-CFBC-B8D1-9BFED92040C0}"/>
          </ac:graphicFrameMkLst>
        </pc:graphicFrameChg>
        <pc:graphicFrameChg chg="add del mod ord">
          <ac:chgData name="Wayne, Zach" userId="55cd3958-236b-48c1-ab79-3abe9c83ce8d" providerId="ADAL" clId="{9B55536B-F019-4FDA-9532-AF5FEC6BACB8}" dt="2025-09-08T19:21:43.280" v="6620"/>
          <ac:graphicFrameMkLst>
            <pc:docMk/>
            <pc:sldMk cId="2117437532" sldId="287"/>
            <ac:graphicFrameMk id="14" creationId="{7AB7EB10-5E3D-5A4D-5B6E-9F814C941CC6}"/>
          </ac:graphicFrameMkLst>
        </pc:graphicFrameChg>
        <pc:graphicFrameChg chg="del">
          <ac:chgData name="Wayne, Zach" userId="55cd3958-236b-48c1-ab79-3abe9c83ce8d" providerId="ADAL" clId="{9B55536B-F019-4FDA-9532-AF5FEC6BACB8}" dt="2025-09-08T19:20:51.902" v="6255"/>
          <ac:graphicFrameMkLst>
            <pc:docMk/>
            <pc:sldMk cId="2117437532" sldId="287"/>
            <ac:graphicFrameMk id="15" creationId="{BC4C85DE-43DD-A040-E9C6-9E87D5D71722}"/>
          </ac:graphicFrameMkLst>
        </pc:graphicFrameChg>
        <pc:graphicFrameChg chg="add del mod ord">
          <ac:chgData name="Wayne, Zach" userId="55cd3958-236b-48c1-ab79-3abe9c83ce8d" providerId="ADAL" clId="{9B55536B-F019-4FDA-9532-AF5FEC6BACB8}" dt="2025-09-08T19:21:48.185" v="6706"/>
          <ac:graphicFrameMkLst>
            <pc:docMk/>
            <pc:sldMk cId="2117437532" sldId="287"/>
            <ac:graphicFrameMk id="17" creationId="{851DA01D-7F3E-9941-B9A7-975F704CD105}"/>
          </ac:graphicFrameMkLst>
        </pc:graphicFrameChg>
        <pc:graphicFrameChg chg="add del mod ord">
          <ac:chgData name="Wayne, Zach" userId="55cd3958-236b-48c1-ab79-3abe9c83ce8d" providerId="ADAL" clId="{9B55536B-F019-4FDA-9532-AF5FEC6BACB8}" dt="2025-09-08T19:21:54.847" v="6797"/>
          <ac:graphicFrameMkLst>
            <pc:docMk/>
            <pc:sldMk cId="2117437532" sldId="287"/>
            <ac:graphicFrameMk id="19" creationId="{250BCC13-656B-8675-1F75-25AC1C7F9FAF}"/>
          </ac:graphicFrameMkLst>
        </pc:graphicFrameChg>
        <pc:graphicFrameChg chg="add del mod ord">
          <ac:chgData name="Wayne, Zach" userId="55cd3958-236b-48c1-ab79-3abe9c83ce8d" providerId="ADAL" clId="{9B55536B-F019-4FDA-9532-AF5FEC6BACB8}" dt="2025-09-08T19:22:26.708" v="6838"/>
          <ac:graphicFrameMkLst>
            <pc:docMk/>
            <pc:sldMk cId="2117437532" sldId="287"/>
            <ac:graphicFrameMk id="29" creationId="{C2D24444-6590-0680-6298-35F9C544303B}"/>
          </ac:graphicFrameMkLst>
        </pc:graphicFrameChg>
        <pc:graphicFrameChg chg="add del mod ord">
          <ac:chgData name="Wayne, Zach" userId="55cd3958-236b-48c1-ab79-3abe9c83ce8d" providerId="ADAL" clId="{9B55536B-F019-4FDA-9532-AF5FEC6BACB8}" dt="2025-09-08T19:22:34.520" v="6927"/>
          <ac:graphicFrameMkLst>
            <pc:docMk/>
            <pc:sldMk cId="2117437532" sldId="287"/>
            <ac:graphicFrameMk id="32" creationId="{C4CD33C9-2755-9940-1B0B-BA87BFB43275}"/>
          </ac:graphicFrameMkLst>
        </pc:graphicFrameChg>
        <pc:graphicFrameChg chg="add del mod ord">
          <ac:chgData name="Wayne, Zach" userId="55cd3958-236b-48c1-ab79-3abe9c83ce8d" providerId="ADAL" clId="{9B55536B-F019-4FDA-9532-AF5FEC6BACB8}" dt="2025-09-08T19:22:39.066" v="6968"/>
          <ac:graphicFrameMkLst>
            <pc:docMk/>
            <pc:sldMk cId="2117437532" sldId="287"/>
            <ac:graphicFrameMk id="38" creationId="{FBDBC569-E110-7322-AE76-00B58E59B4C4}"/>
          </ac:graphicFrameMkLst>
        </pc:graphicFrameChg>
        <pc:graphicFrameChg chg="add del mod ord">
          <ac:chgData name="Wayne, Zach" userId="55cd3958-236b-48c1-ab79-3abe9c83ce8d" providerId="ADAL" clId="{9B55536B-F019-4FDA-9532-AF5FEC6BACB8}" dt="2025-09-08T19:22:48.887" v="7022"/>
          <ac:graphicFrameMkLst>
            <pc:docMk/>
            <pc:sldMk cId="2117437532" sldId="287"/>
            <ac:graphicFrameMk id="39" creationId="{CA1B0894-818C-38B9-25EC-DFE0B50500DB}"/>
          </ac:graphicFrameMkLst>
        </pc:graphicFrameChg>
        <pc:graphicFrameChg chg="add del mod ord">
          <ac:chgData name="Wayne, Zach" userId="55cd3958-236b-48c1-ab79-3abe9c83ce8d" providerId="ADAL" clId="{9B55536B-F019-4FDA-9532-AF5FEC6BACB8}" dt="2025-09-08T19:22:50.212" v="7061"/>
          <ac:graphicFrameMkLst>
            <pc:docMk/>
            <pc:sldMk cId="2117437532" sldId="287"/>
            <ac:graphicFrameMk id="40" creationId="{3B11B0F0-DB5B-8A22-DD18-A1C88BB8DA6B}"/>
          </ac:graphicFrameMkLst>
        </pc:graphicFrameChg>
        <pc:graphicFrameChg chg="add del mod ord">
          <ac:chgData name="Wayne, Zach" userId="55cd3958-236b-48c1-ab79-3abe9c83ce8d" providerId="ADAL" clId="{9B55536B-F019-4FDA-9532-AF5FEC6BACB8}" dt="2025-09-08T19:22:58.288" v="7103"/>
          <ac:graphicFrameMkLst>
            <pc:docMk/>
            <pc:sldMk cId="2117437532" sldId="287"/>
            <ac:graphicFrameMk id="41" creationId="{4D377511-3ECE-7433-1BD6-A063A636B109}"/>
          </ac:graphicFrameMkLst>
        </pc:graphicFrameChg>
        <pc:graphicFrameChg chg="add del mod ord">
          <ac:chgData name="Wayne, Zach" userId="55cd3958-236b-48c1-ab79-3abe9c83ce8d" providerId="ADAL" clId="{9B55536B-F019-4FDA-9532-AF5FEC6BACB8}" dt="2025-09-08T19:23:01.848" v="7145"/>
          <ac:graphicFrameMkLst>
            <pc:docMk/>
            <pc:sldMk cId="2117437532" sldId="287"/>
            <ac:graphicFrameMk id="44" creationId="{4AB609F6-E7E4-AC13-ADE4-1C3D7858C521}"/>
          </ac:graphicFrameMkLst>
        </pc:graphicFrameChg>
        <pc:graphicFrameChg chg="add del mod ord">
          <ac:chgData name="Wayne, Zach" userId="55cd3958-236b-48c1-ab79-3abe9c83ce8d" providerId="ADAL" clId="{9B55536B-F019-4FDA-9532-AF5FEC6BACB8}" dt="2025-09-08T19:28:06.833" v="7721"/>
          <ac:graphicFrameMkLst>
            <pc:docMk/>
            <pc:sldMk cId="2117437532" sldId="287"/>
            <ac:graphicFrameMk id="45" creationId="{1D96F62E-688E-BF5E-4680-E966C73316AA}"/>
          </ac:graphicFrameMkLst>
        </pc:graphicFrameChg>
        <pc:graphicFrameChg chg="add mod ord">
          <ac:chgData name="Wayne, Zach" userId="55cd3958-236b-48c1-ab79-3abe9c83ce8d" providerId="ADAL" clId="{9B55536B-F019-4FDA-9532-AF5FEC6BACB8}" dt="2025-09-08T19:23:32.129" v="7368" actId="1076"/>
          <ac:graphicFrameMkLst>
            <pc:docMk/>
            <pc:sldMk cId="2117437532" sldId="287"/>
            <ac:graphicFrameMk id="48" creationId="{F0F15A4E-E5A3-C03A-671B-F6EB22B3BCE2}"/>
          </ac:graphicFrameMkLst>
        </pc:graphicFrameChg>
        <pc:graphicFrameChg chg="add mod ord">
          <ac:chgData name="Wayne, Zach" userId="55cd3958-236b-48c1-ab79-3abe9c83ce8d" providerId="ADAL" clId="{9B55536B-F019-4FDA-9532-AF5FEC6BACB8}" dt="2025-09-08T19:23:38.096" v="7481" actId="1076"/>
          <ac:graphicFrameMkLst>
            <pc:docMk/>
            <pc:sldMk cId="2117437532" sldId="287"/>
            <ac:graphicFrameMk id="52" creationId="{F65178D1-1C97-DA3C-57FD-53EB6C4F57E1}"/>
          </ac:graphicFrameMkLst>
        </pc:graphicFrameChg>
        <pc:graphicFrameChg chg="add del mod ord">
          <ac:chgData name="Wayne, Zach" userId="55cd3958-236b-48c1-ab79-3abe9c83ce8d" providerId="ADAL" clId="{9B55536B-F019-4FDA-9532-AF5FEC6BACB8}" dt="2025-09-08T19:23:44.898" v="7652" actId="1076"/>
          <ac:graphicFrameMkLst>
            <pc:docMk/>
            <pc:sldMk cId="2117437532" sldId="287"/>
            <ac:graphicFrameMk id="55" creationId="{5613DE5D-0AC2-FF18-3453-9167AE5647F9}"/>
          </ac:graphicFrameMkLst>
        </pc:graphicFrameChg>
        <pc:graphicFrameChg chg="add mod ord">
          <ac:chgData name="Wayne, Zach" userId="55cd3958-236b-48c1-ab79-3abe9c83ce8d" providerId="ADAL" clId="{9B55536B-F019-4FDA-9532-AF5FEC6BACB8}" dt="2025-09-08T19:23:44.089" v="7631" actId="1076"/>
          <ac:graphicFrameMkLst>
            <pc:docMk/>
            <pc:sldMk cId="2117437532" sldId="287"/>
            <ac:graphicFrameMk id="56" creationId="{DA345272-492A-174E-637D-2AAE2786A809}"/>
          </ac:graphicFrameMkLst>
        </pc:graphicFrameChg>
        <pc:graphicFrameChg chg="add del mod ord">
          <ac:chgData name="Wayne, Zach" userId="55cd3958-236b-48c1-ab79-3abe9c83ce8d" providerId="ADAL" clId="{9B55536B-F019-4FDA-9532-AF5FEC6BACB8}" dt="2025-09-08T19:28:14.407" v="7763"/>
          <ac:graphicFrameMkLst>
            <pc:docMk/>
            <pc:sldMk cId="2117437532" sldId="287"/>
            <ac:graphicFrameMk id="58" creationId="{0AFE39F0-0613-7E70-994A-237CCF6B6B0D}"/>
          </ac:graphicFrameMkLst>
        </pc:graphicFrameChg>
        <pc:graphicFrameChg chg="add del mod ord">
          <ac:chgData name="Wayne, Zach" userId="55cd3958-236b-48c1-ab79-3abe9c83ce8d" providerId="ADAL" clId="{9B55536B-F019-4FDA-9532-AF5FEC6BACB8}" dt="2025-09-08T19:28:22.524" v="7841"/>
          <ac:graphicFrameMkLst>
            <pc:docMk/>
            <pc:sldMk cId="2117437532" sldId="287"/>
            <ac:graphicFrameMk id="59" creationId="{59833D6D-1345-905A-9350-FE81CFE75744}"/>
          </ac:graphicFrameMkLst>
        </pc:graphicFrameChg>
        <pc:graphicFrameChg chg="add del mod ord">
          <ac:chgData name="Wayne, Zach" userId="55cd3958-236b-48c1-ab79-3abe9c83ce8d" providerId="ADAL" clId="{9B55536B-F019-4FDA-9532-AF5FEC6BACB8}" dt="2025-09-08T19:28:25.193" v="7926"/>
          <ac:graphicFrameMkLst>
            <pc:docMk/>
            <pc:sldMk cId="2117437532" sldId="287"/>
            <ac:graphicFrameMk id="62" creationId="{9DEEE4E1-3407-78D9-E1D1-B358AC8051BF}"/>
          </ac:graphicFrameMkLst>
        </pc:graphicFrameChg>
        <pc:graphicFrameChg chg="del mod ord">
          <ac:chgData name="Wayne, Zach" userId="55cd3958-236b-48c1-ab79-3abe9c83ce8d" providerId="ADAL" clId="{9B55536B-F019-4FDA-9532-AF5FEC6BACB8}" dt="2025-09-08T19:21:04.619" v="6404"/>
          <ac:graphicFrameMkLst>
            <pc:docMk/>
            <pc:sldMk cId="2117437532" sldId="287"/>
            <ac:graphicFrameMk id="64" creationId="{14EB9362-0C53-8266-103F-54A8C7F381C7}"/>
          </ac:graphicFrameMkLst>
        </pc:graphicFrameChg>
        <pc:graphicFrameChg chg="add del mod ord">
          <ac:chgData name="Wayne, Zach" userId="55cd3958-236b-48c1-ab79-3abe9c83ce8d" providerId="ADAL" clId="{9B55536B-F019-4FDA-9532-AF5FEC6BACB8}" dt="2025-09-08T19:28:30.251" v="8020"/>
          <ac:graphicFrameMkLst>
            <pc:docMk/>
            <pc:sldMk cId="2117437532" sldId="287"/>
            <ac:graphicFrameMk id="66" creationId="{63575A55-CA87-835C-7A1C-8A47CEC72087}"/>
          </ac:graphicFrameMkLst>
        </pc:graphicFrameChg>
        <pc:graphicFrameChg chg="add del mod ord">
          <ac:chgData name="Wayne, Zach" userId="55cd3958-236b-48c1-ab79-3abe9c83ce8d" providerId="ADAL" clId="{9B55536B-F019-4FDA-9532-AF5FEC6BACB8}" dt="2025-09-08T19:28:48.639" v="8106"/>
          <ac:graphicFrameMkLst>
            <pc:docMk/>
            <pc:sldMk cId="2117437532" sldId="287"/>
            <ac:graphicFrameMk id="68" creationId="{A2E2834E-5457-DBCD-6123-DC943B085727}"/>
          </ac:graphicFrameMkLst>
        </pc:graphicFrameChg>
        <pc:graphicFrameChg chg="add del mod ord">
          <ac:chgData name="Wayne, Zach" userId="55cd3958-236b-48c1-ab79-3abe9c83ce8d" providerId="ADAL" clId="{9B55536B-F019-4FDA-9532-AF5FEC6BACB8}" dt="2025-09-08T19:28:58.048" v="8149"/>
          <ac:graphicFrameMkLst>
            <pc:docMk/>
            <pc:sldMk cId="2117437532" sldId="287"/>
            <ac:graphicFrameMk id="72" creationId="{FA737C98-8303-DBC3-4E02-96092A4C70F2}"/>
          </ac:graphicFrameMkLst>
        </pc:graphicFrameChg>
        <pc:graphicFrameChg chg="add del mod ord">
          <ac:chgData name="Wayne, Zach" userId="55cd3958-236b-48c1-ab79-3abe9c83ce8d" providerId="ADAL" clId="{9B55536B-F019-4FDA-9532-AF5FEC6BACB8}" dt="2025-09-08T19:29:07.258" v="8242"/>
          <ac:graphicFrameMkLst>
            <pc:docMk/>
            <pc:sldMk cId="2117437532" sldId="287"/>
            <ac:graphicFrameMk id="73" creationId="{F1F0575B-E34F-08CB-3030-DF3009B5F776}"/>
          </ac:graphicFrameMkLst>
        </pc:graphicFrameChg>
        <pc:graphicFrameChg chg="add del mod ord">
          <ac:chgData name="Wayne, Zach" userId="55cd3958-236b-48c1-ab79-3abe9c83ce8d" providerId="ADAL" clId="{9B55536B-F019-4FDA-9532-AF5FEC6BACB8}" dt="2025-09-08T19:29:10.293" v="8293"/>
          <ac:graphicFrameMkLst>
            <pc:docMk/>
            <pc:sldMk cId="2117437532" sldId="287"/>
            <ac:graphicFrameMk id="77" creationId="{DFBB9CEE-F6E9-0C3C-9113-3D0FD97B82C5}"/>
          </ac:graphicFrameMkLst>
        </pc:graphicFrameChg>
        <pc:graphicFrameChg chg="add del mod ord">
          <ac:chgData name="Wayne, Zach" userId="55cd3958-236b-48c1-ab79-3abe9c83ce8d" providerId="ADAL" clId="{9B55536B-F019-4FDA-9532-AF5FEC6BACB8}" dt="2025-09-08T19:29:11.513" v="8344"/>
          <ac:graphicFrameMkLst>
            <pc:docMk/>
            <pc:sldMk cId="2117437532" sldId="287"/>
            <ac:graphicFrameMk id="78" creationId="{DFEC043C-3243-1FC1-D841-0C6593DE5218}"/>
          </ac:graphicFrameMkLst>
        </pc:graphicFrameChg>
        <pc:graphicFrameChg chg="add del mod ord">
          <ac:chgData name="Wayne, Zach" userId="55cd3958-236b-48c1-ab79-3abe9c83ce8d" providerId="ADAL" clId="{9B55536B-F019-4FDA-9532-AF5FEC6BACB8}" dt="2025-09-08T19:29:40.697" v="8461"/>
          <ac:graphicFrameMkLst>
            <pc:docMk/>
            <pc:sldMk cId="2117437532" sldId="287"/>
            <ac:graphicFrameMk id="79" creationId="{D291D6A9-2F93-A719-50F6-B6C152EB8E4F}"/>
          </ac:graphicFrameMkLst>
        </pc:graphicFrameChg>
        <pc:graphicFrameChg chg="add del mod ord">
          <ac:chgData name="Wayne, Zach" userId="55cd3958-236b-48c1-ab79-3abe9c83ce8d" providerId="ADAL" clId="{9B55536B-F019-4FDA-9532-AF5FEC6BACB8}" dt="2025-09-08T19:29:45.936" v="8531"/>
          <ac:graphicFrameMkLst>
            <pc:docMk/>
            <pc:sldMk cId="2117437532" sldId="287"/>
            <ac:graphicFrameMk id="82" creationId="{28ACA0E4-9A3C-272D-6F49-79226BB45413}"/>
          </ac:graphicFrameMkLst>
        </pc:graphicFrameChg>
        <pc:graphicFrameChg chg="add del mod ord">
          <ac:chgData name="Wayne, Zach" userId="55cd3958-236b-48c1-ab79-3abe9c83ce8d" providerId="ADAL" clId="{9B55536B-F019-4FDA-9532-AF5FEC6BACB8}" dt="2025-09-08T19:29:46.752" v="8598"/>
          <ac:graphicFrameMkLst>
            <pc:docMk/>
            <pc:sldMk cId="2117437532" sldId="287"/>
            <ac:graphicFrameMk id="84" creationId="{89C8CF82-3C9A-661C-4C01-9A66AAEC8455}"/>
          </ac:graphicFrameMkLst>
        </pc:graphicFrameChg>
        <pc:graphicFrameChg chg="add del mod ord">
          <ac:chgData name="Wayne, Zach" userId="55cd3958-236b-48c1-ab79-3abe9c83ce8d" providerId="ADAL" clId="{9B55536B-F019-4FDA-9532-AF5FEC6BACB8}" dt="2025-09-08T19:29:48.217" v="8667"/>
          <ac:graphicFrameMkLst>
            <pc:docMk/>
            <pc:sldMk cId="2117437532" sldId="287"/>
            <ac:graphicFrameMk id="86" creationId="{8339596E-5793-C7B1-5057-BE941D838AC9}"/>
          </ac:graphicFrameMkLst>
        </pc:graphicFrameChg>
        <pc:graphicFrameChg chg="add del mod ord">
          <ac:chgData name="Wayne, Zach" userId="55cd3958-236b-48c1-ab79-3abe9c83ce8d" providerId="ADAL" clId="{9B55536B-F019-4FDA-9532-AF5FEC6BACB8}" dt="2025-09-08T19:29:49.434" v="8736"/>
          <ac:graphicFrameMkLst>
            <pc:docMk/>
            <pc:sldMk cId="2117437532" sldId="287"/>
            <ac:graphicFrameMk id="90" creationId="{A2F543A4-7D86-C19B-22AE-C9B972BD2B0A}"/>
          </ac:graphicFrameMkLst>
        </pc:graphicFrameChg>
        <pc:graphicFrameChg chg="del mod ord">
          <ac:chgData name="Wayne, Zach" userId="55cd3958-236b-48c1-ab79-3abe9c83ce8d" providerId="ADAL" clId="{9B55536B-F019-4FDA-9532-AF5FEC6BACB8}" dt="2025-09-08T19:21:30.435" v="6542"/>
          <ac:graphicFrameMkLst>
            <pc:docMk/>
            <pc:sldMk cId="2117437532" sldId="287"/>
            <ac:graphicFrameMk id="91" creationId="{BF99C9A2-A5F1-B3EB-9558-676692BD8E3C}"/>
          </ac:graphicFrameMkLst>
        </pc:graphicFrameChg>
        <pc:graphicFrameChg chg="add del mod ord">
          <ac:chgData name="Wayne, Zach" userId="55cd3958-236b-48c1-ab79-3abe9c83ce8d" providerId="ADAL" clId="{9B55536B-F019-4FDA-9532-AF5FEC6BACB8}" dt="2025-09-08T19:29:52.830" v="8796"/>
          <ac:graphicFrameMkLst>
            <pc:docMk/>
            <pc:sldMk cId="2117437532" sldId="287"/>
            <ac:graphicFrameMk id="93" creationId="{CC691C83-B942-F56C-CB97-E779484C37FC}"/>
          </ac:graphicFrameMkLst>
        </pc:graphicFrameChg>
        <pc:graphicFrameChg chg="add mod ord">
          <ac:chgData name="Wayne, Zach" userId="55cd3958-236b-48c1-ab79-3abe9c83ce8d" providerId="ADAL" clId="{9B55536B-F019-4FDA-9532-AF5FEC6BACB8}" dt="2025-09-08T19:29:52.908" v="8819"/>
          <ac:graphicFrameMkLst>
            <pc:docMk/>
            <pc:sldMk cId="2117437532" sldId="287"/>
            <ac:graphicFrameMk id="94" creationId="{355DA205-B84A-CE1E-012B-C96C3F633A2E}"/>
          </ac:graphicFrameMkLst>
        </pc:graphicFrameChg>
      </pc:sldChg>
      <pc:sldChg chg="addSp delSp modSp add mod">
        <pc:chgData name="Wayne, Zach" userId="55cd3958-236b-48c1-ab79-3abe9c83ce8d" providerId="ADAL" clId="{9B55536B-F019-4FDA-9532-AF5FEC6BACB8}" dt="2025-09-08T19:33:43.208" v="8969"/>
        <pc:sldMkLst>
          <pc:docMk/>
          <pc:sldMk cId="1370283055" sldId="293"/>
        </pc:sldMkLst>
        <pc:spChg chg="mod">
          <ac:chgData name="Wayne, Zach" userId="55cd3958-236b-48c1-ab79-3abe9c83ce8d" providerId="ADAL" clId="{9B55536B-F019-4FDA-9532-AF5FEC6BACB8}" dt="2025-09-08T19:16:01.479" v="5989" actId="20577"/>
          <ac:spMkLst>
            <pc:docMk/>
            <pc:sldMk cId="1370283055" sldId="293"/>
            <ac:spMk id="23" creationId="{DEFE61C7-E7B2-AC4F-051C-4A1F2E0E16CE}"/>
          </ac:spMkLst>
        </pc:spChg>
        <pc:spChg chg="add mod">
          <ac:chgData name="Wayne, Zach" userId="55cd3958-236b-48c1-ab79-3abe9c83ce8d" providerId="ADAL" clId="{9B55536B-F019-4FDA-9532-AF5FEC6BACB8}" dt="2025-09-08T19:19:54.889" v="6209"/>
          <ac:spMkLst>
            <pc:docMk/>
            <pc:sldMk cId="1370283055" sldId="293"/>
            <ac:spMk id="27" creationId="{0B78C74B-30B1-8E31-17BC-A5E7981DE7D3}"/>
          </ac:spMkLst>
        </pc:spChg>
        <pc:spChg chg="mod">
          <ac:chgData name="Wayne, Zach" userId="55cd3958-236b-48c1-ab79-3abe9c83ce8d" providerId="ADAL" clId="{9B55536B-F019-4FDA-9532-AF5FEC6BACB8}" dt="2025-09-08T19:33:43.208" v="8969"/>
          <ac:spMkLst>
            <pc:docMk/>
            <pc:sldMk cId="1370283055" sldId="293"/>
            <ac:spMk id="30" creationId="{EDE9565B-CE46-0F21-4FC5-95A75AA10D64}"/>
          </ac:spMkLst>
        </pc:spChg>
        <pc:spChg chg="mod">
          <ac:chgData name="Wayne, Zach" userId="55cd3958-236b-48c1-ab79-3abe9c83ce8d" providerId="ADAL" clId="{9B55536B-F019-4FDA-9532-AF5FEC6BACB8}" dt="2025-09-08T19:33:43.208" v="8969"/>
          <ac:spMkLst>
            <pc:docMk/>
            <pc:sldMk cId="1370283055" sldId="293"/>
            <ac:spMk id="31" creationId="{3AC8AD78-B19C-1881-F0E9-7A07360CDB1C}"/>
          </ac:spMkLst>
        </pc:spChg>
        <pc:spChg chg="mod">
          <ac:chgData name="Wayne, Zach" userId="55cd3958-236b-48c1-ab79-3abe9c83ce8d" providerId="ADAL" clId="{9B55536B-F019-4FDA-9532-AF5FEC6BACB8}" dt="2025-09-08T19:33:43.208" v="8969"/>
          <ac:spMkLst>
            <pc:docMk/>
            <pc:sldMk cId="1370283055" sldId="293"/>
            <ac:spMk id="32" creationId="{3629CC64-8A39-F221-2AF6-41A2E3A40004}"/>
          </ac:spMkLst>
        </pc:spChg>
        <pc:spChg chg="mod">
          <ac:chgData name="Wayne, Zach" userId="55cd3958-236b-48c1-ab79-3abe9c83ce8d" providerId="ADAL" clId="{9B55536B-F019-4FDA-9532-AF5FEC6BACB8}" dt="2025-09-08T19:33:43.208" v="8969"/>
          <ac:spMkLst>
            <pc:docMk/>
            <pc:sldMk cId="1370283055" sldId="293"/>
            <ac:spMk id="34" creationId="{74822C2A-40BF-BE28-9EA3-230FDE09D731}"/>
          </ac:spMkLst>
        </pc:spChg>
        <pc:grpChg chg="add mod">
          <ac:chgData name="Wayne, Zach" userId="55cd3958-236b-48c1-ab79-3abe9c83ce8d" providerId="ADAL" clId="{9B55536B-F019-4FDA-9532-AF5FEC6BACB8}" dt="2025-09-08T19:33:43.208" v="8969"/>
          <ac:grpSpMkLst>
            <pc:docMk/>
            <pc:sldMk cId="1370283055" sldId="293"/>
            <ac:grpSpMk id="29" creationId="{6B29BDB4-3A0E-F491-9B41-90E035253EC5}"/>
          </ac:grpSpMkLst>
        </pc:grpChg>
        <pc:grpChg chg="del">
          <ac:chgData name="Wayne, Zach" userId="55cd3958-236b-48c1-ab79-3abe9c83ce8d" providerId="ADAL" clId="{9B55536B-F019-4FDA-9532-AF5FEC6BACB8}" dt="2025-09-08T19:15:55.394" v="5981" actId="478"/>
          <ac:grpSpMkLst>
            <pc:docMk/>
            <pc:sldMk cId="1370283055" sldId="293"/>
            <ac:grpSpMk id="33" creationId="{20643FC2-6CCA-E733-759E-BD4459F14896}"/>
          </ac:grpSpMkLst>
        </pc:grpChg>
        <pc:picChg chg="add mod">
          <ac:chgData name="Wayne, Zach" userId="55cd3958-236b-48c1-ab79-3abe9c83ce8d" providerId="ADAL" clId="{9B55536B-F019-4FDA-9532-AF5FEC6BACB8}" dt="2025-09-08T19:16:43.754" v="6001" actId="1076"/>
          <ac:picMkLst>
            <pc:docMk/>
            <pc:sldMk cId="1370283055" sldId="293"/>
            <ac:picMk id="10" creationId="{9075416E-2C29-77A1-3239-956385258B7D}"/>
          </ac:picMkLst>
        </pc:picChg>
        <pc:cxnChg chg="add mod">
          <ac:chgData name="Wayne, Zach" userId="55cd3958-236b-48c1-ab79-3abe9c83ce8d" providerId="ADAL" clId="{9B55536B-F019-4FDA-9532-AF5FEC6BACB8}" dt="2025-09-08T19:19:54.889" v="6209"/>
          <ac:cxnSpMkLst>
            <pc:docMk/>
            <pc:sldMk cId="1370283055" sldId="293"/>
            <ac:cxnSpMk id="28" creationId="{AF91042A-BA71-A5BD-1F34-E9C32B8D50FD}"/>
          </ac:cxnSpMkLst>
        </pc:cxnChg>
      </pc:sldChg>
      <pc:sldChg chg="addSp delSp modSp add mod">
        <pc:chgData name="Wayne, Zach" userId="55cd3958-236b-48c1-ab79-3abe9c83ce8d" providerId="ADAL" clId="{9B55536B-F019-4FDA-9532-AF5FEC6BACB8}" dt="2025-09-08T18:04:03.642" v="1148" actId="207"/>
        <pc:sldMkLst>
          <pc:docMk/>
          <pc:sldMk cId="1168171964" sldId="319"/>
        </pc:sldMkLst>
        <pc:spChg chg="mod">
          <ac:chgData name="Wayne, Zach" userId="55cd3958-236b-48c1-ab79-3abe9c83ce8d" providerId="ADAL" clId="{9B55536B-F019-4FDA-9532-AF5FEC6BACB8}" dt="2025-09-08T18:02:05.721" v="1085" actId="948"/>
          <ac:spMkLst>
            <pc:docMk/>
            <pc:sldMk cId="1168171964" sldId="319"/>
            <ac:spMk id="2" creationId="{C8193894-0C2C-95F7-C788-FECC13910666}"/>
          </ac:spMkLst>
        </pc:spChg>
        <pc:spChg chg="del">
          <ac:chgData name="Wayne, Zach" userId="55cd3958-236b-48c1-ab79-3abe9c83ce8d" providerId="ADAL" clId="{9B55536B-F019-4FDA-9532-AF5FEC6BACB8}" dt="2025-09-08T18:01:47.576" v="1058" actId="478"/>
          <ac:spMkLst>
            <pc:docMk/>
            <pc:sldMk cId="1168171964" sldId="319"/>
            <ac:spMk id="3" creationId="{3C2AABBA-2B73-5B13-2E4C-2D0EC3D7E420}"/>
          </ac:spMkLst>
        </pc:spChg>
        <pc:spChg chg="mod">
          <ac:chgData name="Wayne, Zach" userId="55cd3958-236b-48c1-ab79-3abe9c83ce8d" providerId="ADAL" clId="{9B55536B-F019-4FDA-9532-AF5FEC6BACB8}" dt="2025-09-08T18:03:49.038" v="1146" actId="207"/>
          <ac:spMkLst>
            <pc:docMk/>
            <pc:sldMk cId="1168171964" sldId="319"/>
            <ac:spMk id="5" creationId="{F4C3DF5B-505C-4265-484D-8E1E5B34E984}"/>
          </ac:spMkLst>
        </pc:spChg>
        <pc:spChg chg="add del mod modVis">
          <ac:chgData name="Wayne, Zach" userId="55cd3958-236b-48c1-ab79-3abe9c83ce8d" providerId="ADAL" clId="{9B55536B-F019-4FDA-9532-AF5FEC6BACB8}" dt="2025-09-08T18:02:05.039" v="1081"/>
          <ac:spMkLst>
            <pc:docMk/>
            <pc:sldMk cId="1168171964" sldId="319"/>
            <ac:spMk id="6" creationId="{2DC4ECD7-AB54-D8AE-7B26-FC6A5BA64D7E}"/>
          </ac:spMkLst>
        </pc:spChg>
        <pc:spChg chg="mod">
          <ac:chgData name="Wayne, Zach" userId="55cd3958-236b-48c1-ab79-3abe9c83ce8d" providerId="ADAL" clId="{9B55536B-F019-4FDA-9532-AF5FEC6BACB8}" dt="2025-09-08T18:03:12.785" v="1110" actId="20577"/>
          <ac:spMkLst>
            <pc:docMk/>
            <pc:sldMk cId="1168171964" sldId="319"/>
            <ac:spMk id="9" creationId="{C775C70B-0D04-00BA-0C01-8D825BA4FCAE}"/>
          </ac:spMkLst>
        </pc:spChg>
        <pc:spChg chg="mod">
          <ac:chgData name="Wayne, Zach" userId="55cd3958-236b-48c1-ab79-3abe9c83ce8d" providerId="ADAL" clId="{9B55536B-F019-4FDA-9532-AF5FEC6BACB8}" dt="2025-09-08T18:04:03.642" v="1148" actId="207"/>
          <ac:spMkLst>
            <pc:docMk/>
            <pc:sldMk cId="1168171964" sldId="319"/>
            <ac:spMk id="10" creationId="{2A7EA24A-9DC3-0045-D909-9E1DDAF3D0CD}"/>
          </ac:spMkLst>
        </pc:spChg>
        <pc:spChg chg="mod">
          <ac:chgData name="Wayne, Zach" userId="55cd3958-236b-48c1-ab79-3abe9c83ce8d" providerId="ADAL" clId="{9B55536B-F019-4FDA-9532-AF5FEC6BACB8}" dt="2025-09-08T18:03:25.640" v="1142" actId="20577"/>
          <ac:spMkLst>
            <pc:docMk/>
            <pc:sldMk cId="1168171964" sldId="319"/>
            <ac:spMk id="15" creationId="{063F13C1-6C3B-9B25-D2B2-D7EBFBE70CC1}"/>
          </ac:spMkLst>
        </pc:spChg>
        <pc:spChg chg="del">
          <ac:chgData name="Wayne, Zach" userId="55cd3958-236b-48c1-ab79-3abe9c83ce8d" providerId="ADAL" clId="{9B55536B-F019-4FDA-9532-AF5FEC6BACB8}" dt="2025-09-08T18:02:21.207" v="1090" actId="478"/>
          <ac:spMkLst>
            <pc:docMk/>
            <pc:sldMk cId="1168171964" sldId="319"/>
            <ac:spMk id="16" creationId="{0A12E146-B7DE-6502-2ABE-71F3EA6A7490}"/>
          </ac:spMkLst>
        </pc:spChg>
        <pc:spChg chg="mod">
          <ac:chgData name="Wayne, Zach" userId="55cd3958-236b-48c1-ab79-3abe9c83ce8d" providerId="ADAL" clId="{9B55536B-F019-4FDA-9532-AF5FEC6BACB8}" dt="2025-09-08T17:29:23.814" v="310" actId="20577"/>
          <ac:spMkLst>
            <pc:docMk/>
            <pc:sldMk cId="1168171964" sldId="319"/>
            <ac:spMk id="1064" creationId="{4EBA19F6-FA4B-2FA0-8A27-96A64FC9E8C4}"/>
          </ac:spMkLst>
        </pc:spChg>
        <pc:grpChg chg="add del mod">
          <ac:chgData name="Wayne, Zach" userId="55cd3958-236b-48c1-ab79-3abe9c83ce8d" providerId="ADAL" clId="{9B55536B-F019-4FDA-9532-AF5FEC6BACB8}" dt="2025-09-08T18:03:35.800" v="1144" actId="14100"/>
          <ac:grpSpMkLst>
            <pc:docMk/>
            <pc:sldMk cId="1168171964" sldId="319"/>
            <ac:grpSpMk id="4" creationId="{607D4A04-253F-C265-8BC4-87BD6D84FC7B}"/>
          </ac:grpSpMkLst>
        </pc:grpChg>
        <pc:grpChg chg="mod">
          <ac:chgData name="Wayne, Zach" userId="55cd3958-236b-48c1-ab79-3abe9c83ce8d" providerId="ADAL" clId="{9B55536B-F019-4FDA-9532-AF5FEC6BACB8}" dt="2025-09-08T17:29:30.631" v="322" actId="1036"/>
          <ac:grpSpMkLst>
            <pc:docMk/>
            <pc:sldMk cId="1168171964" sldId="319"/>
            <ac:grpSpMk id="1135" creationId="{80189A1F-2FFA-8215-6D73-2AB7F4BB3C42}"/>
          </ac:grpSpMkLst>
        </pc:grpChg>
        <pc:graphicFrameChg chg="mod">
          <ac:chgData name="Wayne, Zach" userId="55cd3958-236b-48c1-ab79-3abe9c83ce8d" providerId="ADAL" clId="{9B55536B-F019-4FDA-9532-AF5FEC6BACB8}" dt="2025-09-08T18:02:05.729" v="1087"/>
          <ac:graphicFrameMkLst>
            <pc:docMk/>
            <pc:sldMk cId="1168171964" sldId="319"/>
            <ac:graphicFrameMk id="13" creationId="{1042DDD6-4B29-B732-ABDF-8D4875DCBC7E}"/>
          </ac:graphicFrameMkLst>
        </pc:graphicFrameChg>
        <pc:graphicFrameChg chg="modGraphic">
          <ac:chgData name="Wayne, Zach" userId="55cd3958-236b-48c1-ab79-3abe9c83ce8d" providerId="ADAL" clId="{9B55536B-F019-4FDA-9532-AF5FEC6BACB8}" dt="2025-09-08T17:30:29.839" v="346" actId="20577"/>
          <ac:graphicFrameMkLst>
            <pc:docMk/>
            <pc:sldMk cId="1168171964" sldId="319"/>
            <ac:graphicFrameMk id="30" creationId="{6B35A73F-F94E-A081-2D3D-E31277B6A2C1}"/>
          </ac:graphicFrameMkLst>
        </pc:graphicFrameChg>
        <pc:picChg chg="del">
          <ac:chgData name="Wayne, Zach" userId="55cd3958-236b-48c1-ab79-3abe9c83ce8d" providerId="ADAL" clId="{9B55536B-F019-4FDA-9532-AF5FEC6BACB8}" dt="2025-09-08T17:29:25.204" v="311" actId="478"/>
          <ac:picMkLst>
            <pc:docMk/>
            <pc:sldMk cId="1168171964" sldId="319"/>
            <ac:picMk id="27" creationId="{B599EB32-7424-3108-0F65-28B8D140446E}"/>
          </ac:picMkLst>
        </pc:picChg>
        <pc:picChg chg="del">
          <ac:chgData name="Wayne, Zach" userId="55cd3958-236b-48c1-ab79-3abe9c83ce8d" providerId="ADAL" clId="{9B55536B-F019-4FDA-9532-AF5FEC6BACB8}" dt="2025-09-08T17:29:18.038" v="309" actId="478"/>
          <ac:picMkLst>
            <pc:docMk/>
            <pc:sldMk cId="1168171964" sldId="319"/>
            <ac:picMk id="40" creationId="{9D2547A3-579F-ACBD-7ED9-FD6892E57F59}"/>
          </ac:picMkLst>
        </pc:picChg>
      </pc:sldChg>
      <pc:sldChg chg="addSp delSp modSp add mod">
        <pc:chgData name="Wayne, Zach" userId="55cd3958-236b-48c1-ab79-3abe9c83ce8d" providerId="ADAL" clId="{9B55536B-F019-4FDA-9532-AF5FEC6BACB8}" dt="2025-09-08T18:33:30.683" v="2074" actId="20577"/>
        <pc:sldMkLst>
          <pc:docMk/>
          <pc:sldMk cId="2989373079" sldId="320"/>
        </pc:sldMkLst>
        <pc:spChg chg="mod">
          <ac:chgData name="Wayne, Zach" userId="55cd3958-236b-48c1-ab79-3abe9c83ce8d" providerId="ADAL" clId="{9B55536B-F019-4FDA-9532-AF5FEC6BACB8}" dt="2025-09-08T18:15:06.980" v="1169" actId="948"/>
          <ac:spMkLst>
            <pc:docMk/>
            <pc:sldMk cId="2989373079" sldId="320"/>
            <ac:spMk id="2" creationId="{EB50947C-AA11-9B98-6D33-DD1CE91401DC}"/>
          </ac:spMkLst>
        </pc:spChg>
        <pc:spChg chg="del">
          <ac:chgData name="Wayne, Zach" userId="55cd3958-236b-48c1-ab79-3abe9c83ce8d" providerId="ADAL" clId="{9B55536B-F019-4FDA-9532-AF5FEC6BACB8}" dt="2025-09-08T18:04:12.223" v="1149" actId="478"/>
          <ac:spMkLst>
            <pc:docMk/>
            <pc:sldMk cId="2989373079" sldId="320"/>
            <ac:spMk id="3" creationId="{8403B8A4-7C14-9915-D96B-B09D3CF544A1}"/>
          </ac:spMkLst>
        </pc:spChg>
        <pc:spChg chg="mod">
          <ac:chgData name="Wayne, Zach" userId="55cd3958-236b-48c1-ab79-3abe9c83ce8d" providerId="ADAL" clId="{9B55536B-F019-4FDA-9532-AF5FEC6BACB8}" dt="2025-09-08T18:12:29.806" v="1153" actId="207"/>
          <ac:spMkLst>
            <pc:docMk/>
            <pc:sldMk cId="2989373079" sldId="320"/>
            <ac:spMk id="7" creationId="{7F946CCB-5AE7-0134-5C0E-BEA82763C96E}"/>
          </ac:spMkLst>
        </pc:spChg>
        <pc:spChg chg="mod">
          <ac:chgData name="Wayne, Zach" userId="55cd3958-236b-48c1-ab79-3abe9c83ce8d" providerId="ADAL" clId="{9B55536B-F019-4FDA-9532-AF5FEC6BACB8}" dt="2025-09-08T18:12:39.873" v="1156" actId="207"/>
          <ac:spMkLst>
            <pc:docMk/>
            <pc:sldMk cId="2989373079" sldId="320"/>
            <ac:spMk id="8" creationId="{89BDD209-517E-66D9-767C-9CAE6226678D}"/>
          </ac:spMkLst>
        </pc:spChg>
        <pc:spChg chg="mod">
          <ac:chgData name="Wayne, Zach" userId="55cd3958-236b-48c1-ab79-3abe9c83ce8d" providerId="ADAL" clId="{9B55536B-F019-4FDA-9532-AF5FEC6BACB8}" dt="2025-09-08T18:12:23.717" v="1151"/>
          <ac:spMkLst>
            <pc:docMk/>
            <pc:sldMk cId="2989373079" sldId="320"/>
            <ac:spMk id="11" creationId="{F6CC7D50-A657-FDCD-2B36-DFEAE90F2AA9}"/>
          </ac:spMkLst>
        </pc:spChg>
        <pc:spChg chg="mod">
          <ac:chgData name="Wayne, Zach" userId="55cd3958-236b-48c1-ab79-3abe9c83ce8d" providerId="ADAL" clId="{9B55536B-F019-4FDA-9532-AF5FEC6BACB8}" dt="2025-09-08T18:12:23.717" v="1151"/>
          <ac:spMkLst>
            <pc:docMk/>
            <pc:sldMk cId="2989373079" sldId="320"/>
            <ac:spMk id="12" creationId="{5D761593-E8C6-D9B3-9E79-0175A2841392}"/>
          </ac:spMkLst>
        </pc:spChg>
        <pc:spChg chg="add del mod modVis">
          <ac:chgData name="Wayne, Zach" userId="55cd3958-236b-48c1-ab79-3abe9c83ce8d" providerId="ADAL" clId="{9B55536B-F019-4FDA-9532-AF5FEC6BACB8}" dt="2025-09-08T18:15:07.026" v="1190"/>
          <ac:spMkLst>
            <pc:docMk/>
            <pc:sldMk cId="2989373079" sldId="320"/>
            <ac:spMk id="14" creationId="{7DD3FD03-2385-C471-2F73-E6BE66ED444C}"/>
          </ac:spMkLst>
        </pc:spChg>
        <pc:spChg chg="add mod">
          <ac:chgData name="Wayne, Zach" userId="55cd3958-236b-48c1-ab79-3abe9c83ce8d" providerId="ADAL" clId="{9B55536B-F019-4FDA-9532-AF5FEC6BACB8}" dt="2025-09-08T18:31:55.276" v="1975" actId="14100"/>
          <ac:spMkLst>
            <pc:docMk/>
            <pc:sldMk cId="2989373079" sldId="320"/>
            <ac:spMk id="17" creationId="{A1518490-AFF6-A697-71CE-4B05354BA494}"/>
          </ac:spMkLst>
        </pc:spChg>
        <pc:spChg chg="add del mod">
          <ac:chgData name="Wayne, Zach" userId="55cd3958-236b-48c1-ab79-3abe9c83ce8d" providerId="ADAL" clId="{9B55536B-F019-4FDA-9532-AF5FEC6BACB8}" dt="2025-09-08T18:16:04.666" v="1219"/>
          <ac:spMkLst>
            <pc:docMk/>
            <pc:sldMk cId="2989373079" sldId="320"/>
            <ac:spMk id="20" creationId="{99F6EA15-87D3-3B02-5C58-8116B3080EBD}"/>
          </ac:spMkLst>
        </pc:spChg>
        <pc:spChg chg="add mod">
          <ac:chgData name="Wayne, Zach" userId="55cd3958-236b-48c1-ab79-3abe9c83ce8d" providerId="ADAL" clId="{9B55536B-F019-4FDA-9532-AF5FEC6BACB8}" dt="2025-09-08T18:27:10.455" v="1827" actId="1038"/>
          <ac:spMkLst>
            <pc:docMk/>
            <pc:sldMk cId="2989373079" sldId="320"/>
            <ac:spMk id="22" creationId="{890B5199-3F38-EA51-B564-D422CE25C338}"/>
          </ac:spMkLst>
        </pc:spChg>
        <pc:spChg chg="del">
          <ac:chgData name="Wayne, Zach" userId="55cd3958-236b-48c1-ab79-3abe9c83ce8d" providerId="ADAL" clId="{9B55536B-F019-4FDA-9532-AF5FEC6BACB8}" dt="2025-09-08T17:31:13.959" v="359" actId="478"/>
          <ac:spMkLst>
            <pc:docMk/>
            <pc:sldMk cId="2989373079" sldId="320"/>
            <ac:spMk id="23" creationId="{AA750B91-A78C-519E-E493-CD9036B2FD79}"/>
          </ac:spMkLst>
        </pc:spChg>
        <pc:spChg chg="del">
          <ac:chgData name="Wayne, Zach" userId="55cd3958-236b-48c1-ab79-3abe9c83ce8d" providerId="ADAL" clId="{9B55536B-F019-4FDA-9532-AF5FEC6BACB8}" dt="2025-09-08T17:31:13.959" v="359" actId="478"/>
          <ac:spMkLst>
            <pc:docMk/>
            <pc:sldMk cId="2989373079" sldId="320"/>
            <ac:spMk id="31" creationId="{E8BEA7A8-1A0E-98B4-22F1-113E7765A11A}"/>
          </ac:spMkLst>
        </pc:spChg>
        <pc:spChg chg="add mod">
          <ac:chgData name="Wayne, Zach" userId="55cd3958-236b-48c1-ab79-3abe9c83ce8d" providerId="ADAL" clId="{9B55536B-F019-4FDA-9532-AF5FEC6BACB8}" dt="2025-09-08T18:33:30.683" v="2074" actId="20577"/>
          <ac:spMkLst>
            <pc:docMk/>
            <pc:sldMk cId="2989373079" sldId="320"/>
            <ac:spMk id="32" creationId="{23943E29-5E84-C229-1D2D-148DDCE1F32C}"/>
          </ac:spMkLst>
        </pc:spChg>
        <pc:spChg chg="add del">
          <ac:chgData name="Wayne, Zach" userId="55cd3958-236b-48c1-ab79-3abe9c83ce8d" providerId="ADAL" clId="{9B55536B-F019-4FDA-9532-AF5FEC6BACB8}" dt="2025-09-08T18:23:31.206" v="1651" actId="478"/>
          <ac:spMkLst>
            <pc:docMk/>
            <pc:sldMk cId="2989373079" sldId="320"/>
            <ac:spMk id="33" creationId="{B6E277C8-78AA-E1ED-3BA6-D6A8CD59D035}"/>
          </ac:spMkLst>
        </pc:spChg>
        <pc:spChg chg="add del mod">
          <ac:chgData name="Wayne, Zach" userId="55cd3958-236b-48c1-ab79-3abe9c83ce8d" providerId="ADAL" clId="{9B55536B-F019-4FDA-9532-AF5FEC6BACB8}" dt="2025-09-08T18:33:16.659" v="2060" actId="20577"/>
          <ac:spMkLst>
            <pc:docMk/>
            <pc:sldMk cId="2989373079" sldId="320"/>
            <ac:spMk id="35" creationId="{C1427260-76B2-BC63-8467-A488B7FCE55D}"/>
          </ac:spMkLst>
        </pc:spChg>
        <pc:spChg chg="del">
          <ac:chgData name="Wayne, Zach" userId="55cd3958-236b-48c1-ab79-3abe9c83ce8d" providerId="ADAL" clId="{9B55536B-F019-4FDA-9532-AF5FEC6BACB8}" dt="2025-09-08T18:04:12.223" v="1149" actId="478"/>
          <ac:spMkLst>
            <pc:docMk/>
            <pc:sldMk cId="2989373079" sldId="320"/>
            <ac:spMk id="37" creationId="{F6086473-BAA3-FA02-B106-6844D4AFC13C}"/>
          </ac:spMkLst>
        </pc:spChg>
        <pc:spChg chg="mod">
          <ac:chgData name="Wayne, Zach" userId="55cd3958-236b-48c1-ab79-3abe9c83ce8d" providerId="ADAL" clId="{9B55536B-F019-4FDA-9532-AF5FEC6BACB8}" dt="2025-09-08T18:26:55.210" v="1816"/>
          <ac:spMkLst>
            <pc:docMk/>
            <pc:sldMk cId="2989373079" sldId="320"/>
            <ac:spMk id="40" creationId="{87749093-89B5-DEE9-1836-D89D6020E9FA}"/>
          </ac:spMkLst>
        </pc:spChg>
        <pc:spChg chg="del">
          <ac:chgData name="Wayne, Zach" userId="55cd3958-236b-48c1-ab79-3abe9c83ce8d" providerId="ADAL" clId="{9B55536B-F019-4FDA-9532-AF5FEC6BACB8}" dt="2025-09-08T17:31:13.959" v="359" actId="478"/>
          <ac:spMkLst>
            <pc:docMk/>
            <pc:sldMk cId="2989373079" sldId="320"/>
            <ac:spMk id="41" creationId="{5FCCEE62-600D-252F-1FAC-4F933C045D2E}"/>
          </ac:spMkLst>
        </pc:spChg>
        <pc:spChg chg="add mod">
          <ac:chgData name="Wayne, Zach" userId="55cd3958-236b-48c1-ab79-3abe9c83ce8d" providerId="ADAL" clId="{9B55536B-F019-4FDA-9532-AF5FEC6BACB8}" dt="2025-09-08T18:31:47.289" v="1974" actId="1036"/>
          <ac:spMkLst>
            <pc:docMk/>
            <pc:sldMk cId="2989373079" sldId="320"/>
            <ac:spMk id="51" creationId="{E9A0B52E-F59F-530D-4C3D-0DCB0228B7E7}"/>
          </ac:spMkLst>
        </pc:spChg>
        <pc:spChg chg="add mod">
          <ac:chgData name="Wayne, Zach" userId="55cd3958-236b-48c1-ab79-3abe9c83ce8d" providerId="ADAL" clId="{9B55536B-F019-4FDA-9532-AF5FEC6BACB8}" dt="2025-09-08T18:31:47.289" v="1974" actId="1036"/>
          <ac:spMkLst>
            <pc:docMk/>
            <pc:sldMk cId="2989373079" sldId="320"/>
            <ac:spMk id="52" creationId="{77C8A34D-E772-2853-04B1-4BB5C6D49EE9}"/>
          </ac:spMkLst>
        </pc:spChg>
        <pc:spChg chg="add mod">
          <ac:chgData name="Wayne, Zach" userId="55cd3958-236b-48c1-ab79-3abe9c83ce8d" providerId="ADAL" clId="{9B55536B-F019-4FDA-9532-AF5FEC6BACB8}" dt="2025-09-08T18:31:47.289" v="1974" actId="1036"/>
          <ac:spMkLst>
            <pc:docMk/>
            <pc:sldMk cId="2989373079" sldId="320"/>
            <ac:spMk id="53" creationId="{9F2B41F1-7C6F-5EB5-4221-674CB69C8B39}"/>
          </ac:spMkLst>
        </pc:spChg>
        <pc:spChg chg="add mod">
          <ac:chgData name="Wayne, Zach" userId="55cd3958-236b-48c1-ab79-3abe9c83ce8d" providerId="ADAL" clId="{9B55536B-F019-4FDA-9532-AF5FEC6BACB8}" dt="2025-09-08T18:31:47.289" v="1974" actId="1036"/>
          <ac:spMkLst>
            <pc:docMk/>
            <pc:sldMk cId="2989373079" sldId="320"/>
            <ac:spMk id="54" creationId="{7EC22B58-D986-47D0-A3FD-0E5C2CEBC3BD}"/>
          </ac:spMkLst>
        </pc:spChg>
        <pc:spChg chg="add del mod">
          <ac:chgData name="Wayne, Zach" userId="55cd3958-236b-48c1-ab79-3abe9c83ce8d" providerId="ADAL" clId="{9B55536B-F019-4FDA-9532-AF5FEC6BACB8}" dt="2025-09-08T18:28:11.554" v="1864" actId="478"/>
          <ac:spMkLst>
            <pc:docMk/>
            <pc:sldMk cId="2989373079" sldId="320"/>
            <ac:spMk id="55" creationId="{7B47DCD2-5351-2D70-3BD1-C92FF5AC4EE8}"/>
          </ac:spMkLst>
        </pc:spChg>
        <pc:spChg chg="del">
          <ac:chgData name="Wayne, Zach" userId="55cd3958-236b-48c1-ab79-3abe9c83ce8d" providerId="ADAL" clId="{9B55536B-F019-4FDA-9532-AF5FEC6BACB8}" dt="2025-09-08T17:31:13.959" v="359" actId="478"/>
          <ac:spMkLst>
            <pc:docMk/>
            <pc:sldMk cId="2989373079" sldId="320"/>
            <ac:spMk id="1075" creationId="{C1F1E72C-BD57-439E-4AAD-3D2C5697FB44}"/>
          </ac:spMkLst>
        </pc:spChg>
        <pc:grpChg chg="del">
          <ac:chgData name="Wayne, Zach" userId="55cd3958-236b-48c1-ab79-3abe9c83ce8d" providerId="ADAL" clId="{9B55536B-F019-4FDA-9532-AF5FEC6BACB8}" dt="2025-09-08T18:12:23.062" v="1150" actId="478"/>
          <ac:grpSpMkLst>
            <pc:docMk/>
            <pc:sldMk cId="2989373079" sldId="320"/>
            <ac:grpSpMk id="4" creationId="{3148A315-45EB-EA9E-BAE7-2C5FAF8D3AEC}"/>
          </ac:grpSpMkLst>
        </pc:grpChg>
        <pc:grpChg chg="add mod">
          <ac:chgData name="Wayne, Zach" userId="55cd3958-236b-48c1-ab79-3abe9c83ce8d" providerId="ADAL" clId="{9B55536B-F019-4FDA-9532-AF5FEC6BACB8}" dt="2025-09-08T18:12:23.717" v="1151"/>
          <ac:grpSpMkLst>
            <pc:docMk/>
            <pc:sldMk cId="2989373079" sldId="320"/>
            <ac:grpSpMk id="6" creationId="{9FF6ACBF-1DC7-E010-41E8-B7B054194A2E}"/>
          </ac:grpSpMkLst>
        </pc:grpChg>
        <pc:grpChg chg="add mod">
          <ac:chgData name="Wayne, Zach" userId="55cd3958-236b-48c1-ab79-3abe9c83ce8d" providerId="ADAL" clId="{9B55536B-F019-4FDA-9532-AF5FEC6BACB8}" dt="2025-09-08T18:31:47.289" v="1974" actId="1036"/>
          <ac:grpSpMkLst>
            <pc:docMk/>
            <pc:sldMk cId="2989373079" sldId="320"/>
            <ac:grpSpMk id="38" creationId="{F89D71DC-86E3-B638-7B5B-1F4FCE05FDA9}"/>
          </ac:grpSpMkLst>
        </pc:grpChg>
        <pc:grpChg chg="mod">
          <ac:chgData name="Wayne, Zach" userId="55cd3958-236b-48c1-ab79-3abe9c83ce8d" providerId="ADAL" clId="{9B55536B-F019-4FDA-9532-AF5FEC6BACB8}" dt="2025-09-08T18:26:55.210" v="1816"/>
          <ac:grpSpMkLst>
            <pc:docMk/>
            <pc:sldMk cId="2989373079" sldId="320"/>
            <ac:grpSpMk id="42" creationId="{878F70FE-BA2D-F36C-6E0F-8D99B00A39B7}"/>
          </ac:grpSpMkLst>
        </pc:grpChg>
        <pc:grpChg chg="del">
          <ac:chgData name="Wayne, Zach" userId="55cd3958-236b-48c1-ab79-3abe9c83ce8d" providerId="ADAL" clId="{9B55536B-F019-4FDA-9532-AF5FEC6BACB8}" dt="2025-09-08T17:31:13.959" v="359" actId="478"/>
          <ac:grpSpMkLst>
            <pc:docMk/>
            <pc:sldMk cId="2989373079" sldId="320"/>
            <ac:grpSpMk id="1049" creationId="{BDEEB6C3-4D7D-F66A-9984-2E35E4EF9321}"/>
          </ac:grpSpMkLst>
        </pc:grpChg>
        <pc:grpChg chg="del">
          <ac:chgData name="Wayne, Zach" userId="55cd3958-236b-48c1-ab79-3abe9c83ce8d" providerId="ADAL" clId="{9B55536B-F019-4FDA-9532-AF5FEC6BACB8}" dt="2025-09-08T17:31:13.959" v="359" actId="478"/>
          <ac:grpSpMkLst>
            <pc:docMk/>
            <pc:sldMk cId="2989373079" sldId="320"/>
            <ac:grpSpMk id="1087" creationId="{40255CFB-EEE6-221D-49AC-7D4176F29EBC}"/>
          </ac:grpSpMkLst>
        </pc:grpChg>
        <pc:grpChg chg="del">
          <ac:chgData name="Wayne, Zach" userId="55cd3958-236b-48c1-ab79-3abe9c83ce8d" providerId="ADAL" clId="{9B55536B-F019-4FDA-9532-AF5FEC6BACB8}" dt="2025-09-08T17:31:13.959" v="359" actId="478"/>
          <ac:grpSpMkLst>
            <pc:docMk/>
            <pc:sldMk cId="2989373079" sldId="320"/>
            <ac:grpSpMk id="1135" creationId="{84630B64-8C45-D2F5-31B0-BD50FFBA8071}"/>
          </ac:grpSpMkLst>
        </pc:grpChg>
        <pc:graphicFrameChg chg="mod">
          <ac:chgData name="Wayne, Zach" userId="55cd3958-236b-48c1-ab79-3abe9c83ce8d" providerId="ADAL" clId="{9B55536B-F019-4FDA-9532-AF5FEC6BACB8}" dt="2025-09-08T18:15:07.030" v="1192"/>
          <ac:graphicFrameMkLst>
            <pc:docMk/>
            <pc:sldMk cId="2989373079" sldId="320"/>
            <ac:graphicFrameMk id="13" creationId="{4E6AAA3F-1B9D-04EA-5F6A-F3E8C5EC9FBF}"/>
          </ac:graphicFrameMkLst>
        </pc:graphicFrameChg>
        <pc:graphicFrameChg chg="add del mod">
          <ac:chgData name="Wayne, Zach" userId="55cd3958-236b-48c1-ab79-3abe9c83ce8d" providerId="ADAL" clId="{9B55536B-F019-4FDA-9532-AF5FEC6BACB8}" dt="2025-09-08T18:16:54.821" v="1227" actId="478"/>
          <ac:graphicFrameMkLst>
            <pc:docMk/>
            <pc:sldMk cId="2989373079" sldId="320"/>
            <ac:graphicFrameMk id="21" creationId="{BB05CA30-4C66-48B1-C476-464339682CD0}"/>
          </ac:graphicFrameMkLst>
        </pc:graphicFrameChg>
        <pc:graphicFrameChg chg="add mod modGraphic">
          <ac:chgData name="Wayne, Zach" userId="55cd3958-236b-48c1-ab79-3abe9c83ce8d" providerId="ADAL" clId="{9B55536B-F019-4FDA-9532-AF5FEC6BACB8}" dt="2025-09-08T18:17:13.330" v="1231" actId="14100"/>
          <ac:graphicFrameMkLst>
            <pc:docMk/>
            <pc:sldMk cId="2989373079" sldId="320"/>
            <ac:graphicFrameMk id="27" creationId="{54DE7F62-0C01-B84E-4FF8-2CDF1ED07C49}"/>
          </ac:graphicFrameMkLst>
        </pc:graphicFrameChg>
        <pc:graphicFrameChg chg="add mod modGraphic">
          <ac:chgData name="Wayne, Zach" userId="55cd3958-236b-48c1-ab79-3abe9c83ce8d" providerId="ADAL" clId="{9B55536B-F019-4FDA-9532-AF5FEC6BACB8}" dt="2025-09-08T18:21:56.057" v="1606" actId="20577"/>
          <ac:graphicFrameMkLst>
            <pc:docMk/>
            <pc:sldMk cId="2989373079" sldId="320"/>
            <ac:graphicFrameMk id="28" creationId="{DDB443E0-7ABD-8AF4-4782-107E79B76B6C}"/>
          </ac:graphicFrameMkLst>
        </pc:graphicFrameChg>
        <pc:graphicFrameChg chg="del">
          <ac:chgData name="Wayne, Zach" userId="55cd3958-236b-48c1-ab79-3abe9c83ce8d" providerId="ADAL" clId="{9B55536B-F019-4FDA-9532-AF5FEC6BACB8}" dt="2025-09-08T17:31:13.959" v="359" actId="478"/>
          <ac:graphicFrameMkLst>
            <pc:docMk/>
            <pc:sldMk cId="2989373079" sldId="320"/>
            <ac:graphicFrameMk id="30" creationId="{514370C2-D22B-328A-1E3E-D22FE3BCEEB4}"/>
          </ac:graphicFrameMkLst>
        </pc:graphicFrameChg>
        <pc:graphicFrameChg chg="add del mod">
          <ac:chgData name="Wayne, Zach" userId="55cd3958-236b-48c1-ab79-3abe9c83ce8d" providerId="ADAL" clId="{9B55536B-F019-4FDA-9532-AF5FEC6BACB8}" dt="2025-09-08T18:23:47.142" v="1654" actId="478"/>
          <ac:graphicFrameMkLst>
            <pc:docMk/>
            <pc:sldMk cId="2989373079" sldId="320"/>
            <ac:graphicFrameMk id="34" creationId="{E947C5E6-F97D-E611-9F9C-97561A8599CF}"/>
          </ac:graphicFrameMkLst>
        </pc:graphicFrameChg>
        <pc:graphicFrameChg chg="del">
          <ac:chgData name="Wayne, Zach" userId="55cd3958-236b-48c1-ab79-3abe9c83ce8d" providerId="ADAL" clId="{9B55536B-F019-4FDA-9532-AF5FEC6BACB8}" dt="2025-09-08T17:31:13.959" v="359" actId="478"/>
          <ac:graphicFrameMkLst>
            <pc:docMk/>
            <pc:sldMk cId="2989373079" sldId="320"/>
            <ac:graphicFrameMk id="45" creationId="{9D1E750E-E38F-7206-54FC-EC1AF515DDED}"/>
          </ac:graphicFrameMkLst>
        </pc:graphicFrameChg>
        <pc:graphicFrameChg chg="add mod modGraphic">
          <ac:chgData name="Wayne, Zach" userId="55cd3958-236b-48c1-ab79-3abe9c83ce8d" providerId="ADAL" clId="{9B55536B-F019-4FDA-9532-AF5FEC6BACB8}" dt="2025-09-08T18:31:47.289" v="1974" actId="1036"/>
          <ac:graphicFrameMkLst>
            <pc:docMk/>
            <pc:sldMk cId="2989373079" sldId="320"/>
            <ac:graphicFrameMk id="56" creationId="{37F26AAD-F86B-80D2-A306-80F71061EB0A}"/>
          </ac:graphicFrameMkLst>
        </pc:graphicFrameChg>
        <pc:graphicFrameChg chg="del">
          <ac:chgData name="Wayne, Zach" userId="55cd3958-236b-48c1-ab79-3abe9c83ce8d" providerId="ADAL" clId="{9B55536B-F019-4FDA-9532-AF5FEC6BACB8}" dt="2025-09-08T17:31:13.959" v="359" actId="478"/>
          <ac:graphicFrameMkLst>
            <pc:docMk/>
            <pc:sldMk cId="2989373079" sldId="320"/>
            <ac:graphicFrameMk id="1071" creationId="{4EF81E99-D46D-BE5B-FE45-F207666C7A0B}"/>
          </ac:graphicFrameMkLst>
        </pc:graphicFrameChg>
        <pc:picChg chg="add del mod">
          <ac:chgData name="Wayne, Zach" userId="55cd3958-236b-48c1-ab79-3abe9c83ce8d" providerId="ADAL" clId="{9B55536B-F019-4FDA-9532-AF5FEC6BACB8}" dt="2025-09-08T18:16:20.903" v="1223" actId="478"/>
          <ac:picMkLst>
            <pc:docMk/>
            <pc:sldMk cId="2989373079" sldId="320"/>
            <ac:picMk id="19" creationId="{D153F5B7-7266-B527-A886-682563F473C3}"/>
          </ac:picMkLst>
        </pc:picChg>
        <pc:picChg chg="mod">
          <ac:chgData name="Wayne, Zach" userId="55cd3958-236b-48c1-ab79-3abe9c83ce8d" providerId="ADAL" clId="{9B55536B-F019-4FDA-9532-AF5FEC6BACB8}" dt="2025-09-08T18:26:55.210" v="1816"/>
          <ac:picMkLst>
            <pc:docMk/>
            <pc:sldMk cId="2989373079" sldId="320"/>
            <ac:picMk id="43" creationId="{E2DA6A30-2597-AC64-869B-18A4C1A08A21}"/>
          </ac:picMkLst>
        </pc:picChg>
        <pc:picChg chg="mod">
          <ac:chgData name="Wayne, Zach" userId="55cd3958-236b-48c1-ab79-3abe9c83ce8d" providerId="ADAL" clId="{9B55536B-F019-4FDA-9532-AF5FEC6BACB8}" dt="2025-09-08T18:26:55.210" v="1816"/>
          <ac:picMkLst>
            <pc:docMk/>
            <pc:sldMk cId="2989373079" sldId="320"/>
            <ac:picMk id="46" creationId="{DEC8237D-70B4-8F6C-C2B9-19F94D0D3052}"/>
          </ac:picMkLst>
        </pc:picChg>
        <pc:picChg chg="mod">
          <ac:chgData name="Wayne, Zach" userId="55cd3958-236b-48c1-ab79-3abe9c83ce8d" providerId="ADAL" clId="{9B55536B-F019-4FDA-9532-AF5FEC6BACB8}" dt="2025-09-08T18:26:55.210" v="1816"/>
          <ac:picMkLst>
            <pc:docMk/>
            <pc:sldMk cId="2989373079" sldId="320"/>
            <ac:picMk id="47" creationId="{04C83C58-7FE1-B664-131B-C99D64C816C0}"/>
          </ac:picMkLst>
        </pc:picChg>
        <pc:cxnChg chg="add del mod">
          <ac:chgData name="Wayne, Zach" userId="55cd3958-236b-48c1-ab79-3abe9c83ce8d" providerId="ADAL" clId="{9B55536B-F019-4FDA-9532-AF5FEC6BACB8}" dt="2025-09-08T18:27:07.224" v="1818" actId="478"/>
          <ac:cxnSpMkLst>
            <pc:docMk/>
            <pc:sldMk cId="2989373079" sldId="320"/>
            <ac:cxnSpMk id="48" creationId="{693EEB81-9122-7082-A14E-021F40F1C6F1}"/>
          </ac:cxnSpMkLst>
        </pc:cxnChg>
      </pc:sldChg>
      <pc:sldChg chg="addSp delSp modSp add mod">
        <pc:chgData name="Wayne, Zach" userId="55cd3958-236b-48c1-ab79-3abe9c83ce8d" providerId="ADAL" clId="{9B55536B-F019-4FDA-9532-AF5FEC6BACB8}" dt="2025-09-08T18:01:36.888" v="1057" actId="313"/>
        <pc:sldMkLst>
          <pc:docMk/>
          <pc:sldMk cId="3505208878" sldId="321"/>
        </pc:sldMkLst>
        <pc:spChg chg="del">
          <ac:chgData name="Wayne, Zach" userId="55cd3958-236b-48c1-ab79-3abe9c83ce8d" providerId="ADAL" clId="{9B55536B-F019-4FDA-9532-AF5FEC6BACB8}" dt="2025-09-08T17:31:42.674" v="361" actId="478"/>
          <ac:spMkLst>
            <pc:docMk/>
            <pc:sldMk cId="3505208878" sldId="321"/>
            <ac:spMk id="2" creationId="{D0E616B9-F931-683E-332C-4DD2794B30EB}"/>
          </ac:spMkLst>
        </pc:spChg>
        <pc:spChg chg="del">
          <ac:chgData name="Wayne, Zach" userId="55cd3958-236b-48c1-ab79-3abe9c83ce8d" providerId="ADAL" clId="{9B55536B-F019-4FDA-9532-AF5FEC6BACB8}" dt="2025-09-08T17:31:42.674" v="361" actId="478"/>
          <ac:spMkLst>
            <pc:docMk/>
            <pc:sldMk cId="3505208878" sldId="321"/>
            <ac:spMk id="3" creationId="{D1AD3286-B9DC-AB00-7FB3-E9FFBA63D773}"/>
          </ac:spMkLst>
        </pc:spChg>
        <pc:spChg chg="add mod">
          <ac:chgData name="Wayne, Zach" userId="55cd3958-236b-48c1-ab79-3abe9c83ce8d" providerId="ADAL" clId="{9B55536B-F019-4FDA-9532-AF5FEC6BACB8}" dt="2025-09-08T17:31:45.172" v="370" actId="948"/>
          <ac:spMkLst>
            <pc:docMk/>
            <pc:sldMk cId="3505208878" sldId="321"/>
            <ac:spMk id="7" creationId="{29738FD8-F6B2-3BC5-615A-0616E0797485}"/>
          </ac:spMkLst>
        </pc:spChg>
        <pc:spChg chg="add mod modVis">
          <ac:chgData name="Wayne, Zach" userId="55cd3958-236b-48c1-ab79-3abe9c83ce8d" providerId="ADAL" clId="{9B55536B-F019-4FDA-9532-AF5FEC6BACB8}" dt="2025-09-08T17:32:46.192" v="453"/>
          <ac:spMkLst>
            <pc:docMk/>
            <pc:sldMk cId="3505208878" sldId="321"/>
            <ac:spMk id="8" creationId="{AC2BA97A-E191-C617-4E01-650E7CFBD63E}"/>
          </ac:spMkLst>
        </pc:spChg>
        <pc:spChg chg="add mod modVis">
          <ac:chgData name="Wayne, Zach" userId="55cd3958-236b-48c1-ab79-3abe9c83ce8d" providerId="ADAL" clId="{9B55536B-F019-4FDA-9532-AF5FEC6BACB8}" dt="2025-09-08T17:32:46.192" v="453"/>
          <ac:spMkLst>
            <pc:docMk/>
            <pc:sldMk cId="3505208878" sldId="321"/>
            <ac:spMk id="11" creationId="{84585E60-792A-D802-24E7-78C71917408F}"/>
          </ac:spMkLst>
        </pc:spChg>
        <pc:spChg chg="add mod modVis">
          <ac:chgData name="Wayne, Zach" userId="55cd3958-236b-48c1-ab79-3abe9c83ce8d" providerId="ADAL" clId="{9B55536B-F019-4FDA-9532-AF5FEC6BACB8}" dt="2025-09-08T17:32:46.192" v="453"/>
          <ac:spMkLst>
            <pc:docMk/>
            <pc:sldMk cId="3505208878" sldId="321"/>
            <ac:spMk id="12" creationId="{74B1631B-6DD0-E680-FD2B-C06EA5272FC1}"/>
          </ac:spMkLst>
        </pc:spChg>
        <pc:spChg chg="add mod modVis">
          <ac:chgData name="Wayne, Zach" userId="55cd3958-236b-48c1-ab79-3abe9c83ce8d" providerId="ADAL" clId="{9B55536B-F019-4FDA-9532-AF5FEC6BACB8}" dt="2025-09-08T17:32:46.192" v="453"/>
          <ac:spMkLst>
            <pc:docMk/>
            <pc:sldMk cId="3505208878" sldId="321"/>
            <ac:spMk id="14" creationId="{916B609F-CC6F-4CCB-5B87-96911B253FAC}"/>
          </ac:spMkLst>
        </pc:spChg>
        <pc:spChg chg="add mod modVis">
          <ac:chgData name="Wayne, Zach" userId="55cd3958-236b-48c1-ab79-3abe9c83ce8d" providerId="ADAL" clId="{9B55536B-F019-4FDA-9532-AF5FEC6BACB8}" dt="2025-09-08T17:32:46.192" v="453"/>
          <ac:spMkLst>
            <pc:docMk/>
            <pc:sldMk cId="3505208878" sldId="321"/>
            <ac:spMk id="17" creationId="{C86D8E86-4B34-411E-579C-E7FE15E4A85C}"/>
          </ac:spMkLst>
        </pc:spChg>
        <pc:spChg chg="add mod">
          <ac:chgData name="Wayne, Zach" userId="55cd3958-236b-48c1-ab79-3abe9c83ce8d" providerId="ADAL" clId="{9B55536B-F019-4FDA-9532-AF5FEC6BACB8}" dt="2025-09-08T17:59:54.028" v="881" actId="403"/>
          <ac:spMkLst>
            <pc:docMk/>
            <pc:sldMk cId="3505208878" sldId="321"/>
            <ac:spMk id="21" creationId="{A5FC04F2-B53B-5D6C-4C6C-BB2923B8DAAC}"/>
          </ac:spMkLst>
        </pc:spChg>
        <pc:spChg chg="add mod">
          <ac:chgData name="Wayne, Zach" userId="55cd3958-236b-48c1-ab79-3abe9c83ce8d" providerId="ADAL" clId="{9B55536B-F019-4FDA-9532-AF5FEC6BACB8}" dt="2025-09-08T17:59:54.028" v="881" actId="403"/>
          <ac:spMkLst>
            <pc:docMk/>
            <pc:sldMk cId="3505208878" sldId="321"/>
            <ac:spMk id="22" creationId="{D212DF3E-0CAC-1715-40F8-198A425F929E}"/>
          </ac:spMkLst>
        </pc:spChg>
        <pc:spChg chg="del">
          <ac:chgData name="Wayne, Zach" userId="55cd3958-236b-48c1-ab79-3abe9c83ce8d" providerId="ADAL" clId="{9B55536B-F019-4FDA-9532-AF5FEC6BACB8}" dt="2025-09-08T17:31:42.674" v="361" actId="478"/>
          <ac:spMkLst>
            <pc:docMk/>
            <pc:sldMk cId="3505208878" sldId="321"/>
            <ac:spMk id="23" creationId="{96AA4C6C-CBE0-D61D-4FB8-E1AC80941EDA}"/>
          </ac:spMkLst>
        </pc:spChg>
        <pc:spChg chg="del">
          <ac:chgData name="Wayne, Zach" userId="55cd3958-236b-48c1-ab79-3abe9c83ce8d" providerId="ADAL" clId="{9B55536B-F019-4FDA-9532-AF5FEC6BACB8}" dt="2025-09-08T17:31:42.674" v="361" actId="478"/>
          <ac:spMkLst>
            <pc:docMk/>
            <pc:sldMk cId="3505208878" sldId="321"/>
            <ac:spMk id="31" creationId="{CFE6141E-46DA-313F-9CD5-FF32C6098A38}"/>
          </ac:spMkLst>
        </pc:spChg>
        <pc:spChg chg="del">
          <ac:chgData name="Wayne, Zach" userId="55cd3958-236b-48c1-ab79-3abe9c83ce8d" providerId="ADAL" clId="{9B55536B-F019-4FDA-9532-AF5FEC6BACB8}" dt="2025-09-08T17:31:42.674" v="361" actId="478"/>
          <ac:spMkLst>
            <pc:docMk/>
            <pc:sldMk cId="3505208878" sldId="321"/>
            <ac:spMk id="37" creationId="{9FDF9DEA-666F-91DD-F5A0-3683C9A2A167}"/>
          </ac:spMkLst>
        </pc:spChg>
        <pc:spChg chg="del">
          <ac:chgData name="Wayne, Zach" userId="55cd3958-236b-48c1-ab79-3abe9c83ce8d" providerId="ADAL" clId="{9B55536B-F019-4FDA-9532-AF5FEC6BACB8}" dt="2025-09-08T17:31:42.674" v="361" actId="478"/>
          <ac:spMkLst>
            <pc:docMk/>
            <pc:sldMk cId="3505208878" sldId="321"/>
            <ac:spMk id="41" creationId="{460A7F4A-927D-CEF2-7328-198491FCBE11}"/>
          </ac:spMkLst>
        </pc:spChg>
        <pc:spChg chg="del">
          <ac:chgData name="Wayne, Zach" userId="55cd3958-236b-48c1-ab79-3abe9c83ce8d" providerId="ADAL" clId="{9B55536B-F019-4FDA-9532-AF5FEC6BACB8}" dt="2025-09-08T17:31:42.674" v="361" actId="478"/>
          <ac:spMkLst>
            <pc:docMk/>
            <pc:sldMk cId="3505208878" sldId="321"/>
            <ac:spMk id="1075" creationId="{B0FB469E-A877-EB20-7B3C-36E55C98A134}"/>
          </ac:spMkLst>
        </pc:spChg>
        <pc:grpChg chg="add del mod">
          <ac:chgData name="Wayne, Zach" userId="55cd3958-236b-48c1-ab79-3abe9c83ce8d" providerId="ADAL" clId="{9B55536B-F019-4FDA-9532-AF5FEC6BACB8}" dt="2025-09-08T17:32:48.024" v="454" actId="478"/>
          <ac:grpSpMkLst>
            <pc:docMk/>
            <pc:sldMk cId="3505208878" sldId="321"/>
            <ac:grpSpMk id="18" creationId="{06A12F9D-4837-7E10-493F-94CA0653D47E}"/>
          </ac:grpSpMkLst>
        </pc:grpChg>
        <pc:graphicFrameChg chg="mod">
          <ac:chgData name="Wayne, Zach" userId="55cd3958-236b-48c1-ab79-3abe9c83ce8d" providerId="ADAL" clId="{9B55536B-F019-4FDA-9532-AF5FEC6BACB8}" dt="2025-09-08T17:31:45.176" v="372"/>
          <ac:graphicFrameMkLst>
            <pc:docMk/>
            <pc:sldMk cId="3505208878" sldId="321"/>
            <ac:graphicFrameMk id="13" creationId="{90D598D9-C32B-2FCF-FCD4-D3CC753BB88C}"/>
          </ac:graphicFrameMkLst>
        </pc:graphicFrameChg>
        <pc:graphicFrameChg chg="add mod modGraphic">
          <ac:chgData name="Wayne, Zach" userId="55cd3958-236b-48c1-ab79-3abe9c83ce8d" providerId="ADAL" clId="{9B55536B-F019-4FDA-9532-AF5FEC6BACB8}" dt="2025-09-08T18:01:25.459" v="1055"/>
          <ac:graphicFrameMkLst>
            <pc:docMk/>
            <pc:sldMk cId="3505208878" sldId="321"/>
            <ac:graphicFrameMk id="19" creationId="{FEA4C6FA-1621-C513-5ED1-875744676181}"/>
          </ac:graphicFrameMkLst>
        </pc:graphicFrameChg>
        <pc:graphicFrameChg chg="add mod modGraphic">
          <ac:chgData name="Wayne, Zach" userId="55cd3958-236b-48c1-ab79-3abe9c83ce8d" providerId="ADAL" clId="{9B55536B-F019-4FDA-9532-AF5FEC6BACB8}" dt="2025-09-08T18:01:36.888" v="1057" actId="313"/>
          <ac:graphicFrameMkLst>
            <pc:docMk/>
            <pc:sldMk cId="3505208878" sldId="321"/>
            <ac:graphicFrameMk id="20" creationId="{10A3E716-B801-2680-E49F-B756414A0327}"/>
          </ac:graphicFrameMkLst>
        </pc:graphicFrameChg>
        <pc:graphicFrameChg chg="del">
          <ac:chgData name="Wayne, Zach" userId="55cd3958-236b-48c1-ab79-3abe9c83ce8d" providerId="ADAL" clId="{9B55536B-F019-4FDA-9532-AF5FEC6BACB8}" dt="2025-09-08T17:31:42.674" v="361" actId="478"/>
          <ac:graphicFrameMkLst>
            <pc:docMk/>
            <pc:sldMk cId="3505208878" sldId="321"/>
            <ac:graphicFrameMk id="30" creationId="{91A0B240-4EF1-2C79-CB1B-6CDF4B2C5F6E}"/>
          </ac:graphicFrameMkLst>
        </pc:graphicFrameChg>
        <pc:graphicFrameChg chg="del">
          <ac:chgData name="Wayne, Zach" userId="55cd3958-236b-48c1-ab79-3abe9c83ce8d" providerId="ADAL" clId="{9B55536B-F019-4FDA-9532-AF5FEC6BACB8}" dt="2025-09-08T17:31:42.674" v="361" actId="478"/>
          <ac:graphicFrameMkLst>
            <pc:docMk/>
            <pc:sldMk cId="3505208878" sldId="321"/>
            <ac:graphicFrameMk id="1071" creationId="{DF006EF4-CAC0-AEFE-21E0-9AE61CCBD213}"/>
          </ac:graphicFrameMkLst>
        </pc:graphicFrameChg>
      </pc:sldChg>
      <pc:sldChg chg="addSp delSp modSp add mod">
        <pc:chgData name="Wayne, Zach" userId="55cd3958-236b-48c1-ab79-3abe9c83ce8d" providerId="ADAL" clId="{9B55536B-F019-4FDA-9532-AF5FEC6BACB8}" dt="2025-09-08T18:51:07.369" v="2788" actId="14100"/>
        <pc:sldMkLst>
          <pc:docMk/>
          <pc:sldMk cId="2404107692" sldId="322"/>
        </pc:sldMkLst>
        <pc:spChg chg="mod">
          <ac:chgData name="Wayne, Zach" userId="55cd3958-236b-48c1-ab79-3abe9c83ce8d" providerId="ADAL" clId="{9B55536B-F019-4FDA-9532-AF5FEC6BACB8}" dt="2025-09-08T18:33:46.856" v="2083" actId="948"/>
          <ac:spMkLst>
            <pc:docMk/>
            <pc:sldMk cId="2404107692" sldId="322"/>
            <ac:spMk id="2" creationId="{18172F83-9FAD-D2DE-27E6-26AE145E8943}"/>
          </ac:spMkLst>
        </pc:spChg>
        <pc:spChg chg="add del mod modVis">
          <ac:chgData name="Wayne, Zach" userId="55cd3958-236b-48c1-ab79-3abe9c83ce8d" providerId="ADAL" clId="{9B55536B-F019-4FDA-9532-AF5FEC6BACB8}" dt="2025-09-08T18:33:46.891" v="2104"/>
          <ac:spMkLst>
            <pc:docMk/>
            <pc:sldMk cId="2404107692" sldId="322"/>
            <ac:spMk id="3" creationId="{8B2DCD53-35C3-D2DF-7BEA-444069B7E1D0}"/>
          </ac:spMkLst>
        </pc:spChg>
        <pc:spChg chg="del">
          <ac:chgData name="Wayne, Zach" userId="55cd3958-236b-48c1-ab79-3abe9c83ce8d" providerId="ADAL" clId="{9B55536B-F019-4FDA-9532-AF5FEC6BACB8}" dt="2025-09-08T18:34:03.554" v="2108" actId="478"/>
          <ac:spMkLst>
            <pc:docMk/>
            <pc:sldMk cId="2404107692" sldId="322"/>
            <ac:spMk id="17" creationId="{5781B068-3061-E169-FF30-F71448DD2D42}"/>
          </ac:spMkLst>
        </pc:spChg>
        <pc:spChg chg="del">
          <ac:chgData name="Wayne, Zach" userId="55cd3958-236b-48c1-ab79-3abe9c83ce8d" providerId="ADAL" clId="{9B55536B-F019-4FDA-9532-AF5FEC6BACB8}" dt="2025-09-08T18:33:58.951" v="2107" actId="478"/>
          <ac:spMkLst>
            <pc:docMk/>
            <pc:sldMk cId="2404107692" sldId="322"/>
            <ac:spMk id="22" creationId="{21FEC24B-B922-F25B-7337-5249DF74CE5D}"/>
          </ac:spMkLst>
        </pc:spChg>
        <pc:spChg chg="add del mod">
          <ac:chgData name="Wayne, Zach" userId="55cd3958-236b-48c1-ab79-3abe9c83ce8d" providerId="ADAL" clId="{9B55536B-F019-4FDA-9532-AF5FEC6BACB8}" dt="2025-09-08T18:40:00.568" v="2134" actId="478"/>
          <ac:spMkLst>
            <pc:docMk/>
            <pc:sldMk cId="2404107692" sldId="322"/>
            <ac:spMk id="24" creationId="{D26C139D-B171-7894-8028-D4238B34BA5A}"/>
          </ac:spMkLst>
        </pc:spChg>
        <pc:spChg chg="add del mod">
          <ac:chgData name="Wayne, Zach" userId="55cd3958-236b-48c1-ab79-3abe9c83ce8d" providerId="ADAL" clId="{9B55536B-F019-4FDA-9532-AF5FEC6BACB8}" dt="2025-09-08T18:40:00.568" v="2134" actId="478"/>
          <ac:spMkLst>
            <pc:docMk/>
            <pc:sldMk cId="2404107692" sldId="322"/>
            <ac:spMk id="25" creationId="{1D781613-2406-3E43-88DA-D1E288DF28CB}"/>
          </ac:spMkLst>
        </pc:spChg>
        <pc:spChg chg="add mod">
          <ac:chgData name="Wayne, Zach" userId="55cd3958-236b-48c1-ab79-3abe9c83ce8d" providerId="ADAL" clId="{9B55536B-F019-4FDA-9532-AF5FEC6BACB8}" dt="2025-09-08T18:46:44.821" v="2568" actId="20577"/>
          <ac:spMkLst>
            <pc:docMk/>
            <pc:sldMk cId="2404107692" sldId="322"/>
            <ac:spMk id="26" creationId="{0B17F8B7-45FA-CE35-23EC-22161E3EC55C}"/>
          </ac:spMkLst>
        </pc:spChg>
        <pc:spChg chg="del">
          <ac:chgData name="Wayne, Zach" userId="55cd3958-236b-48c1-ab79-3abe9c83ce8d" providerId="ADAL" clId="{9B55536B-F019-4FDA-9532-AF5FEC6BACB8}" dt="2025-09-08T18:33:58.951" v="2107" actId="478"/>
          <ac:spMkLst>
            <pc:docMk/>
            <pc:sldMk cId="2404107692" sldId="322"/>
            <ac:spMk id="32" creationId="{0BA0ECC1-7BBD-078E-E61B-A8D47C68F85A}"/>
          </ac:spMkLst>
        </pc:spChg>
        <pc:spChg chg="del">
          <ac:chgData name="Wayne, Zach" userId="55cd3958-236b-48c1-ab79-3abe9c83ce8d" providerId="ADAL" clId="{9B55536B-F019-4FDA-9532-AF5FEC6BACB8}" dt="2025-09-08T18:33:58.951" v="2107" actId="478"/>
          <ac:spMkLst>
            <pc:docMk/>
            <pc:sldMk cId="2404107692" sldId="322"/>
            <ac:spMk id="35" creationId="{F896BF74-4347-15DD-AB29-B72EBE1333D9}"/>
          </ac:spMkLst>
        </pc:spChg>
        <pc:spChg chg="del">
          <ac:chgData name="Wayne, Zach" userId="55cd3958-236b-48c1-ab79-3abe9c83ce8d" providerId="ADAL" clId="{9B55536B-F019-4FDA-9532-AF5FEC6BACB8}" dt="2025-09-08T18:33:58.951" v="2107" actId="478"/>
          <ac:spMkLst>
            <pc:docMk/>
            <pc:sldMk cId="2404107692" sldId="322"/>
            <ac:spMk id="51" creationId="{749A5AA3-70C9-0346-C0F8-A45374C2B2BE}"/>
          </ac:spMkLst>
        </pc:spChg>
        <pc:spChg chg="del">
          <ac:chgData name="Wayne, Zach" userId="55cd3958-236b-48c1-ab79-3abe9c83ce8d" providerId="ADAL" clId="{9B55536B-F019-4FDA-9532-AF5FEC6BACB8}" dt="2025-09-08T18:33:58.951" v="2107" actId="478"/>
          <ac:spMkLst>
            <pc:docMk/>
            <pc:sldMk cId="2404107692" sldId="322"/>
            <ac:spMk id="52" creationId="{3D04A35B-3F13-1119-224A-E05EFB2EEEBE}"/>
          </ac:spMkLst>
        </pc:spChg>
        <pc:spChg chg="del">
          <ac:chgData name="Wayne, Zach" userId="55cd3958-236b-48c1-ab79-3abe9c83ce8d" providerId="ADAL" clId="{9B55536B-F019-4FDA-9532-AF5FEC6BACB8}" dt="2025-09-08T18:33:58.951" v="2107" actId="478"/>
          <ac:spMkLst>
            <pc:docMk/>
            <pc:sldMk cId="2404107692" sldId="322"/>
            <ac:spMk id="53" creationId="{5EC4CBB5-9D55-6878-C51A-885918515D90}"/>
          </ac:spMkLst>
        </pc:spChg>
        <pc:spChg chg="del">
          <ac:chgData name="Wayne, Zach" userId="55cd3958-236b-48c1-ab79-3abe9c83ce8d" providerId="ADAL" clId="{9B55536B-F019-4FDA-9532-AF5FEC6BACB8}" dt="2025-09-08T18:33:58.951" v="2107" actId="478"/>
          <ac:spMkLst>
            <pc:docMk/>
            <pc:sldMk cId="2404107692" sldId="322"/>
            <ac:spMk id="54" creationId="{A2C8739C-1CF4-561B-4181-0D2D83621AC0}"/>
          </ac:spMkLst>
        </pc:spChg>
        <pc:spChg chg="add mod">
          <ac:chgData name="Wayne, Zach" userId="55cd3958-236b-48c1-ab79-3abe9c83ce8d" providerId="ADAL" clId="{9B55536B-F019-4FDA-9532-AF5FEC6BACB8}" dt="2025-09-08T18:46:16.006" v="2558" actId="164"/>
          <ac:spMkLst>
            <pc:docMk/>
            <pc:sldMk cId="2404107692" sldId="322"/>
            <ac:spMk id="62" creationId="{FB134398-96A7-B852-7C8B-F6105CD89DBF}"/>
          </ac:spMkLst>
        </pc:spChg>
        <pc:spChg chg="add mod">
          <ac:chgData name="Wayne, Zach" userId="55cd3958-236b-48c1-ab79-3abe9c83ce8d" providerId="ADAL" clId="{9B55536B-F019-4FDA-9532-AF5FEC6BACB8}" dt="2025-09-08T18:51:07.369" v="2788" actId="14100"/>
          <ac:spMkLst>
            <pc:docMk/>
            <pc:sldMk cId="2404107692" sldId="322"/>
            <ac:spMk id="63" creationId="{D18477D5-1FD7-FC46-40AA-09BD9AAE04FC}"/>
          </ac:spMkLst>
        </pc:spChg>
        <pc:grpChg chg="add mod">
          <ac:chgData name="Wayne, Zach" userId="55cd3958-236b-48c1-ab79-3abe9c83ce8d" providerId="ADAL" clId="{9B55536B-F019-4FDA-9532-AF5FEC6BACB8}" dt="2025-09-08T18:46:19.912" v="2559" actId="14100"/>
          <ac:grpSpMkLst>
            <pc:docMk/>
            <pc:sldMk cId="2404107692" sldId="322"/>
            <ac:grpSpMk id="64" creationId="{998941EF-C1ED-3631-B2F4-3290A7AA5190}"/>
          </ac:grpSpMkLst>
        </pc:grpChg>
        <pc:graphicFrameChg chg="mod">
          <ac:chgData name="Wayne, Zach" userId="55cd3958-236b-48c1-ab79-3abe9c83ce8d" providerId="ADAL" clId="{9B55536B-F019-4FDA-9532-AF5FEC6BACB8}" dt="2025-09-08T18:33:46.893" v="2106"/>
          <ac:graphicFrameMkLst>
            <pc:docMk/>
            <pc:sldMk cId="2404107692" sldId="322"/>
            <ac:graphicFrameMk id="13" creationId="{778BE453-E6A8-DE42-6CDD-0D5F6FF352BD}"/>
          </ac:graphicFrameMkLst>
        </pc:graphicFrameChg>
        <pc:graphicFrameChg chg="del">
          <ac:chgData name="Wayne, Zach" userId="55cd3958-236b-48c1-ab79-3abe9c83ce8d" providerId="ADAL" clId="{9B55536B-F019-4FDA-9532-AF5FEC6BACB8}" dt="2025-09-08T18:33:58.951" v="2107" actId="478"/>
          <ac:graphicFrameMkLst>
            <pc:docMk/>
            <pc:sldMk cId="2404107692" sldId="322"/>
            <ac:graphicFrameMk id="27" creationId="{BD77A525-7533-B095-0076-5F0BBA1CF7EC}"/>
          </ac:graphicFrameMkLst>
        </pc:graphicFrameChg>
        <pc:graphicFrameChg chg="del">
          <ac:chgData name="Wayne, Zach" userId="55cd3958-236b-48c1-ab79-3abe9c83ce8d" providerId="ADAL" clId="{9B55536B-F019-4FDA-9532-AF5FEC6BACB8}" dt="2025-09-08T18:33:58.951" v="2107" actId="478"/>
          <ac:graphicFrameMkLst>
            <pc:docMk/>
            <pc:sldMk cId="2404107692" sldId="322"/>
            <ac:graphicFrameMk id="28" creationId="{B3449919-F555-3BE2-1D28-540599B829B7}"/>
          </ac:graphicFrameMkLst>
        </pc:graphicFrameChg>
        <pc:graphicFrameChg chg="del">
          <ac:chgData name="Wayne, Zach" userId="55cd3958-236b-48c1-ab79-3abe9c83ce8d" providerId="ADAL" clId="{9B55536B-F019-4FDA-9532-AF5FEC6BACB8}" dt="2025-09-08T18:33:58.951" v="2107" actId="478"/>
          <ac:graphicFrameMkLst>
            <pc:docMk/>
            <pc:sldMk cId="2404107692" sldId="322"/>
            <ac:graphicFrameMk id="56" creationId="{CA872513-43C5-5FDC-BAA3-4928C2BFB7F1}"/>
          </ac:graphicFrameMkLst>
        </pc:graphicFrameChg>
        <pc:picChg chg="add del mod">
          <ac:chgData name="Wayne, Zach" userId="55cd3958-236b-48c1-ab79-3abe9c83ce8d" providerId="ADAL" clId="{9B55536B-F019-4FDA-9532-AF5FEC6BACB8}" dt="2025-09-08T18:36:58.933" v="2112" actId="478"/>
          <ac:picMkLst>
            <pc:docMk/>
            <pc:sldMk cId="2404107692" sldId="322"/>
            <ac:picMk id="5" creationId="{8568A1EB-1FE4-62BA-8378-497CD6712360}"/>
          </ac:picMkLst>
        </pc:picChg>
        <pc:picChg chg="add del mod">
          <ac:chgData name="Wayne, Zach" userId="55cd3958-236b-48c1-ab79-3abe9c83ce8d" providerId="ADAL" clId="{9B55536B-F019-4FDA-9532-AF5FEC6BACB8}" dt="2025-09-08T18:43:13.082" v="2366" actId="478"/>
          <ac:picMkLst>
            <pc:docMk/>
            <pc:sldMk cId="2404107692" sldId="322"/>
            <ac:picMk id="10" creationId="{C9C614BA-9B2A-25F5-C5D7-C672F3665752}"/>
          </ac:picMkLst>
        </pc:picChg>
        <pc:picChg chg="add del">
          <ac:chgData name="Wayne, Zach" userId="55cd3958-236b-48c1-ab79-3abe9c83ce8d" providerId="ADAL" clId="{9B55536B-F019-4FDA-9532-AF5FEC6BACB8}" dt="2025-09-08T18:37:33.237" v="2117" actId="478"/>
          <ac:picMkLst>
            <pc:docMk/>
            <pc:sldMk cId="2404107692" sldId="322"/>
            <ac:picMk id="15" creationId="{AFD30160-CCD4-CBCF-10F3-C7878CAD3A32}"/>
          </ac:picMkLst>
        </pc:picChg>
        <pc:picChg chg="add del mod">
          <ac:chgData name="Wayne, Zach" userId="55cd3958-236b-48c1-ab79-3abe9c83ce8d" providerId="ADAL" clId="{9B55536B-F019-4FDA-9532-AF5FEC6BACB8}" dt="2025-09-08T18:43:13.082" v="2366" actId="478"/>
          <ac:picMkLst>
            <pc:docMk/>
            <pc:sldMk cId="2404107692" sldId="322"/>
            <ac:picMk id="18" creationId="{2481ACCB-41E8-DC90-E9F7-CD66611ED526}"/>
          </ac:picMkLst>
        </pc:picChg>
        <pc:picChg chg="add del">
          <ac:chgData name="Wayne, Zach" userId="55cd3958-236b-48c1-ab79-3abe9c83ce8d" providerId="ADAL" clId="{9B55536B-F019-4FDA-9532-AF5FEC6BACB8}" dt="2025-09-08T18:38:04.939" v="2122" actId="478"/>
          <ac:picMkLst>
            <pc:docMk/>
            <pc:sldMk cId="2404107692" sldId="322"/>
            <ac:picMk id="20" creationId="{F141D508-94D5-8FFA-6666-E744DFF35869}"/>
          </ac:picMkLst>
        </pc:picChg>
        <pc:picChg chg="add mod">
          <ac:chgData name="Wayne, Zach" userId="55cd3958-236b-48c1-ab79-3abe9c83ce8d" providerId="ADAL" clId="{9B55536B-F019-4FDA-9532-AF5FEC6BACB8}" dt="2025-09-08T18:46:16.006" v="2558" actId="164"/>
          <ac:picMkLst>
            <pc:docMk/>
            <pc:sldMk cId="2404107692" sldId="322"/>
            <ac:picMk id="23" creationId="{C61AD4B2-3DCD-FF6F-630A-C8B8FB83F28A}"/>
          </ac:picMkLst>
        </pc:picChg>
        <pc:picChg chg="add del mod">
          <ac:chgData name="Wayne, Zach" userId="55cd3958-236b-48c1-ab79-3abe9c83ce8d" providerId="ADAL" clId="{9B55536B-F019-4FDA-9532-AF5FEC6BACB8}" dt="2025-09-08T18:44:31.092" v="2384" actId="21"/>
          <ac:picMkLst>
            <pc:docMk/>
            <pc:sldMk cId="2404107692" sldId="322"/>
            <ac:picMk id="36" creationId="{C49D1808-7D78-3AEA-D541-BAA2533286D0}"/>
          </ac:picMkLst>
        </pc:picChg>
        <pc:cxnChg chg="add del mod">
          <ac:chgData name="Wayne, Zach" userId="55cd3958-236b-48c1-ab79-3abe9c83ce8d" providerId="ADAL" clId="{9B55536B-F019-4FDA-9532-AF5FEC6BACB8}" dt="2025-09-08T18:44:33.471" v="2385" actId="21"/>
          <ac:cxnSpMkLst>
            <pc:docMk/>
            <pc:sldMk cId="2404107692" sldId="322"/>
            <ac:cxnSpMk id="29" creationId="{1A81278A-4591-7BAB-57D1-8E6F85B5F477}"/>
          </ac:cxnSpMkLst>
        </pc:cxnChg>
        <pc:cxnChg chg="add del mod">
          <ac:chgData name="Wayne, Zach" userId="55cd3958-236b-48c1-ab79-3abe9c83ce8d" providerId="ADAL" clId="{9B55536B-F019-4FDA-9532-AF5FEC6BACB8}" dt="2025-09-08T18:46:05.863" v="2556" actId="21"/>
          <ac:cxnSpMkLst>
            <pc:docMk/>
            <pc:sldMk cId="2404107692" sldId="322"/>
            <ac:cxnSpMk id="60" creationId="{1A81278A-4591-7BAB-57D1-8E6F85B5F477}"/>
          </ac:cxnSpMkLst>
        </pc:cxnChg>
      </pc:sldChg>
      <pc:sldChg chg="addSp delSp modSp add del mod">
        <pc:chgData name="Wayne, Zach" userId="55cd3958-236b-48c1-ab79-3abe9c83ce8d" providerId="ADAL" clId="{9B55536B-F019-4FDA-9532-AF5FEC6BACB8}" dt="2025-09-08T19:05:34.688" v="5667" actId="47"/>
        <pc:sldMkLst>
          <pc:docMk/>
          <pc:sldMk cId="1860382358" sldId="323"/>
        </pc:sldMkLst>
        <pc:spChg chg="add del">
          <ac:chgData name="Wayne, Zach" userId="55cd3958-236b-48c1-ab79-3abe9c83ce8d" providerId="ADAL" clId="{9B55536B-F019-4FDA-9532-AF5FEC6BACB8}" dt="2025-09-08T18:56:08.982" v="3154" actId="22"/>
          <ac:spMkLst>
            <pc:docMk/>
            <pc:sldMk cId="1860382358" sldId="323"/>
            <ac:spMk id="17" creationId="{1DBE5984-1121-F46A-CA63-84F0B12FB664}"/>
          </ac:spMkLst>
        </pc:spChg>
        <pc:spChg chg="del">
          <ac:chgData name="Wayne, Zach" userId="55cd3958-236b-48c1-ab79-3abe9c83ce8d" providerId="ADAL" clId="{9B55536B-F019-4FDA-9532-AF5FEC6BACB8}" dt="2025-09-08T18:41:56.129" v="2350" actId="478"/>
          <ac:spMkLst>
            <pc:docMk/>
            <pc:sldMk cId="1860382358" sldId="323"/>
            <ac:spMk id="26" creationId="{1EE8D086-3E69-535A-1222-B75C13621D77}"/>
          </ac:spMkLst>
        </pc:spChg>
        <pc:grpChg chg="del">
          <ac:chgData name="Wayne, Zach" userId="55cd3958-236b-48c1-ab79-3abe9c83ce8d" providerId="ADAL" clId="{9B55536B-F019-4FDA-9532-AF5FEC6BACB8}" dt="2025-09-08T18:56:07.712" v="3152" actId="478"/>
          <ac:grpSpMkLst>
            <pc:docMk/>
            <pc:sldMk cId="1860382358" sldId="323"/>
            <ac:grpSpMk id="6" creationId="{2669D6B0-6B1C-64FC-6111-D5015573E80C}"/>
          </ac:grpSpMkLst>
        </pc:grpChg>
        <pc:picChg chg="add mod">
          <ac:chgData name="Wayne, Zach" userId="55cd3958-236b-48c1-ab79-3abe9c83ce8d" providerId="ADAL" clId="{9B55536B-F019-4FDA-9532-AF5FEC6BACB8}" dt="2025-09-08T18:42:21.057" v="2357" actId="14100"/>
          <ac:picMkLst>
            <pc:docMk/>
            <pc:sldMk cId="1860382358" sldId="323"/>
            <ac:picMk id="3" creationId="{16E8C84B-867D-03A9-6908-F22B5DADF9E6}"/>
          </ac:picMkLst>
        </pc:picChg>
        <pc:picChg chg="add mod">
          <ac:chgData name="Wayne, Zach" userId="55cd3958-236b-48c1-ab79-3abe9c83ce8d" providerId="ADAL" clId="{9B55536B-F019-4FDA-9532-AF5FEC6BACB8}" dt="2025-09-08T18:42:23.443" v="2358" actId="1076"/>
          <ac:picMkLst>
            <pc:docMk/>
            <pc:sldMk cId="1860382358" sldId="323"/>
            <ac:picMk id="4" creationId="{B6FC5D34-7B2F-C2A6-AEFE-4CE81892E6F2}"/>
          </ac:picMkLst>
        </pc:picChg>
        <pc:picChg chg="add mod">
          <ac:chgData name="Wayne, Zach" userId="55cd3958-236b-48c1-ab79-3abe9c83ce8d" providerId="ADAL" clId="{9B55536B-F019-4FDA-9532-AF5FEC6BACB8}" dt="2025-09-08T18:42:47.678" v="2359"/>
          <ac:picMkLst>
            <pc:docMk/>
            <pc:sldMk cId="1860382358" sldId="323"/>
            <ac:picMk id="5" creationId="{AC847CC9-77EE-209A-D908-4CA49D0C9790}"/>
          </ac:picMkLst>
        </pc:picChg>
        <pc:picChg chg="add mod">
          <ac:chgData name="Wayne, Zach" userId="55cd3958-236b-48c1-ab79-3abe9c83ce8d" providerId="ADAL" clId="{9B55536B-F019-4FDA-9532-AF5FEC6BACB8}" dt="2025-09-08T18:42:47.678" v="2359"/>
          <ac:picMkLst>
            <pc:docMk/>
            <pc:sldMk cId="1860382358" sldId="323"/>
            <ac:picMk id="9" creationId="{CB159650-21C3-B17A-A2D7-D2AFC4B8F15D}"/>
          </ac:picMkLst>
        </pc:picChg>
        <pc:picChg chg="del">
          <ac:chgData name="Wayne, Zach" userId="55cd3958-236b-48c1-ab79-3abe9c83ce8d" providerId="ADAL" clId="{9B55536B-F019-4FDA-9532-AF5FEC6BACB8}" dt="2025-09-08T18:41:57.476" v="2351" actId="478"/>
          <ac:picMkLst>
            <pc:docMk/>
            <pc:sldMk cId="1860382358" sldId="323"/>
            <ac:picMk id="10" creationId="{DD55C101-48D1-A7A8-A6B8-0FB3128DC925}"/>
          </ac:picMkLst>
        </pc:picChg>
        <pc:picChg chg="add mod">
          <ac:chgData name="Wayne, Zach" userId="55cd3958-236b-48c1-ab79-3abe9c83ce8d" providerId="ADAL" clId="{9B55536B-F019-4FDA-9532-AF5FEC6BACB8}" dt="2025-09-08T18:43:08.882" v="2365" actId="1582"/>
          <ac:picMkLst>
            <pc:docMk/>
            <pc:sldMk cId="1860382358" sldId="323"/>
            <ac:picMk id="15" creationId="{BC886F3F-B6C3-9F74-0F05-C31DFA53BCA8}"/>
          </ac:picMkLst>
        </pc:picChg>
        <pc:picChg chg="del">
          <ac:chgData name="Wayne, Zach" userId="55cd3958-236b-48c1-ab79-3abe9c83ce8d" providerId="ADAL" clId="{9B55536B-F019-4FDA-9532-AF5FEC6BACB8}" dt="2025-09-08T18:41:56.129" v="2350" actId="478"/>
          <ac:picMkLst>
            <pc:docMk/>
            <pc:sldMk cId="1860382358" sldId="323"/>
            <ac:picMk id="18" creationId="{367B831E-4382-D54A-12BA-08505B83E7E3}"/>
          </ac:picMkLst>
        </pc:picChg>
        <pc:picChg chg="del">
          <ac:chgData name="Wayne, Zach" userId="55cd3958-236b-48c1-ab79-3abe9c83ce8d" providerId="ADAL" clId="{9B55536B-F019-4FDA-9532-AF5FEC6BACB8}" dt="2025-09-08T18:41:56.129" v="2350" actId="478"/>
          <ac:picMkLst>
            <pc:docMk/>
            <pc:sldMk cId="1860382358" sldId="323"/>
            <ac:picMk id="23" creationId="{6ACF495A-D8F3-4954-2663-ED5423863293}"/>
          </ac:picMkLst>
        </pc:picChg>
        <pc:cxnChg chg="del">
          <ac:chgData name="Wayne, Zach" userId="55cd3958-236b-48c1-ab79-3abe9c83ce8d" providerId="ADAL" clId="{9B55536B-F019-4FDA-9532-AF5FEC6BACB8}" dt="2025-09-08T18:41:56.129" v="2350" actId="478"/>
          <ac:cxnSpMkLst>
            <pc:docMk/>
            <pc:sldMk cId="1860382358" sldId="323"/>
            <ac:cxnSpMk id="29" creationId="{0545C140-C0CE-1891-A234-A2E40ABC99ED}"/>
          </ac:cxnSpMkLst>
        </pc:cxnChg>
        <pc:cxnChg chg="add del mod">
          <ac:chgData name="Wayne, Zach" userId="55cd3958-236b-48c1-ab79-3abe9c83ce8d" providerId="ADAL" clId="{9B55536B-F019-4FDA-9532-AF5FEC6BACB8}" dt="2025-09-08T19:04:38.922" v="5654" actId="21"/>
          <ac:cxnSpMkLst>
            <pc:docMk/>
            <pc:sldMk cId="1860382358" sldId="323"/>
            <ac:cxnSpMk id="60" creationId="{1A81278A-4591-7BAB-57D1-8E6F85B5F477}"/>
          </ac:cxnSpMkLst>
        </pc:cxnChg>
      </pc:sldChg>
      <pc:sldChg chg="addSp delSp modSp add mod">
        <pc:chgData name="Wayne, Zach" userId="55cd3958-236b-48c1-ab79-3abe9c83ce8d" providerId="ADAL" clId="{9B55536B-F019-4FDA-9532-AF5FEC6BACB8}" dt="2025-09-08T18:55:46.843" v="3151" actId="1038"/>
        <pc:sldMkLst>
          <pc:docMk/>
          <pc:sldMk cId="750579388" sldId="324"/>
        </pc:sldMkLst>
        <pc:spChg chg="mod">
          <ac:chgData name="Wayne, Zach" userId="55cd3958-236b-48c1-ab79-3abe9c83ce8d" providerId="ADAL" clId="{9B55536B-F019-4FDA-9532-AF5FEC6BACB8}" dt="2025-09-08T18:47:14.095" v="2602" actId="948"/>
          <ac:spMkLst>
            <pc:docMk/>
            <pc:sldMk cId="750579388" sldId="324"/>
            <ac:spMk id="2" creationId="{2DA4B0FA-250D-C86C-EC47-342C24D68258}"/>
          </ac:spMkLst>
        </pc:spChg>
        <pc:spChg chg="add del mod modVis">
          <ac:chgData name="Wayne, Zach" userId="55cd3958-236b-48c1-ab79-3abe9c83ce8d" providerId="ADAL" clId="{9B55536B-F019-4FDA-9532-AF5FEC6BACB8}" dt="2025-09-08T18:47:14.125" v="2623"/>
          <ac:spMkLst>
            <pc:docMk/>
            <pc:sldMk cId="750579388" sldId="324"/>
            <ac:spMk id="3" creationId="{A459EFAD-B47C-7D9C-3F5E-74EFBDD2A46A}"/>
          </ac:spMkLst>
        </pc:spChg>
        <pc:spChg chg="add mod">
          <ac:chgData name="Wayne, Zach" userId="55cd3958-236b-48c1-ab79-3abe9c83ce8d" providerId="ADAL" clId="{9B55536B-F019-4FDA-9532-AF5FEC6BACB8}" dt="2025-09-08T18:53:37.479" v="2954" actId="1037"/>
          <ac:spMkLst>
            <pc:docMk/>
            <pc:sldMk cId="750579388" sldId="324"/>
            <ac:spMk id="5" creationId="{AD970687-9528-5264-06C0-8EF077F39633}"/>
          </ac:spMkLst>
        </pc:spChg>
        <pc:spChg chg="mod">
          <ac:chgData name="Wayne, Zach" userId="55cd3958-236b-48c1-ab79-3abe9c83ce8d" providerId="ADAL" clId="{9B55536B-F019-4FDA-9532-AF5FEC6BACB8}" dt="2025-09-08T18:47:30.273" v="2627" actId="207"/>
          <ac:spMkLst>
            <pc:docMk/>
            <pc:sldMk cId="750579388" sldId="324"/>
            <ac:spMk id="8" creationId="{B31EE0F0-E8B3-9A44-CCAA-A13F105B02EA}"/>
          </ac:spMkLst>
        </pc:spChg>
        <pc:spChg chg="add mod">
          <ac:chgData name="Wayne, Zach" userId="55cd3958-236b-48c1-ab79-3abe9c83ce8d" providerId="ADAL" clId="{9B55536B-F019-4FDA-9532-AF5FEC6BACB8}" dt="2025-09-08T18:51:27.497" v="2789"/>
          <ac:spMkLst>
            <pc:docMk/>
            <pc:sldMk cId="750579388" sldId="324"/>
            <ac:spMk id="9" creationId="{10905E3B-8498-5291-49B1-532D429AAE70}"/>
          </ac:spMkLst>
        </pc:spChg>
        <pc:spChg chg="mod">
          <ac:chgData name="Wayne, Zach" userId="55cd3958-236b-48c1-ab79-3abe9c83ce8d" providerId="ADAL" clId="{9B55536B-F019-4FDA-9532-AF5FEC6BACB8}" dt="2025-09-08T18:47:43.693" v="2629" actId="207"/>
          <ac:spMkLst>
            <pc:docMk/>
            <pc:sldMk cId="750579388" sldId="324"/>
            <ac:spMk id="11" creationId="{C6369B6A-1C3B-2F2E-7DBE-50C4AB51B4FA}"/>
          </ac:spMkLst>
        </pc:spChg>
        <pc:spChg chg="mod">
          <ac:chgData name="Wayne, Zach" userId="55cd3958-236b-48c1-ab79-3abe9c83ce8d" providerId="ADAL" clId="{9B55536B-F019-4FDA-9532-AF5FEC6BACB8}" dt="2025-09-08T18:51:42.459" v="2790"/>
          <ac:spMkLst>
            <pc:docMk/>
            <pc:sldMk cId="750579388" sldId="324"/>
            <ac:spMk id="14" creationId="{6CEDD08B-0F06-9488-F94C-B342C191D12B}"/>
          </ac:spMkLst>
        </pc:spChg>
        <pc:spChg chg="add mod">
          <ac:chgData name="Wayne, Zach" userId="55cd3958-236b-48c1-ab79-3abe9c83ce8d" providerId="ADAL" clId="{9B55536B-F019-4FDA-9532-AF5FEC6BACB8}" dt="2025-09-08T18:52:42.151" v="2889" actId="20577"/>
          <ac:spMkLst>
            <pc:docMk/>
            <pc:sldMk cId="750579388" sldId="324"/>
            <ac:spMk id="19" creationId="{F908C177-D3C2-3058-8015-57A66234015B}"/>
          </ac:spMkLst>
        </pc:spChg>
        <pc:spChg chg="add mod">
          <ac:chgData name="Wayne, Zach" userId="55cd3958-236b-48c1-ab79-3abe9c83ce8d" providerId="ADAL" clId="{9B55536B-F019-4FDA-9532-AF5FEC6BACB8}" dt="2025-09-08T18:52:31.966" v="2870" actId="113"/>
          <ac:spMkLst>
            <pc:docMk/>
            <pc:sldMk cId="750579388" sldId="324"/>
            <ac:spMk id="20" creationId="{FB965333-E433-E82B-059A-0EA61C83D78F}"/>
          </ac:spMkLst>
        </pc:spChg>
        <pc:spChg chg="mod">
          <ac:chgData name="Wayne, Zach" userId="55cd3958-236b-48c1-ab79-3abe9c83ce8d" providerId="ADAL" clId="{9B55536B-F019-4FDA-9532-AF5FEC6BACB8}" dt="2025-09-08T18:51:50.145" v="2791"/>
          <ac:spMkLst>
            <pc:docMk/>
            <pc:sldMk cId="750579388" sldId="324"/>
            <ac:spMk id="22" creationId="{B686B076-9BA7-2397-2098-88C3DB6E4299}"/>
          </ac:spMkLst>
        </pc:spChg>
        <pc:spChg chg="del">
          <ac:chgData name="Wayne, Zach" userId="55cd3958-236b-48c1-ab79-3abe9c83ce8d" providerId="ADAL" clId="{9B55536B-F019-4FDA-9532-AF5FEC6BACB8}" dt="2025-09-08T18:47:50.714" v="2630" actId="478"/>
          <ac:spMkLst>
            <pc:docMk/>
            <pc:sldMk cId="750579388" sldId="324"/>
            <ac:spMk id="26" creationId="{9528D830-C14D-0701-39B3-7A123C531985}"/>
          </ac:spMkLst>
        </pc:spChg>
        <pc:spChg chg="add mod">
          <ac:chgData name="Wayne, Zach" userId="55cd3958-236b-48c1-ab79-3abe9c83ce8d" providerId="ADAL" clId="{9B55536B-F019-4FDA-9532-AF5FEC6BACB8}" dt="2025-09-08T18:51:50.145" v="2791"/>
          <ac:spMkLst>
            <pc:docMk/>
            <pc:sldMk cId="750579388" sldId="324"/>
            <ac:spMk id="29" creationId="{A71CA7DC-545E-0C63-67AB-4579B926C234}"/>
          </ac:spMkLst>
        </pc:spChg>
        <pc:spChg chg="add mod">
          <ac:chgData name="Wayne, Zach" userId="55cd3958-236b-48c1-ab79-3abe9c83ce8d" providerId="ADAL" clId="{9B55536B-F019-4FDA-9532-AF5FEC6BACB8}" dt="2025-09-08T18:51:50.145" v="2791"/>
          <ac:spMkLst>
            <pc:docMk/>
            <pc:sldMk cId="750579388" sldId="324"/>
            <ac:spMk id="30" creationId="{B42CAB84-93B4-E451-0ACB-2F6E02A5ACC9}"/>
          </ac:spMkLst>
        </pc:spChg>
        <pc:spChg chg="add mod">
          <ac:chgData name="Wayne, Zach" userId="55cd3958-236b-48c1-ab79-3abe9c83ce8d" providerId="ADAL" clId="{9B55536B-F019-4FDA-9532-AF5FEC6BACB8}" dt="2025-09-08T18:52:45.459" v="2896" actId="20577"/>
          <ac:spMkLst>
            <pc:docMk/>
            <pc:sldMk cId="750579388" sldId="324"/>
            <ac:spMk id="31" creationId="{0DDA574B-9A37-16DB-3908-58691B9BAEFD}"/>
          </ac:spMkLst>
        </pc:spChg>
        <pc:spChg chg="add mod">
          <ac:chgData name="Wayne, Zach" userId="55cd3958-236b-48c1-ab79-3abe9c83ce8d" providerId="ADAL" clId="{9B55536B-F019-4FDA-9532-AF5FEC6BACB8}" dt="2025-09-08T18:51:50.145" v="2791"/>
          <ac:spMkLst>
            <pc:docMk/>
            <pc:sldMk cId="750579388" sldId="324"/>
            <ac:spMk id="32" creationId="{B774D060-0C09-B265-B8EF-0A59D123F682}"/>
          </ac:spMkLst>
        </pc:spChg>
        <pc:spChg chg="add mod">
          <ac:chgData name="Wayne, Zach" userId="55cd3958-236b-48c1-ab79-3abe9c83ce8d" providerId="ADAL" clId="{9B55536B-F019-4FDA-9532-AF5FEC6BACB8}" dt="2025-09-08T18:53:12.789" v="2912" actId="20577"/>
          <ac:spMkLst>
            <pc:docMk/>
            <pc:sldMk cId="750579388" sldId="324"/>
            <ac:spMk id="34" creationId="{E82A97DE-B0D5-BEF5-0B3F-969A599FCA33}"/>
          </ac:spMkLst>
        </pc:spChg>
        <pc:spChg chg="add mod">
          <ac:chgData name="Wayne, Zach" userId="55cd3958-236b-48c1-ab79-3abe9c83ce8d" providerId="ADAL" clId="{9B55536B-F019-4FDA-9532-AF5FEC6BACB8}" dt="2025-09-08T18:54:04.546" v="3042" actId="1076"/>
          <ac:spMkLst>
            <pc:docMk/>
            <pc:sldMk cId="750579388" sldId="324"/>
            <ac:spMk id="35" creationId="{55661C96-3576-1C69-74D5-5F632020D7B5}"/>
          </ac:spMkLst>
        </pc:spChg>
        <pc:spChg chg="mod">
          <ac:chgData name="Wayne, Zach" userId="55cd3958-236b-48c1-ab79-3abe9c83ce8d" providerId="ADAL" clId="{9B55536B-F019-4FDA-9532-AF5FEC6BACB8}" dt="2025-09-08T18:55:42.196" v="3121"/>
          <ac:spMkLst>
            <pc:docMk/>
            <pc:sldMk cId="750579388" sldId="324"/>
            <ac:spMk id="38" creationId="{F9AB2153-A525-E76E-8A3C-65F979115AC4}"/>
          </ac:spMkLst>
        </pc:spChg>
        <pc:spChg chg="add mod">
          <ac:chgData name="Wayne, Zach" userId="55cd3958-236b-48c1-ab79-3abe9c83ce8d" providerId="ADAL" clId="{9B55536B-F019-4FDA-9532-AF5FEC6BACB8}" dt="2025-09-08T18:55:46.843" v="3151" actId="1038"/>
          <ac:spMkLst>
            <pc:docMk/>
            <pc:sldMk cId="750579388" sldId="324"/>
            <ac:spMk id="44" creationId="{E3AAA29F-3392-7E7D-EF2D-E47273AEB394}"/>
          </ac:spMkLst>
        </pc:spChg>
        <pc:spChg chg="del mod">
          <ac:chgData name="Wayne, Zach" userId="55cd3958-236b-48c1-ab79-3abe9c83ce8d" providerId="ADAL" clId="{9B55536B-F019-4FDA-9532-AF5FEC6BACB8}" dt="2025-09-08T18:48:35.851" v="2634" actId="478"/>
          <ac:spMkLst>
            <pc:docMk/>
            <pc:sldMk cId="750579388" sldId="324"/>
            <ac:spMk id="63" creationId="{C23D8F61-0578-9DF1-733D-C5C7A8E58702}"/>
          </ac:spMkLst>
        </pc:spChg>
        <pc:grpChg chg="add mod">
          <ac:chgData name="Wayne, Zach" userId="55cd3958-236b-48c1-ab79-3abe9c83ce8d" providerId="ADAL" clId="{9B55536B-F019-4FDA-9532-AF5FEC6BACB8}" dt="2025-09-08T18:51:42.459" v="2790"/>
          <ac:grpSpMkLst>
            <pc:docMk/>
            <pc:sldMk cId="750579388" sldId="324"/>
            <ac:grpSpMk id="10" creationId="{F3794B28-95D2-4EC7-498E-6CB5D1D87494}"/>
          </ac:grpSpMkLst>
        </pc:grpChg>
        <pc:grpChg chg="mod">
          <ac:chgData name="Wayne, Zach" userId="55cd3958-236b-48c1-ab79-3abe9c83ce8d" providerId="ADAL" clId="{9B55536B-F019-4FDA-9532-AF5FEC6BACB8}" dt="2025-09-08T18:51:42.459" v="2790"/>
          <ac:grpSpMkLst>
            <pc:docMk/>
            <pc:sldMk cId="750579388" sldId="324"/>
            <ac:grpSpMk id="15" creationId="{60C44F0F-E728-1877-4CFC-2AE18D0E15FB}"/>
          </ac:grpSpMkLst>
        </pc:grpChg>
        <pc:grpChg chg="add mod">
          <ac:chgData name="Wayne, Zach" userId="55cd3958-236b-48c1-ab79-3abe9c83ce8d" providerId="ADAL" clId="{9B55536B-F019-4FDA-9532-AF5FEC6BACB8}" dt="2025-09-08T18:55:46.843" v="3151" actId="1038"/>
          <ac:grpSpMkLst>
            <pc:docMk/>
            <pc:sldMk cId="750579388" sldId="324"/>
            <ac:grpSpMk id="37" creationId="{1E891C89-4EE2-DE43-8D8B-AE0914C001F6}"/>
          </ac:grpSpMkLst>
        </pc:grpChg>
        <pc:grpChg chg="mod">
          <ac:chgData name="Wayne, Zach" userId="55cd3958-236b-48c1-ab79-3abe9c83ce8d" providerId="ADAL" clId="{9B55536B-F019-4FDA-9532-AF5FEC6BACB8}" dt="2025-09-08T18:55:42.196" v="3121"/>
          <ac:grpSpMkLst>
            <pc:docMk/>
            <pc:sldMk cId="750579388" sldId="324"/>
            <ac:grpSpMk id="39" creationId="{DF3A40EA-50CF-7596-8CF9-24AD950852A4}"/>
          </ac:grpSpMkLst>
        </pc:grpChg>
        <pc:grpChg chg="mod">
          <ac:chgData name="Wayne, Zach" userId="55cd3958-236b-48c1-ab79-3abe9c83ce8d" providerId="ADAL" clId="{9B55536B-F019-4FDA-9532-AF5FEC6BACB8}" dt="2025-09-08T18:53:20.675" v="2936" actId="1036"/>
          <ac:grpSpMkLst>
            <pc:docMk/>
            <pc:sldMk cId="750579388" sldId="324"/>
            <ac:grpSpMk id="64" creationId="{228603E2-3F28-5D5A-24AC-86DA587A58C4}"/>
          </ac:grpSpMkLst>
        </pc:grpChg>
        <pc:graphicFrameChg chg="add mod modGraphic">
          <ac:chgData name="Wayne, Zach" userId="55cd3958-236b-48c1-ab79-3abe9c83ce8d" providerId="ADAL" clId="{9B55536B-F019-4FDA-9532-AF5FEC6BACB8}" dt="2025-09-08T18:53:59.517" v="3040" actId="14100"/>
          <ac:graphicFrameMkLst>
            <pc:docMk/>
            <pc:sldMk cId="750579388" sldId="324"/>
            <ac:graphicFrameMk id="4" creationId="{6F9040FD-4180-6C26-F546-D07F7A608D97}"/>
          </ac:graphicFrameMkLst>
        </pc:graphicFrameChg>
        <pc:graphicFrameChg chg="mod">
          <ac:chgData name="Wayne, Zach" userId="55cd3958-236b-48c1-ab79-3abe9c83ce8d" providerId="ADAL" clId="{9B55536B-F019-4FDA-9532-AF5FEC6BACB8}" dt="2025-09-08T18:47:14.127" v="2625"/>
          <ac:graphicFrameMkLst>
            <pc:docMk/>
            <pc:sldMk cId="750579388" sldId="324"/>
            <ac:graphicFrameMk id="13" creationId="{B13647BC-BEF1-BF1C-5BBD-2D9044323821}"/>
          </ac:graphicFrameMkLst>
        </pc:graphicFrameChg>
        <pc:picChg chg="mod">
          <ac:chgData name="Wayne, Zach" userId="55cd3958-236b-48c1-ab79-3abe9c83ce8d" providerId="ADAL" clId="{9B55536B-F019-4FDA-9532-AF5FEC6BACB8}" dt="2025-09-08T18:51:42.459" v="2790"/>
          <ac:picMkLst>
            <pc:docMk/>
            <pc:sldMk cId="750579388" sldId="324"/>
            <ac:picMk id="16" creationId="{92543B3C-34C7-EBDA-3ED4-B16DAE3B0853}"/>
          </ac:picMkLst>
        </pc:picChg>
        <pc:picChg chg="mod">
          <ac:chgData name="Wayne, Zach" userId="55cd3958-236b-48c1-ab79-3abe9c83ce8d" providerId="ADAL" clId="{9B55536B-F019-4FDA-9532-AF5FEC6BACB8}" dt="2025-09-08T18:51:42.459" v="2790"/>
          <ac:picMkLst>
            <pc:docMk/>
            <pc:sldMk cId="750579388" sldId="324"/>
            <ac:picMk id="17" creationId="{AA52428B-78FC-3474-DDF3-5020D70A5DDA}"/>
          </ac:picMkLst>
        </pc:picChg>
        <pc:picChg chg="mod">
          <ac:chgData name="Wayne, Zach" userId="55cd3958-236b-48c1-ab79-3abe9c83ce8d" providerId="ADAL" clId="{9B55536B-F019-4FDA-9532-AF5FEC6BACB8}" dt="2025-09-08T18:51:42.459" v="2790"/>
          <ac:picMkLst>
            <pc:docMk/>
            <pc:sldMk cId="750579388" sldId="324"/>
            <ac:picMk id="18" creationId="{2ED15574-6E95-F38B-4829-1B47265BECB7}"/>
          </ac:picMkLst>
        </pc:picChg>
        <pc:picChg chg="mod">
          <ac:chgData name="Wayne, Zach" userId="55cd3958-236b-48c1-ab79-3abe9c83ce8d" providerId="ADAL" clId="{9B55536B-F019-4FDA-9532-AF5FEC6BACB8}" dt="2025-09-08T18:51:50.145" v="2791"/>
          <ac:picMkLst>
            <pc:docMk/>
            <pc:sldMk cId="750579388" sldId="324"/>
            <ac:picMk id="25" creationId="{0DA7487B-CAAF-3DDE-ACCA-80774542EBF6}"/>
          </ac:picMkLst>
        </pc:picChg>
        <pc:picChg chg="mod">
          <ac:chgData name="Wayne, Zach" userId="55cd3958-236b-48c1-ab79-3abe9c83ce8d" providerId="ADAL" clId="{9B55536B-F019-4FDA-9532-AF5FEC6BACB8}" dt="2025-09-08T18:51:50.145" v="2791"/>
          <ac:picMkLst>
            <pc:docMk/>
            <pc:sldMk cId="750579388" sldId="324"/>
            <ac:picMk id="27" creationId="{5E5B4238-4875-AF13-3A4F-A28147DA2849}"/>
          </ac:picMkLst>
        </pc:picChg>
        <pc:picChg chg="mod">
          <ac:chgData name="Wayne, Zach" userId="55cd3958-236b-48c1-ab79-3abe9c83ce8d" providerId="ADAL" clId="{9B55536B-F019-4FDA-9532-AF5FEC6BACB8}" dt="2025-09-08T18:51:50.145" v="2791"/>
          <ac:picMkLst>
            <pc:docMk/>
            <pc:sldMk cId="750579388" sldId="324"/>
            <ac:picMk id="28" creationId="{3557F185-7ACE-5D88-A516-54A695BD721E}"/>
          </ac:picMkLst>
        </pc:picChg>
        <pc:picChg chg="del">
          <ac:chgData name="Wayne, Zach" userId="55cd3958-236b-48c1-ab79-3abe9c83ce8d" providerId="ADAL" clId="{9B55536B-F019-4FDA-9532-AF5FEC6BACB8}" dt="2025-09-08T18:47:50.714" v="2630" actId="478"/>
          <ac:picMkLst>
            <pc:docMk/>
            <pc:sldMk cId="750579388" sldId="324"/>
            <ac:picMk id="36" creationId="{662DA125-0230-E4B5-08F8-6C06E6F44D70}"/>
          </ac:picMkLst>
        </pc:picChg>
        <pc:picChg chg="mod">
          <ac:chgData name="Wayne, Zach" userId="55cd3958-236b-48c1-ab79-3abe9c83ce8d" providerId="ADAL" clId="{9B55536B-F019-4FDA-9532-AF5FEC6BACB8}" dt="2025-09-08T18:55:42.196" v="3121"/>
          <ac:picMkLst>
            <pc:docMk/>
            <pc:sldMk cId="750579388" sldId="324"/>
            <ac:picMk id="40" creationId="{0D2C058A-EF1A-E89A-4921-5B0A2054A71F}"/>
          </ac:picMkLst>
        </pc:picChg>
        <pc:picChg chg="mod">
          <ac:chgData name="Wayne, Zach" userId="55cd3958-236b-48c1-ab79-3abe9c83ce8d" providerId="ADAL" clId="{9B55536B-F019-4FDA-9532-AF5FEC6BACB8}" dt="2025-09-08T18:55:42.196" v="3121"/>
          <ac:picMkLst>
            <pc:docMk/>
            <pc:sldMk cId="750579388" sldId="324"/>
            <ac:picMk id="41" creationId="{D7B22200-3FCB-DED5-9EDB-3DBBCEDBB931}"/>
          </ac:picMkLst>
        </pc:picChg>
        <pc:picChg chg="mod">
          <ac:chgData name="Wayne, Zach" userId="55cd3958-236b-48c1-ab79-3abe9c83ce8d" providerId="ADAL" clId="{9B55536B-F019-4FDA-9532-AF5FEC6BACB8}" dt="2025-09-08T18:55:42.196" v="3121"/>
          <ac:picMkLst>
            <pc:docMk/>
            <pc:sldMk cId="750579388" sldId="324"/>
            <ac:picMk id="42" creationId="{0BF9E3D2-E452-CD3B-7EB9-8CABE2F794D0}"/>
          </ac:picMkLst>
        </pc:picChg>
      </pc:sldChg>
      <pc:sldChg chg="addSp delSp modSp add mod">
        <pc:chgData name="Wayne, Zach" userId="55cd3958-236b-48c1-ab79-3abe9c83ce8d" providerId="ADAL" clId="{9B55536B-F019-4FDA-9532-AF5FEC6BACB8}" dt="2025-09-08T19:05:24.717" v="5665" actId="1037"/>
        <pc:sldMkLst>
          <pc:docMk/>
          <pc:sldMk cId="3276006343" sldId="325"/>
        </pc:sldMkLst>
        <pc:spChg chg="mod ord">
          <ac:chgData name="Wayne, Zach" userId="55cd3958-236b-48c1-ab79-3abe9c83ce8d" providerId="ADAL" clId="{9B55536B-F019-4FDA-9532-AF5FEC6BACB8}" dt="2025-09-08T19:03:06.253" v="5519"/>
          <ac:spMkLst>
            <pc:docMk/>
            <pc:sldMk cId="3276006343" sldId="325"/>
            <ac:spMk id="2" creationId="{FE95DE27-1A54-E65F-42DD-27A326F85E0A}"/>
          </ac:spMkLst>
        </pc:spChg>
        <pc:spChg chg="add del mod modVis">
          <ac:chgData name="Wayne, Zach" userId="55cd3958-236b-48c1-ab79-3abe9c83ce8d" providerId="ADAL" clId="{9B55536B-F019-4FDA-9532-AF5FEC6BACB8}" dt="2025-09-08T18:56:21.558" v="3181"/>
          <ac:spMkLst>
            <pc:docMk/>
            <pc:sldMk cId="3276006343" sldId="325"/>
            <ac:spMk id="3" creationId="{0CC59C54-CA51-14E0-ED35-C218BA42AB5B}"/>
          </ac:spMkLst>
        </pc:spChg>
        <pc:spChg chg="del">
          <ac:chgData name="Wayne, Zach" userId="55cd3958-236b-48c1-ab79-3abe9c83ce8d" providerId="ADAL" clId="{9B55536B-F019-4FDA-9532-AF5FEC6BACB8}" dt="2025-09-08T18:56:18.854" v="3156" actId="478"/>
          <ac:spMkLst>
            <pc:docMk/>
            <pc:sldMk cId="3276006343" sldId="325"/>
            <ac:spMk id="5" creationId="{8CBB25F8-68C1-5D01-237B-C89DB16B89F9}"/>
          </ac:spMkLst>
        </pc:spChg>
        <pc:spChg chg="add del mod modVis">
          <ac:chgData name="Wayne, Zach" userId="55cd3958-236b-48c1-ab79-3abe9c83ce8d" providerId="ADAL" clId="{9B55536B-F019-4FDA-9532-AF5FEC6BACB8}" dt="2025-09-08T18:56:23.483" v="3214"/>
          <ac:spMkLst>
            <pc:docMk/>
            <pc:sldMk cId="3276006343" sldId="325"/>
            <ac:spMk id="9" creationId="{CC40066E-5F4B-2B4C-E9CD-7A43300FA102}"/>
          </ac:spMkLst>
        </pc:spChg>
        <pc:spChg chg="add del mod">
          <ac:chgData name="Wayne, Zach" userId="55cd3958-236b-48c1-ab79-3abe9c83ce8d" providerId="ADAL" clId="{9B55536B-F019-4FDA-9532-AF5FEC6BACB8}" dt="2025-09-08T19:00:06.011" v="4390"/>
          <ac:spMkLst>
            <pc:docMk/>
            <pc:sldMk cId="3276006343" sldId="325"/>
            <ac:spMk id="14" creationId="{B7106BA4-3CBE-3ABF-47D7-405C894B4C33}"/>
          </ac:spMkLst>
        </pc:spChg>
        <pc:spChg chg="add del mod">
          <ac:chgData name="Wayne, Zach" userId="55cd3958-236b-48c1-ab79-3abe9c83ce8d" providerId="ADAL" clId="{9B55536B-F019-4FDA-9532-AF5FEC6BACB8}" dt="2025-09-08T19:00:06.016" v="4391"/>
          <ac:spMkLst>
            <pc:docMk/>
            <pc:sldMk cId="3276006343" sldId="325"/>
            <ac:spMk id="15" creationId="{31CB77AE-D914-3AF5-AE07-4907039DC5F9}"/>
          </ac:spMkLst>
        </pc:spChg>
        <pc:spChg chg="add del mod">
          <ac:chgData name="Wayne, Zach" userId="55cd3958-236b-48c1-ab79-3abe9c83ce8d" providerId="ADAL" clId="{9B55536B-F019-4FDA-9532-AF5FEC6BACB8}" dt="2025-09-08T19:03:06.260" v="5524"/>
          <ac:spMkLst>
            <pc:docMk/>
            <pc:sldMk cId="3276006343" sldId="325"/>
            <ac:spMk id="16" creationId="{8A05E322-12CE-728F-9B9E-B3FD22B212A0}"/>
          </ac:spMkLst>
        </pc:spChg>
        <pc:spChg chg="add del mod">
          <ac:chgData name="Wayne, Zach" userId="55cd3958-236b-48c1-ab79-3abe9c83ce8d" providerId="ADAL" clId="{9B55536B-F019-4FDA-9532-AF5FEC6BACB8}" dt="2025-09-08T19:03:06.262" v="5525"/>
          <ac:spMkLst>
            <pc:docMk/>
            <pc:sldMk cId="3276006343" sldId="325"/>
            <ac:spMk id="17" creationId="{2FA66137-975B-179D-9B2E-59F153EF0755}"/>
          </ac:spMkLst>
        </pc:spChg>
        <pc:spChg chg="add del mod">
          <ac:chgData name="Wayne, Zach" userId="55cd3958-236b-48c1-ab79-3abe9c83ce8d" providerId="ADAL" clId="{9B55536B-F019-4FDA-9532-AF5FEC6BACB8}" dt="2025-09-08T19:03:06.264" v="5526"/>
          <ac:spMkLst>
            <pc:docMk/>
            <pc:sldMk cId="3276006343" sldId="325"/>
            <ac:spMk id="18" creationId="{6C9E0CFE-7042-08AC-04DE-16B102C036A4}"/>
          </ac:spMkLst>
        </pc:spChg>
        <pc:spChg chg="del">
          <ac:chgData name="Wayne, Zach" userId="55cd3958-236b-48c1-ab79-3abe9c83ce8d" providerId="ADAL" clId="{9B55536B-F019-4FDA-9532-AF5FEC6BACB8}" dt="2025-09-08T18:56:18.854" v="3156" actId="478"/>
          <ac:spMkLst>
            <pc:docMk/>
            <pc:sldMk cId="3276006343" sldId="325"/>
            <ac:spMk id="19" creationId="{A91AB770-3B25-94DD-8DF6-9E9903869F91}"/>
          </ac:spMkLst>
        </pc:spChg>
        <pc:spChg chg="del">
          <ac:chgData name="Wayne, Zach" userId="55cd3958-236b-48c1-ab79-3abe9c83ce8d" providerId="ADAL" clId="{9B55536B-F019-4FDA-9532-AF5FEC6BACB8}" dt="2025-09-08T18:56:18.854" v="3156" actId="478"/>
          <ac:spMkLst>
            <pc:docMk/>
            <pc:sldMk cId="3276006343" sldId="325"/>
            <ac:spMk id="20" creationId="{D385BADA-C039-1022-21AD-A49C58331B5A}"/>
          </ac:spMkLst>
        </pc:spChg>
        <pc:spChg chg="add del mod">
          <ac:chgData name="Wayne, Zach" userId="55cd3958-236b-48c1-ab79-3abe9c83ce8d" providerId="ADAL" clId="{9B55536B-F019-4FDA-9532-AF5FEC6BACB8}" dt="2025-09-08T19:03:06.266" v="5527"/>
          <ac:spMkLst>
            <pc:docMk/>
            <pc:sldMk cId="3276006343" sldId="325"/>
            <ac:spMk id="26" creationId="{40C6DA0B-C161-0E22-EFF1-2C911C42BD78}"/>
          </ac:spMkLst>
        </pc:spChg>
        <pc:spChg chg="del">
          <ac:chgData name="Wayne, Zach" userId="55cd3958-236b-48c1-ab79-3abe9c83ce8d" providerId="ADAL" clId="{9B55536B-F019-4FDA-9532-AF5FEC6BACB8}" dt="2025-09-08T18:56:18.854" v="3156" actId="478"/>
          <ac:spMkLst>
            <pc:docMk/>
            <pc:sldMk cId="3276006343" sldId="325"/>
            <ac:spMk id="29" creationId="{E22D0FA0-E365-95F2-8F24-29956135B8E4}"/>
          </ac:spMkLst>
        </pc:spChg>
        <pc:spChg chg="del">
          <ac:chgData name="Wayne, Zach" userId="55cd3958-236b-48c1-ab79-3abe9c83ce8d" providerId="ADAL" clId="{9B55536B-F019-4FDA-9532-AF5FEC6BACB8}" dt="2025-09-08T18:56:18.854" v="3156" actId="478"/>
          <ac:spMkLst>
            <pc:docMk/>
            <pc:sldMk cId="3276006343" sldId="325"/>
            <ac:spMk id="30" creationId="{C14677C6-72EB-2F6D-13EF-556AA829BCA8}"/>
          </ac:spMkLst>
        </pc:spChg>
        <pc:spChg chg="del">
          <ac:chgData name="Wayne, Zach" userId="55cd3958-236b-48c1-ab79-3abe9c83ce8d" providerId="ADAL" clId="{9B55536B-F019-4FDA-9532-AF5FEC6BACB8}" dt="2025-09-08T18:56:18.854" v="3156" actId="478"/>
          <ac:spMkLst>
            <pc:docMk/>
            <pc:sldMk cId="3276006343" sldId="325"/>
            <ac:spMk id="31" creationId="{D9473BF4-9B22-239D-CB36-4DDDEC5C73BB}"/>
          </ac:spMkLst>
        </pc:spChg>
        <pc:spChg chg="del">
          <ac:chgData name="Wayne, Zach" userId="55cd3958-236b-48c1-ab79-3abe9c83ce8d" providerId="ADAL" clId="{9B55536B-F019-4FDA-9532-AF5FEC6BACB8}" dt="2025-09-08T18:56:18.854" v="3156" actId="478"/>
          <ac:spMkLst>
            <pc:docMk/>
            <pc:sldMk cId="3276006343" sldId="325"/>
            <ac:spMk id="32" creationId="{BC3F40CB-ABEC-5AF7-8BF0-ACFB0D179581}"/>
          </ac:spMkLst>
        </pc:spChg>
        <pc:spChg chg="del">
          <ac:chgData name="Wayne, Zach" userId="55cd3958-236b-48c1-ab79-3abe9c83ce8d" providerId="ADAL" clId="{9B55536B-F019-4FDA-9532-AF5FEC6BACB8}" dt="2025-09-08T18:56:18.854" v="3156" actId="478"/>
          <ac:spMkLst>
            <pc:docMk/>
            <pc:sldMk cId="3276006343" sldId="325"/>
            <ac:spMk id="34" creationId="{781F8A0D-93AA-B4B3-8870-56F9AAD04758}"/>
          </ac:spMkLst>
        </pc:spChg>
        <pc:spChg chg="del">
          <ac:chgData name="Wayne, Zach" userId="55cd3958-236b-48c1-ab79-3abe9c83ce8d" providerId="ADAL" clId="{9B55536B-F019-4FDA-9532-AF5FEC6BACB8}" dt="2025-09-08T18:56:18.854" v="3156" actId="478"/>
          <ac:spMkLst>
            <pc:docMk/>
            <pc:sldMk cId="3276006343" sldId="325"/>
            <ac:spMk id="35" creationId="{9BFF5232-9A99-5DCB-35E9-CA876C8D98E2}"/>
          </ac:spMkLst>
        </pc:spChg>
        <pc:spChg chg="add del mod">
          <ac:chgData name="Wayne, Zach" userId="55cd3958-236b-48c1-ab79-3abe9c83ce8d" providerId="ADAL" clId="{9B55536B-F019-4FDA-9532-AF5FEC6BACB8}" dt="2025-09-08T18:57:03.083" v="3750"/>
          <ac:spMkLst>
            <pc:docMk/>
            <pc:sldMk cId="3276006343" sldId="325"/>
            <ac:spMk id="43" creationId="{8B477475-3056-7311-5B32-84B2EBD83AF3}"/>
          </ac:spMkLst>
        </pc:spChg>
        <pc:spChg chg="del">
          <ac:chgData name="Wayne, Zach" userId="55cd3958-236b-48c1-ab79-3abe9c83ce8d" providerId="ADAL" clId="{9B55536B-F019-4FDA-9532-AF5FEC6BACB8}" dt="2025-09-08T18:56:18.854" v="3156" actId="478"/>
          <ac:spMkLst>
            <pc:docMk/>
            <pc:sldMk cId="3276006343" sldId="325"/>
            <ac:spMk id="44" creationId="{FA6068C5-00D2-951A-04BE-79409EBF7E3A}"/>
          </ac:spMkLst>
        </pc:spChg>
        <pc:spChg chg="add del mod">
          <ac:chgData name="Wayne, Zach" userId="55cd3958-236b-48c1-ab79-3abe9c83ce8d" providerId="ADAL" clId="{9B55536B-F019-4FDA-9532-AF5FEC6BACB8}" dt="2025-09-08T18:57:03.082" v="3749"/>
          <ac:spMkLst>
            <pc:docMk/>
            <pc:sldMk cId="3276006343" sldId="325"/>
            <ac:spMk id="45" creationId="{719BF39F-8CFC-3269-70DA-82444AFD160C}"/>
          </ac:spMkLst>
        </pc:spChg>
        <pc:spChg chg="add del mod">
          <ac:chgData name="Wayne, Zach" userId="55cd3958-236b-48c1-ab79-3abe9c83ce8d" providerId="ADAL" clId="{9B55536B-F019-4FDA-9532-AF5FEC6BACB8}" dt="2025-09-08T18:57:03.081" v="3748"/>
          <ac:spMkLst>
            <pc:docMk/>
            <pc:sldMk cId="3276006343" sldId="325"/>
            <ac:spMk id="46" creationId="{91E10F91-6CBF-4E87-C2A1-BB2CEEE6765B}"/>
          </ac:spMkLst>
        </pc:spChg>
        <pc:spChg chg="add del mod">
          <ac:chgData name="Wayne, Zach" userId="55cd3958-236b-48c1-ab79-3abe9c83ce8d" providerId="ADAL" clId="{9B55536B-F019-4FDA-9532-AF5FEC6BACB8}" dt="2025-09-08T18:57:03.080" v="3747"/>
          <ac:spMkLst>
            <pc:docMk/>
            <pc:sldMk cId="3276006343" sldId="325"/>
            <ac:spMk id="47" creationId="{BEC1A7A2-DD07-FCCA-0D15-367045575AAC}"/>
          </ac:spMkLst>
        </pc:spChg>
        <pc:spChg chg="add del mod modVis">
          <ac:chgData name="Wayne, Zach" userId="55cd3958-236b-48c1-ab79-3abe9c83ce8d" providerId="ADAL" clId="{9B55536B-F019-4FDA-9532-AF5FEC6BACB8}" dt="2025-09-08T18:56:44.844" v="3478"/>
          <ac:spMkLst>
            <pc:docMk/>
            <pc:sldMk cId="3276006343" sldId="325"/>
            <ac:spMk id="48" creationId="{C3EBB6BE-AD5C-ED68-1507-C44150EE3132}"/>
          </ac:spMkLst>
        </pc:spChg>
        <pc:spChg chg="add del mod modVis">
          <ac:chgData name="Wayne, Zach" userId="55cd3958-236b-48c1-ab79-3abe9c83ce8d" providerId="ADAL" clId="{9B55536B-F019-4FDA-9532-AF5FEC6BACB8}" dt="2025-09-08T18:56:58.698" v="3710"/>
          <ac:spMkLst>
            <pc:docMk/>
            <pc:sldMk cId="3276006343" sldId="325"/>
            <ac:spMk id="51" creationId="{0AB4C3F6-C359-478F-E65B-4150EC33E4B9}"/>
          </ac:spMkLst>
        </pc:spChg>
        <pc:spChg chg="add mod">
          <ac:chgData name="Wayne, Zach" userId="55cd3958-236b-48c1-ab79-3abe9c83ce8d" providerId="ADAL" clId="{9B55536B-F019-4FDA-9532-AF5FEC6BACB8}" dt="2025-09-08T19:03:06.270" v="5530"/>
          <ac:spMkLst>
            <pc:docMk/>
            <pc:sldMk cId="3276006343" sldId="325"/>
            <ac:spMk id="57" creationId="{61CAC50D-2439-5EC7-E6F6-1FE7708DB44B}"/>
          </ac:spMkLst>
        </pc:spChg>
        <pc:spChg chg="add mod">
          <ac:chgData name="Wayne, Zach" userId="55cd3958-236b-48c1-ab79-3abe9c83ce8d" providerId="ADAL" clId="{9B55536B-F019-4FDA-9532-AF5FEC6BACB8}" dt="2025-09-08T19:03:06.272" v="5531"/>
          <ac:spMkLst>
            <pc:docMk/>
            <pc:sldMk cId="3276006343" sldId="325"/>
            <ac:spMk id="58" creationId="{64E40B78-C856-5D2D-F400-88935A9B7570}"/>
          </ac:spMkLst>
        </pc:spChg>
        <pc:spChg chg="add mod">
          <ac:chgData name="Wayne, Zach" userId="55cd3958-236b-48c1-ab79-3abe9c83ce8d" providerId="ADAL" clId="{9B55536B-F019-4FDA-9532-AF5FEC6BACB8}" dt="2025-09-08T19:03:06.274" v="5532"/>
          <ac:spMkLst>
            <pc:docMk/>
            <pc:sldMk cId="3276006343" sldId="325"/>
            <ac:spMk id="59" creationId="{4089512B-8BCB-0690-77AE-AA8E8775F212}"/>
          </ac:spMkLst>
        </pc:spChg>
        <pc:spChg chg="add mod">
          <ac:chgData name="Wayne, Zach" userId="55cd3958-236b-48c1-ab79-3abe9c83ce8d" providerId="ADAL" clId="{9B55536B-F019-4FDA-9532-AF5FEC6BACB8}" dt="2025-09-08T19:03:06.276" v="5533"/>
          <ac:spMkLst>
            <pc:docMk/>
            <pc:sldMk cId="3276006343" sldId="325"/>
            <ac:spMk id="60" creationId="{A882E456-B8DC-AF48-A7C7-B6A3C5435AA6}"/>
          </ac:spMkLst>
        </pc:spChg>
        <pc:spChg chg="add mod">
          <ac:chgData name="Wayne, Zach" userId="55cd3958-236b-48c1-ab79-3abe9c83ce8d" providerId="ADAL" clId="{9B55536B-F019-4FDA-9532-AF5FEC6BACB8}" dt="2025-09-08T19:03:06.278" v="5534"/>
          <ac:spMkLst>
            <pc:docMk/>
            <pc:sldMk cId="3276006343" sldId="325"/>
            <ac:spMk id="61" creationId="{CF595197-9419-F175-EBC3-D166A3AC6204}"/>
          </ac:spMkLst>
        </pc:spChg>
        <pc:spChg chg="add mod">
          <ac:chgData name="Wayne, Zach" userId="55cd3958-236b-48c1-ab79-3abe9c83ce8d" providerId="ADAL" clId="{9B55536B-F019-4FDA-9532-AF5FEC6BACB8}" dt="2025-09-08T19:03:06.281" v="5535"/>
          <ac:spMkLst>
            <pc:docMk/>
            <pc:sldMk cId="3276006343" sldId="325"/>
            <ac:spMk id="63" creationId="{6EA15F32-14A5-8B6F-C1BA-2AC219FA089B}"/>
          </ac:spMkLst>
        </pc:spChg>
        <pc:spChg chg="add del mod ord">
          <ac:chgData name="Wayne, Zach" userId="55cd3958-236b-48c1-ab79-3abe9c83ce8d" providerId="ADAL" clId="{9B55536B-F019-4FDA-9532-AF5FEC6BACB8}" dt="2025-09-08T18:59:41.043" v="4168"/>
          <ac:spMkLst>
            <pc:docMk/>
            <pc:sldMk cId="3276006343" sldId="325"/>
            <ac:spMk id="66" creationId="{E300B02A-3F5C-5A0B-EC45-ED2315F8431C}"/>
          </ac:spMkLst>
        </pc:spChg>
        <pc:spChg chg="del mod">
          <ac:chgData name="Wayne, Zach" userId="55cd3958-236b-48c1-ab79-3abe9c83ce8d" providerId="ADAL" clId="{9B55536B-F019-4FDA-9532-AF5FEC6BACB8}" dt="2025-09-08T18:59:41.045" v="4169"/>
          <ac:spMkLst>
            <pc:docMk/>
            <pc:sldMk cId="3276006343" sldId="325"/>
            <ac:spMk id="67" creationId="{6AB762AC-E506-95B8-4F67-9C2A18ED0FD7}"/>
          </ac:spMkLst>
        </pc:spChg>
        <pc:spChg chg="add del mod">
          <ac:chgData name="Wayne, Zach" userId="55cd3958-236b-48c1-ab79-3abe9c83ce8d" providerId="ADAL" clId="{9B55536B-F019-4FDA-9532-AF5FEC6BACB8}" dt="2025-09-08T18:59:41.042" v="4166"/>
          <ac:spMkLst>
            <pc:docMk/>
            <pc:sldMk cId="3276006343" sldId="325"/>
            <ac:spMk id="68" creationId="{3BD81138-8E05-9A68-5627-5A8E82D2AAA8}"/>
          </ac:spMkLst>
        </pc:spChg>
        <pc:spChg chg="add del mod">
          <ac:chgData name="Wayne, Zach" userId="55cd3958-236b-48c1-ab79-3abe9c83ce8d" providerId="ADAL" clId="{9B55536B-F019-4FDA-9532-AF5FEC6BACB8}" dt="2025-09-08T18:59:41.041" v="4165"/>
          <ac:spMkLst>
            <pc:docMk/>
            <pc:sldMk cId="3276006343" sldId="325"/>
            <ac:spMk id="69" creationId="{76DF4559-F234-97B5-1511-F9F7FA4C58A5}"/>
          </ac:spMkLst>
        </pc:spChg>
        <pc:spChg chg="add del mod">
          <ac:chgData name="Wayne, Zach" userId="55cd3958-236b-48c1-ab79-3abe9c83ce8d" providerId="ADAL" clId="{9B55536B-F019-4FDA-9532-AF5FEC6BACB8}" dt="2025-09-08T18:59:41.039" v="4164"/>
          <ac:spMkLst>
            <pc:docMk/>
            <pc:sldMk cId="3276006343" sldId="325"/>
            <ac:spMk id="70" creationId="{05A07EDE-1996-D6AE-6584-F6BDE52F5469}"/>
          </ac:spMkLst>
        </pc:spChg>
        <pc:spChg chg="add del mod modVis">
          <ac:chgData name="Wayne, Zach" userId="55cd3958-236b-48c1-ab79-3abe9c83ce8d" providerId="ADAL" clId="{9B55536B-F019-4FDA-9532-AF5FEC6BACB8}" dt="2025-09-08T18:59:33.117" v="4049"/>
          <ac:spMkLst>
            <pc:docMk/>
            <pc:sldMk cId="3276006343" sldId="325"/>
            <ac:spMk id="71" creationId="{7A5A7464-8911-753A-0ED4-AB317EE76FDF}"/>
          </ac:spMkLst>
        </pc:spChg>
        <pc:spChg chg="add del mod modVis">
          <ac:chgData name="Wayne, Zach" userId="55cd3958-236b-48c1-ab79-3abe9c83ce8d" providerId="ADAL" clId="{9B55536B-F019-4FDA-9532-AF5FEC6BACB8}" dt="2025-09-08T19:00:06.473" v="4498"/>
          <ac:spMkLst>
            <pc:docMk/>
            <pc:sldMk cId="3276006343" sldId="325"/>
            <ac:spMk id="83" creationId="{49311F03-1498-A6ED-9CF6-D87D051C4511}"/>
          </ac:spMkLst>
        </pc:spChg>
        <pc:spChg chg="add mod ord">
          <ac:chgData name="Wayne, Zach" userId="55cd3958-236b-48c1-ab79-3abe9c83ce8d" providerId="ADAL" clId="{9B55536B-F019-4FDA-9532-AF5FEC6BACB8}" dt="2025-09-08T19:03:40.577" v="5589" actId="1037"/>
          <ac:spMkLst>
            <pc:docMk/>
            <pc:sldMk cId="3276006343" sldId="325"/>
            <ac:spMk id="85" creationId="{C502B7B1-8F52-6B4C-3884-DDC38AA12C66}"/>
          </ac:spMkLst>
        </pc:spChg>
        <pc:spChg chg="add mod ord">
          <ac:chgData name="Wayne, Zach" userId="55cd3958-236b-48c1-ab79-3abe9c83ce8d" providerId="ADAL" clId="{9B55536B-F019-4FDA-9532-AF5FEC6BACB8}" dt="2025-09-08T19:03:32.697" v="5579" actId="1038"/>
          <ac:spMkLst>
            <pc:docMk/>
            <pc:sldMk cId="3276006343" sldId="325"/>
            <ac:spMk id="86" creationId="{7C8A0D35-5991-399F-5D6F-57116D6FEBF5}"/>
          </ac:spMkLst>
        </pc:spChg>
        <pc:spChg chg="add mod ord">
          <ac:chgData name="Wayne, Zach" userId="55cd3958-236b-48c1-ab79-3abe9c83ce8d" providerId="ADAL" clId="{9B55536B-F019-4FDA-9532-AF5FEC6BACB8}" dt="2025-09-08T19:03:38.103" v="5587" actId="1037"/>
          <ac:spMkLst>
            <pc:docMk/>
            <pc:sldMk cId="3276006343" sldId="325"/>
            <ac:spMk id="87" creationId="{0059D367-4BB6-CA47-8B7F-4D4748E9F841}"/>
          </ac:spMkLst>
        </pc:spChg>
        <pc:spChg chg="add mod ord">
          <ac:chgData name="Wayne, Zach" userId="55cd3958-236b-48c1-ab79-3abe9c83ce8d" providerId="ADAL" clId="{9B55536B-F019-4FDA-9532-AF5FEC6BACB8}" dt="2025-09-08T19:03:42.458" v="5591" actId="1038"/>
          <ac:spMkLst>
            <pc:docMk/>
            <pc:sldMk cId="3276006343" sldId="325"/>
            <ac:spMk id="88" creationId="{065E7F64-D543-78A5-42C9-E731CAC7F3BF}"/>
          </ac:spMkLst>
        </pc:spChg>
        <pc:spChg chg="add del mod modVis">
          <ac:chgData name="Wayne, Zach" userId="55cd3958-236b-48c1-ab79-3abe9c83ce8d" providerId="ADAL" clId="{9B55536B-F019-4FDA-9532-AF5FEC6BACB8}" dt="2025-09-08T19:00:23.311" v="4700"/>
          <ac:spMkLst>
            <pc:docMk/>
            <pc:sldMk cId="3276006343" sldId="325"/>
            <ac:spMk id="90" creationId="{F3A64D1B-31B6-DC2D-502D-E4F5BF60DF9F}"/>
          </ac:spMkLst>
        </pc:spChg>
        <pc:spChg chg="add mod ord">
          <ac:chgData name="Wayne, Zach" userId="55cd3958-236b-48c1-ab79-3abe9c83ce8d" providerId="ADAL" clId="{9B55536B-F019-4FDA-9532-AF5FEC6BACB8}" dt="2025-09-08T19:03:06.294" v="5545"/>
          <ac:spMkLst>
            <pc:docMk/>
            <pc:sldMk cId="3276006343" sldId="325"/>
            <ac:spMk id="92" creationId="{EA19BB16-59EA-DCF5-80DE-D3E44085CDDF}"/>
          </ac:spMkLst>
        </pc:spChg>
        <pc:spChg chg="add del mod modVis">
          <ac:chgData name="Wayne, Zach" userId="55cd3958-236b-48c1-ab79-3abe9c83ce8d" providerId="ADAL" clId="{9B55536B-F019-4FDA-9532-AF5FEC6BACB8}" dt="2025-09-08T19:01:12.945" v="4856"/>
          <ac:spMkLst>
            <pc:docMk/>
            <pc:sldMk cId="3276006343" sldId="325"/>
            <ac:spMk id="94" creationId="{8916DDDC-2F0B-905D-6570-FE9FE395CDF2}"/>
          </ac:spMkLst>
        </pc:spChg>
        <pc:spChg chg="add del mod modVis">
          <ac:chgData name="Wayne, Zach" userId="55cd3958-236b-48c1-ab79-3abe9c83ce8d" providerId="ADAL" clId="{9B55536B-F019-4FDA-9532-AF5FEC6BACB8}" dt="2025-09-08T19:01:15.450" v="5030"/>
          <ac:spMkLst>
            <pc:docMk/>
            <pc:sldMk cId="3276006343" sldId="325"/>
            <ac:spMk id="95" creationId="{5E7EE6D2-196C-ACFD-7963-9FD49F7B5DC2}"/>
          </ac:spMkLst>
        </pc:spChg>
        <pc:spChg chg="add del mod modVis">
          <ac:chgData name="Wayne, Zach" userId="55cd3958-236b-48c1-ab79-3abe9c83ce8d" providerId="ADAL" clId="{9B55536B-F019-4FDA-9532-AF5FEC6BACB8}" dt="2025-09-08T19:01:18.679" v="5054"/>
          <ac:spMkLst>
            <pc:docMk/>
            <pc:sldMk cId="3276006343" sldId="325"/>
            <ac:spMk id="97" creationId="{50DACB07-1297-0BA7-FD23-39011E164B90}"/>
          </ac:spMkLst>
        </pc:spChg>
        <pc:spChg chg="add del mod modVis">
          <ac:chgData name="Wayne, Zach" userId="55cd3958-236b-48c1-ab79-3abe9c83ce8d" providerId="ADAL" clId="{9B55536B-F019-4FDA-9532-AF5FEC6BACB8}" dt="2025-09-08T19:01:19.765" v="5182"/>
          <ac:spMkLst>
            <pc:docMk/>
            <pc:sldMk cId="3276006343" sldId="325"/>
            <ac:spMk id="98" creationId="{8A3565B7-EDC8-4758-2772-7C0A9C361FB6}"/>
          </ac:spMkLst>
        </pc:spChg>
        <pc:spChg chg="add del mod modVis">
          <ac:chgData name="Wayne, Zach" userId="55cd3958-236b-48c1-ab79-3abe9c83ce8d" providerId="ADAL" clId="{9B55536B-F019-4FDA-9532-AF5FEC6BACB8}" dt="2025-09-08T19:02:14.608" v="5360"/>
          <ac:spMkLst>
            <pc:docMk/>
            <pc:sldMk cId="3276006343" sldId="325"/>
            <ac:spMk id="101" creationId="{683CFB77-FB36-5133-539A-2A1F2F47D74E}"/>
          </ac:spMkLst>
        </pc:spChg>
        <pc:spChg chg="add mod">
          <ac:chgData name="Wayne, Zach" userId="55cd3958-236b-48c1-ab79-3abe9c83ce8d" providerId="ADAL" clId="{9B55536B-F019-4FDA-9532-AF5FEC6BACB8}" dt="2025-09-08T19:04:32.627" v="5652" actId="14100"/>
          <ac:spMkLst>
            <pc:docMk/>
            <pc:sldMk cId="3276006343" sldId="325"/>
            <ac:spMk id="108" creationId="{806C00C4-A62E-8C02-7BBB-661F9E405545}"/>
          </ac:spMkLst>
        </pc:spChg>
        <pc:spChg chg="add mod">
          <ac:chgData name="Wayne, Zach" userId="55cd3958-236b-48c1-ab79-3abe9c83ce8d" providerId="ADAL" clId="{9B55536B-F019-4FDA-9532-AF5FEC6BACB8}" dt="2025-09-08T19:05:24.717" v="5665" actId="1037"/>
          <ac:spMkLst>
            <pc:docMk/>
            <pc:sldMk cId="3276006343" sldId="325"/>
            <ac:spMk id="112" creationId="{3CACE90D-0B0D-EEA6-AAAE-15C052AF3F42}"/>
          </ac:spMkLst>
        </pc:spChg>
        <pc:grpChg chg="mod ord">
          <ac:chgData name="Wayne, Zach" userId="55cd3958-236b-48c1-ab79-3abe9c83ce8d" providerId="ADAL" clId="{9B55536B-F019-4FDA-9532-AF5FEC6BACB8}" dt="2025-09-08T19:03:06.256" v="5521"/>
          <ac:grpSpMkLst>
            <pc:docMk/>
            <pc:sldMk cId="3276006343" sldId="325"/>
            <ac:grpSpMk id="6" creationId="{6BA9B2B5-F6EB-55FA-8571-24BCD5CDB316}"/>
          </ac:grpSpMkLst>
        </pc:grpChg>
        <pc:graphicFrameChg chg="del">
          <ac:chgData name="Wayne, Zach" userId="55cd3958-236b-48c1-ab79-3abe9c83ce8d" providerId="ADAL" clId="{9B55536B-F019-4FDA-9532-AF5FEC6BACB8}" dt="2025-09-08T18:56:44.481" v="3398"/>
          <ac:graphicFrameMkLst>
            <pc:docMk/>
            <pc:sldMk cId="3276006343" sldId="325"/>
            <ac:graphicFrameMk id="10" creationId="{DBF250D8-19BD-1E85-4277-74BF442B67AB}"/>
          </ac:graphicFrameMkLst>
        </pc:graphicFrameChg>
        <pc:graphicFrameChg chg="mod">
          <ac:chgData name="Wayne, Zach" userId="55cd3958-236b-48c1-ab79-3abe9c83ce8d" providerId="ADAL" clId="{9B55536B-F019-4FDA-9532-AF5FEC6BACB8}" dt="2025-09-08T19:03:06.297" v="5547"/>
          <ac:graphicFrameMkLst>
            <pc:docMk/>
            <pc:sldMk cId="3276006343" sldId="325"/>
            <ac:graphicFrameMk id="13" creationId="{ED490651-82AA-9398-071D-453D6098E098}"/>
          </ac:graphicFrameMkLst>
        </pc:graphicFrameChg>
        <pc:graphicFrameChg chg="del">
          <ac:chgData name="Wayne, Zach" userId="55cd3958-236b-48c1-ab79-3abe9c83ce8d" providerId="ADAL" clId="{9B55536B-F019-4FDA-9532-AF5FEC6BACB8}" dt="2025-09-08T18:56:44.712" v="3453"/>
          <ac:graphicFrameMkLst>
            <pc:docMk/>
            <pc:sldMk cId="3276006343" sldId="325"/>
            <ac:graphicFrameMk id="36" creationId="{6ABDB870-AC0F-DC3F-79F2-FF610CA681B3}"/>
          </ac:graphicFrameMkLst>
        </pc:graphicFrameChg>
        <pc:graphicFrameChg chg="add del mod ord">
          <ac:chgData name="Wayne, Zach" userId="55cd3958-236b-48c1-ab79-3abe9c83ce8d" providerId="ADAL" clId="{9B55536B-F019-4FDA-9532-AF5FEC6BACB8}" dt="2025-09-08T18:56:58.318" v="3614"/>
          <ac:graphicFrameMkLst>
            <pc:docMk/>
            <pc:sldMk cId="3276006343" sldId="325"/>
            <ac:graphicFrameMk id="49" creationId="{85803AC6-1BAD-5B52-AD54-DBC7F8D810D8}"/>
          </ac:graphicFrameMkLst>
        </pc:graphicFrameChg>
        <pc:graphicFrameChg chg="add del mod ord">
          <ac:chgData name="Wayne, Zach" userId="55cd3958-236b-48c1-ab79-3abe9c83ce8d" providerId="ADAL" clId="{9B55536B-F019-4FDA-9532-AF5FEC6BACB8}" dt="2025-09-08T18:56:58.582" v="3685"/>
          <ac:graphicFrameMkLst>
            <pc:docMk/>
            <pc:sldMk cId="3276006343" sldId="325"/>
            <ac:graphicFrameMk id="50" creationId="{244B8003-66B2-6A7D-8381-B6FB3C1387E3}"/>
          </ac:graphicFrameMkLst>
        </pc:graphicFrameChg>
        <pc:graphicFrameChg chg="add del mod ord">
          <ac:chgData name="Wayne, Zach" userId="55cd3958-236b-48c1-ab79-3abe9c83ce8d" providerId="ADAL" clId="{9B55536B-F019-4FDA-9532-AF5FEC6BACB8}" dt="2025-09-08T18:57:01.328" v="3714"/>
          <ac:graphicFrameMkLst>
            <pc:docMk/>
            <pc:sldMk cId="3276006343" sldId="325"/>
            <ac:graphicFrameMk id="52" creationId="{56B1F811-263F-00B2-8A93-7892CD6D79BB}"/>
          </ac:graphicFrameMkLst>
        </pc:graphicFrameChg>
        <pc:graphicFrameChg chg="add del mod ord">
          <ac:chgData name="Wayne, Zach" userId="55cd3958-236b-48c1-ab79-3abe9c83ce8d" providerId="ADAL" clId="{9B55536B-F019-4FDA-9532-AF5FEC6BACB8}" dt="2025-09-08T18:57:01.419" v="3721"/>
          <ac:graphicFrameMkLst>
            <pc:docMk/>
            <pc:sldMk cId="3276006343" sldId="325"/>
            <ac:graphicFrameMk id="53" creationId="{E544141B-7873-6789-2818-E6EDE7935681}"/>
          </ac:graphicFrameMkLst>
        </pc:graphicFrameChg>
        <pc:graphicFrameChg chg="add del mod ord">
          <ac:chgData name="Wayne, Zach" userId="55cd3958-236b-48c1-ab79-3abe9c83ce8d" providerId="ADAL" clId="{9B55536B-F019-4FDA-9532-AF5FEC6BACB8}" dt="2025-09-08T19:00:06.323" v="4473"/>
          <ac:graphicFrameMkLst>
            <pc:docMk/>
            <pc:sldMk cId="3276006343" sldId="325"/>
            <ac:graphicFrameMk id="54" creationId="{40A08A95-119A-5547-DD95-D27D0FADE60F}"/>
          </ac:graphicFrameMkLst>
        </pc:graphicFrameChg>
        <pc:graphicFrameChg chg="add del mod ord">
          <ac:chgData name="Wayne, Zach" userId="55cd3958-236b-48c1-ab79-3abe9c83ce8d" providerId="ADAL" clId="{9B55536B-F019-4FDA-9532-AF5FEC6BACB8}" dt="2025-09-08T18:57:03.092" v="3752"/>
          <ac:graphicFrameMkLst>
            <pc:docMk/>
            <pc:sldMk cId="3276006343" sldId="325"/>
            <ac:graphicFrameMk id="55" creationId="{C89AAAFA-ECF7-75A5-0300-AFF62D4F9170}"/>
          </ac:graphicFrameMkLst>
        </pc:graphicFrameChg>
        <pc:graphicFrameChg chg="del">
          <ac:chgData name="Wayne, Zach" userId="55cd3958-236b-48c1-ab79-3abe9c83ce8d" providerId="ADAL" clId="{9B55536B-F019-4FDA-9532-AF5FEC6BACB8}" dt="2025-09-08T18:59:32.828" v="3946"/>
          <ac:graphicFrameMkLst>
            <pc:docMk/>
            <pc:sldMk cId="3276006343" sldId="325"/>
            <ac:graphicFrameMk id="56" creationId="{8CDF91FE-64D0-5BEE-894C-3222B232FC88}"/>
          </ac:graphicFrameMkLst>
        </pc:graphicFrameChg>
        <pc:graphicFrameChg chg="del">
          <ac:chgData name="Wayne, Zach" userId="55cd3958-236b-48c1-ab79-3abe9c83ce8d" providerId="ADAL" clId="{9B55536B-F019-4FDA-9532-AF5FEC6BACB8}" dt="2025-09-08T18:59:33.016" v="4014"/>
          <ac:graphicFrameMkLst>
            <pc:docMk/>
            <pc:sldMk cId="3276006343" sldId="325"/>
            <ac:graphicFrameMk id="65" creationId="{C28C13A9-AF23-412C-6D94-7379ACB95613}"/>
          </ac:graphicFrameMkLst>
        </pc:graphicFrameChg>
        <pc:graphicFrameChg chg="add del mod ord">
          <ac:chgData name="Wayne, Zach" userId="55cd3958-236b-48c1-ab79-3abe9c83ce8d" providerId="ADAL" clId="{9B55536B-F019-4FDA-9532-AF5FEC6BACB8}" dt="2025-09-08T18:59:36.158" v="4065"/>
          <ac:graphicFrameMkLst>
            <pc:docMk/>
            <pc:sldMk cId="3276006343" sldId="325"/>
            <ac:graphicFrameMk id="72" creationId="{00837BF2-3BD2-7C20-A4FE-1B31C1F0E907}"/>
          </ac:graphicFrameMkLst>
        </pc:graphicFrameChg>
        <pc:graphicFrameChg chg="add del mod ord">
          <ac:chgData name="Wayne, Zach" userId="55cd3958-236b-48c1-ab79-3abe9c83ce8d" providerId="ADAL" clId="{9B55536B-F019-4FDA-9532-AF5FEC6BACB8}" dt="2025-09-08T18:59:36.295" v="4084"/>
          <ac:graphicFrameMkLst>
            <pc:docMk/>
            <pc:sldMk cId="3276006343" sldId="325"/>
            <ac:graphicFrameMk id="73" creationId="{927656A0-CB7F-466D-BB85-43550AE6CD86}"/>
          </ac:graphicFrameMkLst>
        </pc:graphicFrameChg>
        <pc:graphicFrameChg chg="add del mod ord">
          <ac:chgData name="Wayne, Zach" userId="55cd3958-236b-48c1-ab79-3abe9c83ce8d" providerId="ADAL" clId="{9B55536B-F019-4FDA-9532-AF5FEC6BACB8}" dt="2025-09-08T18:59:38.738" v="4121"/>
          <ac:graphicFrameMkLst>
            <pc:docMk/>
            <pc:sldMk cId="3276006343" sldId="325"/>
            <ac:graphicFrameMk id="74" creationId="{7464C4B1-EFE7-7591-A104-936E53CBFBA1}"/>
          </ac:graphicFrameMkLst>
        </pc:graphicFrameChg>
        <pc:graphicFrameChg chg="add del mod ord">
          <ac:chgData name="Wayne, Zach" userId="55cd3958-236b-48c1-ab79-3abe9c83ce8d" providerId="ADAL" clId="{9B55536B-F019-4FDA-9532-AF5FEC6BACB8}" dt="2025-09-08T18:59:38.876" v="4128"/>
          <ac:graphicFrameMkLst>
            <pc:docMk/>
            <pc:sldMk cId="3276006343" sldId="325"/>
            <ac:graphicFrameMk id="75" creationId="{685F184E-6F99-0712-B885-69C435206285}"/>
          </ac:graphicFrameMkLst>
        </pc:graphicFrameChg>
        <pc:graphicFrameChg chg="add del mod ord">
          <ac:chgData name="Wayne, Zach" userId="55cd3958-236b-48c1-ab79-3abe9c83ce8d" providerId="ADAL" clId="{9B55536B-F019-4FDA-9532-AF5FEC6BACB8}" dt="2025-09-08T18:59:43.288" v="4199"/>
          <ac:graphicFrameMkLst>
            <pc:docMk/>
            <pc:sldMk cId="3276006343" sldId="325"/>
            <ac:graphicFrameMk id="76" creationId="{78DE3D49-7160-09E5-3FB8-BCD01BB280BA}"/>
          </ac:graphicFrameMkLst>
        </pc:graphicFrameChg>
        <pc:graphicFrameChg chg="add del mod ord">
          <ac:chgData name="Wayne, Zach" userId="55cd3958-236b-48c1-ab79-3abe9c83ce8d" providerId="ADAL" clId="{9B55536B-F019-4FDA-9532-AF5FEC6BACB8}" dt="2025-09-08T18:59:41.050" v="4171"/>
          <ac:graphicFrameMkLst>
            <pc:docMk/>
            <pc:sldMk cId="3276006343" sldId="325"/>
            <ac:graphicFrameMk id="77" creationId="{E92C4AFF-E3F6-12CF-F179-D4F1D4337C2D}"/>
          </ac:graphicFrameMkLst>
        </pc:graphicFrameChg>
        <pc:graphicFrameChg chg="add del mod ord">
          <ac:chgData name="Wayne, Zach" userId="55cd3958-236b-48c1-ab79-3abe9c83ce8d" providerId="ADAL" clId="{9B55536B-F019-4FDA-9532-AF5FEC6BACB8}" dt="2025-09-08T18:59:45.211" v="4240"/>
          <ac:graphicFrameMkLst>
            <pc:docMk/>
            <pc:sldMk cId="3276006343" sldId="325"/>
            <ac:graphicFrameMk id="78" creationId="{1C617364-D749-2629-519F-87076AE8C0C9}"/>
          </ac:graphicFrameMkLst>
        </pc:graphicFrameChg>
        <pc:graphicFrameChg chg="add del mod ord">
          <ac:chgData name="Wayne, Zach" userId="55cd3958-236b-48c1-ab79-3abe9c83ce8d" providerId="ADAL" clId="{9B55536B-F019-4FDA-9532-AF5FEC6BACB8}" dt="2025-09-08T18:59:47.756" v="4281"/>
          <ac:graphicFrameMkLst>
            <pc:docMk/>
            <pc:sldMk cId="3276006343" sldId="325"/>
            <ac:graphicFrameMk id="79" creationId="{D03DC866-DA6E-3212-6848-C2C101B9213D}"/>
          </ac:graphicFrameMkLst>
        </pc:graphicFrameChg>
        <pc:graphicFrameChg chg="add del mod ord">
          <ac:chgData name="Wayne, Zach" userId="55cd3958-236b-48c1-ab79-3abe9c83ce8d" providerId="ADAL" clId="{9B55536B-F019-4FDA-9532-AF5FEC6BACB8}" dt="2025-09-08T18:59:49.320" v="4322"/>
          <ac:graphicFrameMkLst>
            <pc:docMk/>
            <pc:sldMk cId="3276006343" sldId="325"/>
            <ac:graphicFrameMk id="80" creationId="{CFADD3F1-03B0-5E9C-8672-FA22DCBBB793}"/>
          </ac:graphicFrameMkLst>
        </pc:graphicFrameChg>
        <pc:graphicFrameChg chg="add del mod ord">
          <ac:chgData name="Wayne, Zach" userId="55cd3958-236b-48c1-ab79-3abe9c83ce8d" providerId="ADAL" clId="{9B55536B-F019-4FDA-9532-AF5FEC6BACB8}" dt="2025-09-08T19:00:23.193" v="4667"/>
          <ac:graphicFrameMkLst>
            <pc:docMk/>
            <pc:sldMk cId="3276006343" sldId="325"/>
            <ac:graphicFrameMk id="81" creationId="{E0119DFC-3A99-344F-B2AB-E0C34A5D3410}"/>
          </ac:graphicFrameMkLst>
        </pc:graphicFrameChg>
        <pc:graphicFrameChg chg="add mod ord">
          <ac:chgData name="Wayne, Zach" userId="55cd3958-236b-48c1-ab79-3abe9c83ce8d" providerId="ADAL" clId="{9B55536B-F019-4FDA-9532-AF5FEC6BACB8}" dt="2025-09-08T19:00:01.694" v="4387"/>
          <ac:graphicFrameMkLst>
            <pc:docMk/>
            <pc:sldMk cId="3276006343" sldId="325"/>
            <ac:graphicFrameMk id="82" creationId="{3D0B8F51-56B0-54EC-EDF0-DEBCDBDD7BF4}"/>
          </ac:graphicFrameMkLst>
        </pc:graphicFrameChg>
        <pc:graphicFrameChg chg="add del mod ord">
          <ac:chgData name="Wayne, Zach" userId="55cd3958-236b-48c1-ab79-3abe9c83ce8d" providerId="ADAL" clId="{9B55536B-F019-4FDA-9532-AF5FEC6BACB8}" dt="2025-09-08T19:00:22.777" v="4557"/>
          <ac:graphicFrameMkLst>
            <pc:docMk/>
            <pc:sldMk cId="3276006343" sldId="325"/>
            <ac:graphicFrameMk id="84" creationId="{C2C81CFF-A7CD-B28B-4449-31D704E72A9B}"/>
          </ac:graphicFrameMkLst>
        </pc:graphicFrameChg>
        <pc:graphicFrameChg chg="add del mod ord">
          <ac:chgData name="Wayne, Zach" userId="55cd3958-236b-48c1-ab79-3abe9c83ce8d" providerId="ADAL" clId="{9B55536B-F019-4FDA-9532-AF5FEC6BACB8}" dt="2025-09-08T19:03:06.258" v="5523"/>
          <ac:graphicFrameMkLst>
            <pc:docMk/>
            <pc:sldMk cId="3276006343" sldId="325"/>
            <ac:graphicFrameMk id="89" creationId="{576DA3B7-0E16-C872-532A-329E8CC36328}"/>
          </ac:graphicFrameMkLst>
        </pc:graphicFrameChg>
        <pc:graphicFrameChg chg="add del mod ord">
          <ac:chgData name="Wayne, Zach" userId="55cd3958-236b-48c1-ab79-3abe9c83ce8d" providerId="ADAL" clId="{9B55536B-F019-4FDA-9532-AF5FEC6BACB8}" dt="2025-09-08T19:01:19.597" v="5147"/>
          <ac:graphicFrameMkLst>
            <pc:docMk/>
            <pc:sldMk cId="3276006343" sldId="325"/>
            <ac:graphicFrameMk id="91" creationId="{0CD65A83-7CA7-D847-2DDB-ABB03597066D}"/>
          </ac:graphicFrameMkLst>
        </pc:graphicFrameChg>
        <pc:graphicFrameChg chg="add mod ord">
          <ac:chgData name="Wayne, Zach" userId="55cd3958-236b-48c1-ab79-3abe9c83ce8d" providerId="ADAL" clId="{9B55536B-F019-4FDA-9532-AF5FEC6BACB8}" dt="2025-09-08T19:01:08.438" v="4830" actId="1076"/>
          <ac:graphicFrameMkLst>
            <pc:docMk/>
            <pc:sldMk cId="3276006343" sldId="325"/>
            <ac:graphicFrameMk id="93" creationId="{D4003483-9622-7D02-98E9-3FC9561C3285}"/>
          </ac:graphicFrameMkLst>
        </pc:graphicFrameChg>
        <pc:graphicFrameChg chg="add mod ord">
          <ac:chgData name="Wayne, Zach" userId="55cd3958-236b-48c1-ab79-3abe9c83ce8d" providerId="ADAL" clId="{9B55536B-F019-4FDA-9532-AF5FEC6BACB8}" dt="2025-09-08T19:01:15.393" v="4989" actId="1076"/>
          <ac:graphicFrameMkLst>
            <pc:docMk/>
            <pc:sldMk cId="3276006343" sldId="325"/>
            <ac:graphicFrameMk id="96" creationId="{45F2A102-CFA5-E01D-1972-B1F1B23CF901}"/>
          </ac:graphicFrameMkLst>
        </pc:graphicFrameChg>
        <pc:graphicFrameChg chg="add del mod ord">
          <ac:chgData name="Wayne, Zach" userId="55cd3958-236b-48c1-ab79-3abe9c83ce8d" providerId="ADAL" clId="{9B55536B-F019-4FDA-9532-AF5FEC6BACB8}" dt="2025-09-08T19:02:14.506" v="5325"/>
          <ac:graphicFrameMkLst>
            <pc:docMk/>
            <pc:sldMk cId="3276006343" sldId="325"/>
            <ac:graphicFrameMk id="99" creationId="{7F41118A-22BC-DADD-47B1-E97DFAECE848}"/>
          </ac:graphicFrameMkLst>
        </pc:graphicFrameChg>
        <pc:graphicFrameChg chg="add mod ord">
          <ac:chgData name="Wayne, Zach" userId="55cd3958-236b-48c1-ab79-3abe9c83ce8d" providerId="ADAL" clId="{9B55536B-F019-4FDA-9532-AF5FEC6BACB8}" dt="2025-09-08T19:02:06.991" v="5235"/>
          <ac:graphicFrameMkLst>
            <pc:docMk/>
            <pc:sldMk cId="3276006343" sldId="325"/>
            <ac:graphicFrameMk id="100" creationId="{5AE6B452-0F07-49B9-AAF0-5CA7E1CA1984}"/>
          </ac:graphicFrameMkLst>
        </pc:graphicFrameChg>
        <pc:graphicFrameChg chg="add del mod ord">
          <ac:chgData name="Wayne, Zach" userId="55cd3958-236b-48c1-ab79-3abe9c83ce8d" providerId="ADAL" clId="{9B55536B-F019-4FDA-9532-AF5FEC6BACB8}" dt="2025-09-08T19:02:41.563" v="5364"/>
          <ac:graphicFrameMkLst>
            <pc:docMk/>
            <pc:sldMk cId="3276006343" sldId="325"/>
            <ac:graphicFrameMk id="102" creationId="{B67ECBF4-CFBA-E197-5559-71E93F83C0FF}"/>
          </ac:graphicFrameMkLst>
        </pc:graphicFrameChg>
        <pc:graphicFrameChg chg="add del mod ord">
          <ac:chgData name="Wayne, Zach" userId="55cd3958-236b-48c1-ab79-3abe9c83ce8d" providerId="ADAL" clId="{9B55536B-F019-4FDA-9532-AF5FEC6BACB8}" dt="2025-09-08T19:02:45.865" v="5401"/>
          <ac:graphicFrameMkLst>
            <pc:docMk/>
            <pc:sldMk cId="3276006343" sldId="325"/>
            <ac:graphicFrameMk id="103" creationId="{3C6EB3AF-0591-71C5-F3F7-BC86E7E67552}"/>
          </ac:graphicFrameMkLst>
        </pc:graphicFrameChg>
        <pc:graphicFrameChg chg="add del mod ord">
          <ac:chgData name="Wayne, Zach" userId="55cd3958-236b-48c1-ab79-3abe9c83ce8d" providerId="ADAL" clId="{9B55536B-F019-4FDA-9532-AF5FEC6BACB8}" dt="2025-09-08T19:02:47.985" v="5438"/>
          <ac:graphicFrameMkLst>
            <pc:docMk/>
            <pc:sldMk cId="3276006343" sldId="325"/>
            <ac:graphicFrameMk id="104" creationId="{F9192FB3-9E53-EBFB-0CC9-FE51C2DC3CA1}"/>
          </ac:graphicFrameMkLst>
        </pc:graphicFrameChg>
        <pc:graphicFrameChg chg="add del mod ord">
          <ac:chgData name="Wayne, Zach" userId="55cd3958-236b-48c1-ab79-3abe9c83ce8d" providerId="ADAL" clId="{9B55536B-F019-4FDA-9532-AF5FEC6BACB8}" dt="2025-09-08T19:03:03.744" v="5475"/>
          <ac:graphicFrameMkLst>
            <pc:docMk/>
            <pc:sldMk cId="3276006343" sldId="325"/>
            <ac:graphicFrameMk id="105" creationId="{95868166-0BDF-13A8-ABE3-47E69212E24E}"/>
          </ac:graphicFrameMkLst>
        </pc:graphicFrameChg>
        <pc:graphicFrameChg chg="add del mod ord">
          <ac:chgData name="Wayne, Zach" userId="55cd3958-236b-48c1-ab79-3abe9c83ce8d" providerId="ADAL" clId="{9B55536B-F019-4FDA-9532-AF5FEC6BACB8}" dt="2025-09-08T19:03:06.129" v="5512"/>
          <ac:graphicFrameMkLst>
            <pc:docMk/>
            <pc:sldMk cId="3276006343" sldId="325"/>
            <ac:graphicFrameMk id="106" creationId="{70FA6818-C292-A49B-65BC-EC7E912315AF}"/>
          </ac:graphicFrameMkLst>
        </pc:graphicFrameChg>
        <pc:graphicFrameChg chg="add mod ord">
          <ac:chgData name="Wayne, Zach" userId="55cd3958-236b-48c1-ab79-3abe9c83ce8d" providerId="ADAL" clId="{9B55536B-F019-4FDA-9532-AF5FEC6BACB8}" dt="2025-09-08T19:03:06.268" v="5529"/>
          <ac:graphicFrameMkLst>
            <pc:docMk/>
            <pc:sldMk cId="3276006343" sldId="325"/>
            <ac:graphicFrameMk id="107" creationId="{3E3C9BDE-12F8-7A3B-05A3-CFD65E9BD9F3}"/>
          </ac:graphicFrameMkLst>
        </pc:graphicFrameChg>
        <pc:cxnChg chg="add mod">
          <ac:chgData name="Wayne, Zach" userId="55cd3958-236b-48c1-ab79-3abe9c83ce8d" providerId="ADAL" clId="{9B55536B-F019-4FDA-9532-AF5FEC6BACB8}" dt="2025-09-08T19:04:48.627" v="5657" actId="14100"/>
          <ac:cxnSpMkLst>
            <pc:docMk/>
            <pc:sldMk cId="3276006343" sldId="325"/>
            <ac:cxnSpMk id="109" creationId="{AC80B0EB-019B-7100-A551-54068232401E}"/>
          </ac:cxnSpMkLst>
        </pc:cxnChg>
      </pc:sldChg>
      <pc:sldChg chg="addSp delSp modSp add mod">
        <pc:chgData name="Wayne, Zach" userId="55cd3958-236b-48c1-ab79-3abe9c83ce8d" providerId="ADAL" clId="{9B55536B-F019-4FDA-9532-AF5FEC6BACB8}" dt="2025-09-09T13:14:25.563" v="9658" actId="1035"/>
        <pc:sldMkLst>
          <pc:docMk/>
          <pc:sldMk cId="441242387" sldId="326"/>
        </pc:sldMkLst>
        <pc:spChg chg="mod">
          <ac:chgData name="Wayne, Zach" userId="55cd3958-236b-48c1-ab79-3abe9c83ce8d" providerId="ADAL" clId="{9B55536B-F019-4FDA-9532-AF5FEC6BACB8}" dt="2025-09-08T19:05:39.676" v="5680" actId="948"/>
          <ac:spMkLst>
            <pc:docMk/>
            <pc:sldMk cId="441242387" sldId="326"/>
            <ac:spMk id="2" creationId="{B167D0A6-1E76-0C77-B600-63DD6108ACB0}"/>
          </ac:spMkLst>
        </pc:spChg>
        <pc:spChg chg="add mod">
          <ac:chgData name="Wayne, Zach" userId="55cd3958-236b-48c1-ab79-3abe9c83ce8d" providerId="ADAL" clId="{9B55536B-F019-4FDA-9532-AF5FEC6BACB8}" dt="2025-09-08T19:18:31.173" v="6102" actId="1038"/>
          <ac:spMkLst>
            <pc:docMk/>
            <pc:sldMk cId="441242387" sldId="326"/>
            <ac:spMk id="3" creationId="{859B911B-28A7-18AE-8B80-51B60A39A7BB}"/>
          </ac:spMkLst>
        </pc:spChg>
        <pc:spChg chg="del">
          <ac:chgData name="Wayne, Zach" userId="55cd3958-236b-48c1-ab79-3abe9c83ce8d" providerId="ADAL" clId="{9B55536B-F019-4FDA-9532-AF5FEC6BACB8}" dt="2025-09-08T19:06:52.740" v="5689" actId="478"/>
          <ac:spMkLst>
            <pc:docMk/>
            <pc:sldMk cId="441242387" sldId="326"/>
            <ac:spMk id="5" creationId="{FAE3FABD-1723-BC9E-B138-B60D1BEE0B39}"/>
          </ac:spMkLst>
        </pc:spChg>
        <pc:spChg chg="mod">
          <ac:chgData name="Wayne, Zach" userId="55cd3958-236b-48c1-ab79-3abe9c83ce8d" providerId="ADAL" clId="{9B55536B-F019-4FDA-9532-AF5FEC6BACB8}" dt="2025-09-08T19:06:10.898" v="5684" actId="207"/>
          <ac:spMkLst>
            <pc:docMk/>
            <pc:sldMk cId="441242387" sldId="326"/>
            <ac:spMk id="11" creationId="{A8CBCCAB-51AA-D847-E98B-F451468E4781}"/>
          </ac:spMkLst>
        </pc:spChg>
        <pc:spChg chg="mod">
          <ac:chgData name="Wayne, Zach" userId="55cd3958-236b-48c1-ab79-3abe9c83ce8d" providerId="ADAL" clId="{9B55536B-F019-4FDA-9532-AF5FEC6BACB8}" dt="2025-09-08T19:06:29.576" v="5688" actId="207"/>
          <ac:spMkLst>
            <pc:docMk/>
            <pc:sldMk cId="441242387" sldId="326"/>
            <ac:spMk id="12" creationId="{081BD325-8EE0-A84F-8026-0A1D42E5C71F}"/>
          </ac:spMkLst>
        </pc:spChg>
        <pc:spChg chg="add mod">
          <ac:chgData name="Wayne, Zach" userId="55cd3958-236b-48c1-ab79-3abe9c83ce8d" providerId="ADAL" clId="{9B55536B-F019-4FDA-9532-AF5FEC6BACB8}" dt="2025-09-09T13:14:25.563" v="9658" actId="1035"/>
          <ac:spMkLst>
            <pc:docMk/>
            <pc:sldMk cId="441242387" sldId="326"/>
            <ac:spMk id="14" creationId="{53713EE0-CA2E-682C-B178-ABC63D8DABDF}"/>
          </ac:spMkLst>
        </pc:spChg>
        <pc:spChg chg="add del mod">
          <ac:chgData name="Wayne, Zach" userId="55cd3958-236b-48c1-ab79-3abe9c83ce8d" providerId="ADAL" clId="{9B55536B-F019-4FDA-9532-AF5FEC6BACB8}" dt="2025-09-08T19:13:06.226" v="5762" actId="478"/>
          <ac:spMkLst>
            <pc:docMk/>
            <pc:sldMk cId="441242387" sldId="326"/>
            <ac:spMk id="16" creationId="{10F0FB61-06D9-4D9E-130A-876395CFB210}"/>
          </ac:spMkLst>
        </pc:spChg>
        <pc:spChg chg="add mod">
          <ac:chgData name="Wayne, Zach" userId="55cd3958-236b-48c1-ab79-3abe9c83ce8d" providerId="ADAL" clId="{9B55536B-F019-4FDA-9532-AF5FEC6BACB8}" dt="2025-09-08T19:18:18.827" v="6068" actId="1038"/>
          <ac:spMkLst>
            <pc:docMk/>
            <pc:sldMk cId="441242387" sldId="326"/>
            <ac:spMk id="18" creationId="{C4FE650A-BD63-D973-F9B8-F3E51680EE35}"/>
          </ac:spMkLst>
        </pc:spChg>
        <pc:spChg chg="del">
          <ac:chgData name="Wayne, Zach" userId="55cd3958-236b-48c1-ab79-3abe9c83ce8d" providerId="ADAL" clId="{9B55536B-F019-4FDA-9532-AF5FEC6BACB8}" dt="2025-09-08T19:06:52.740" v="5689" actId="478"/>
          <ac:spMkLst>
            <pc:docMk/>
            <pc:sldMk cId="441242387" sldId="326"/>
            <ac:spMk id="19" creationId="{6FE6DC5A-6659-6A91-A282-86458EAA11B4}"/>
          </ac:spMkLst>
        </pc:spChg>
        <pc:spChg chg="del">
          <ac:chgData name="Wayne, Zach" userId="55cd3958-236b-48c1-ab79-3abe9c83ce8d" providerId="ADAL" clId="{9B55536B-F019-4FDA-9532-AF5FEC6BACB8}" dt="2025-09-08T19:06:52.740" v="5689" actId="478"/>
          <ac:spMkLst>
            <pc:docMk/>
            <pc:sldMk cId="441242387" sldId="326"/>
            <ac:spMk id="20" creationId="{233532F6-4E73-7BDB-5E9E-3DCC44806B23}"/>
          </ac:spMkLst>
        </pc:spChg>
        <pc:spChg chg="add del mod">
          <ac:chgData name="Wayne, Zach" userId="55cd3958-236b-48c1-ab79-3abe9c83ce8d" providerId="ADAL" clId="{9B55536B-F019-4FDA-9532-AF5FEC6BACB8}" dt="2025-09-08T19:14:24.609" v="5916" actId="478"/>
          <ac:spMkLst>
            <pc:docMk/>
            <pc:sldMk cId="441242387" sldId="326"/>
            <ac:spMk id="26" creationId="{E3CA8B75-CD79-D53E-EF39-3F877CD8A03C}"/>
          </ac:spMkLst>
        </pc:spChg>
        <pc:spChg chg="del">
          <ac:chgData name="Wayne, Zach" userId="55cd3958-236b-48c1-ab79-3abe9c83ce8d" providerId="ADAL" clId="{9B55536B-F019-4FDA-9532-AF5FEC6BACB8}" dt="2025-09-08T19:06:52.740" v="5689" actId="478"/>
          <ac:spMkLst>
            <pc:docMk/>
            <pc:sldMk cId="441242387" sldId="326"/>
            <ac:spMk id="29" creationId="{4655D7F6-11CF-94D1-8EAC-08809327E886}"/>
          </ac:spMkLst>
        </pc:spChg>
        <pc:spChg chg="del">
          <ac:chgData name="Wayne, Zach" userId="55cd3958-236b-48c1-ab79-3abe9c83ce8d" providerId="ADAL" clId="{9B55536B-F019-4FDA-9532-AF5FEC6BACB8}" dt="2025-09-08T19:06:52.740" v="5689" actId="478"/>
          <ac:spMkLst>
            <pc:docMk/>
            <pc:sldMk cId="441242387" sldId="326"/>
            <ac:spMk id="30" creationId="{D17D1E0E-015C-4326-96CF-37FE3AE0FFBE}"/>
          </ac:spMkLst>
        </pc:spChg>
        <pc:spChg chg="del">
          <ac:chgData name="Wayne, Zach" userId="55cd3958-236b-48c1-ab79-3abe9c83ce8d" providerId="ADAL" clId="{9B55536B-F019-4FDA-9532-AF5FEC6BACB8}" dt="2025-09-08T19:06:52.740" v="5689" actId="478"/>
          <ac:spMkLst>
            <pc:docMk/>
            <pc:sldMk cId="441242387" sldId="326"/>
            <ac:spMk id="31" creationId="{A6CE1BF0-8B76-7B86-5332-3CE71501E632}"/>
          </ac:spMkLst>
        </pc:spChg>
        <pc:spChg chg="del">
          <ac:chgData name="Wayne, Zach" userId="55cd3958-236b-48c1-ab79-3abe9c83ce8d" providerId="ADAL" clId="{9B55536B-F019-4FDA-9532-AF5FEC6BACB8}" dt="2025-09-08T19:06:52.740" v="5689" actId="478"/>
          <ac:spMkLst>
            <pc:docMk/>
            <pc:sldMk cId="441242387" sldId="326"/>
            <ac:spMk id="32" creationId="{652E8BF8-362F-ECB5-F572-4196237CDF4F}"/>
          </ac:spMkLst>
        </pc:spChg>
        <pc:spChg chg="del">
          <ac:chgData name="Wayne, Zach" userId="55cd3958-236b-48c1-ab79-3abe9c83ce8d" providerId="ADAL" clId="{9B55536B-F019-4FDA-9532-AF5FEC6BACB8}" dt="2025-09-08T19:07:14.764" v="5693" actId="478"/>
          <ac:spMkLst>
            <pc:docMk/>
            <pc:sldMk cId="441242387" sldId="326"/>
            <ac:spMk id="34" creationId="{C0E7D0DB-DD74-4EF6-D453-FD6A554DF9B7}"/>
          </ac:spMkLst>
        </pc:spChg>
        <pc:spChg chg="del">
          <ac:chgData name="Wayne, Zach" userId="55cd3958-236b-48c1-ab79-3abe9c83ce8d" providerId="ADAL" clId="{9B55536B-F019-4FDA-9532-AF5FEC6BACB8}" dt="2025-09-08T19:06:52.740" v="5689" actId="478"/>
          <ac:spMkLst>
            <pc:docMk/>
            <pc:sldMk cId="441242387" sldId="326"/>
            <ac:spMk id="35" creationId="{7D3E7D49-2F1D-8F6D-9A76-F8984BADC34D}"/>
          </ac:spMkLst>
        </pc:spChg>
        <pc:spChg chg="add mod">
          <ac:chgData name="Wayne, Zach" userId="55cd3958-236b-48c1-ab79-3abe9c83ce8d" providerId="ADAL" clId="{9B55536B-F019-4FDA-9532-AF5FEC6BACB8}" dt="2025-09-08T19:18:15.898" v="6053" actId="1038"/>
          <ac:spMkLst>
            <pc:docMk/>
            <pc:sldMk cId="441242387" sldId="326"/>
            <ac:spMk id="36" creationId="{4ED8E0B7-2EFC-4454-D4DD-3C0EF99D1BFA}"/>
          </ac:spMkLst>
        </pc:spChg>
        <pc:spChg chg="add mod">
          <ac:chgData name="Wayne, Zach" userId="55cd3958-236b-48c1-ab79-3abe9c83ce8d" providerId="ADAL" clId="{9B55536B-F019-4FDA-9532-AF5FEC6BACB8}" dt="2025-09-08T19:17:46.206" v="6021" actId="1036"/>
          <ac:spMkLst>
            <pc:docMk/>
            <pc:sldMk cId="441242387" sldId="326"/>
            <ac:spMk id="43" creationId="{F428295F-586B-2E7E-6872-EF781D236309}"/>
          </ac:spMkLst>
        </pc:spChg>
        <pc:spChg chg="del">
          <ac:chgData name="Wayne, Zach" userId="55cd3958-236b-48c1-ab79-3abe9c83ce8d" providerId="ADAL" clId="{9B55536B-F019-4FDA-9532-AF5FEC6BACB8}" dt="2025-09-08T19:06:52.740" v="5689" actId="478"/>
          <ac:spMkLst>
            <pc:docMk/>
            <pc:sldMk cId="441242387" sldId="326"/>
            <ac:spMk id="44" creationId="{591257F8-3159-EBA8-00C3-3CC4CAE0BE92}"/>
          </ac:spMkLst>
        </pc:spChg>
        <pc:spChg chg="add mod">
          <ac:chgData name="Wayne, Zach" userId="55cd3958-236b-48c1-ab79-3abe9c83ce8d" providerId="ADAL" clId="{9B55536B-F019-4FDA-9532-AF5FEC6BACB8}" dt="2025-09-08T19:19:27.356" v="6208" actId="20577"/>
          <ac:spMkLst>
            <pc:docMk/>
            <pc:sldMk cId="441242387" sldId="326"/>
            <ac:spMk id="45" creationId="{849DB32D-E38C-743F-DA87-09A671711CEE}"/>
          </ac:spMkLst>
        </pc:spChg>
        <pc:graphicFrameChg chg="del">
          <ac:chgData name="Wayne, Zach" userId="55cd3958-236b-48c1-ab79-3abe9c83ce8d" providerId="ADAL" clId="{9B55536B-F019-4FDA-9532-AF5FEC6BACB8}" dt="2025-09-08T19:06:52.740" v="5689" actId="478"/>
          <ac:graphicFrameMkLst>
            <pc:docMk/>
            <pc:sldMk cId="441242387" sldId="326"/>
            <ac:graphicFrameMk id="4" creationId="{35505933-5B78-2B17-70A2-74E17090D6D1}"/>
          </ac:graphicFrameMkLst>
        </pc:graphicFrameChg>
        <pc:graphicFrameChg chg="add mod modGraphic">
          <ac:chgData name="Wayne, Zach" userId="55cd3958-236b-48c1-ab79-3abe9c83ce8d" providerId="ADAL" clId="{9B55536B-F019-4FDA-9532-AF5FEC6BACB8}" dt="2025-09-08T19:18:31.173" v="6102" actId="1038"/>
          <ac:graphicFrameMkLst>
            <pc:docMk/>
            <pc:sldMk cId="441242387" sldId="326"/>
            <ac:graphicFrameMk id="9" creationId="{F8EC2FDF-9D98-5A09-1F0A-81E3FC343EF3}"/>
          </ac:graphicFrameMkLst>
        </pc:graphicFrameChg>
        <pc:graphicFrameChg chg="mod">
          <ac:chgData name="Wayne, Zach" userId="55cd3958-236b-48c1-ab79-3abe9c83ce8d" providerId="ADAL" clId="{9B55536B-F019-4FDA-9532-AF5FEC6BACB8}" dt="2025-09-08T19:05:39.680" v="5682"/>
          <ac:graphicFrameMkLst>
            <pc:docMk/>
            <pc:sldMk cId="441242387" sldId="326"/>
            <ac:graphicFrameMk id="13" creationId="{E9744172-22EF-2267-D04E-E58572A31D6B}"/>
          </ac:graphicFrameMkLst>
        </pc:graphicFrameChg>
        <pc:graphicFrameChg chg="add mod">
          <ac:chgData name="Wayne, Zach" userId="55cd3958-236b-48c1-ab79-3abe9c83ce8d" providerId="ADAL" clId="{9B55536B-F019-4FDA-9532-AF5FEC6BACB8}" dt="2025-09-08T19:17:46.206" v="6021" actId="1036"/>
          <ac:graphicFrameMkLst>
            <pc:docMk/>
            <pc:sldMk cId="441242387" sldId="326"/>
            <ac:graphicFrameMk id="15" creationId="{0F81FE78-3E3E-FD12-D669-E49B04287912}"/>
          </ac:graphicFrameMkLst>
        </pc:graphicFrameChg>
        <pc:graphicFrameChg chg="add del mod">
          <ac:chgData name="Wayne, Zach" userId="55cd3958-236b-48c1-ab79-3abe9c83ce8d" providerId="ADAL" clId="{9B55536B-F019-4FDA-9532-AF5FEC6BACB8}" dt="2025-09-08T19:13:04.258" v="5761" actId="478"/>
          <ac:graphicFrameMkLst>
            <pc:docMk/>
            <pc:sldMk cId="441242387" sldId="326"/>
            <ac:graphicFrameMk id="17" creationId="{8D0FAFC7-D555-6B86-6865-A81F2C35E184}"/>
          </ac:graphicFrameMkLst>
        </pc:graphicFrameChg>
        <pc:graphicFrameChg chg="add mod modGraphic">
          <ac:chgData name="Wayne, Zach" userId="55cd3958-236b-48c1-ab79-3abe9c83ce8d" providerId="ADAL" clId="{9B55536B-F019-4FDA-9532-AF5FEC6BACB8}" dt="2025-09-09T13:14:25.563" v="9658" actId="1035"/>
          <ac:graphicFrameMkLst>
            <pc:docMk/>
            <pc:sldMk cId="441242387" sldId="326"/>
            <ac:graphicFrameMk id="48" creationId="{89F303A3-8ED6-26BC-CA9F-BBCA324F67C0}"/>
          </ac:graphicFrameMkLst>
        </pc:graphicFrameChg>
        <pc:picChg chg="add mod">
          <ac:chgData name="Wayne, Zach" userId="55cd3958-236b-48c1-ab79-3abe9c83ce8d" providerId="ADAL" clId="{9B55536B-F019-4FDA-9532-AF5FEC6BACB8}" dt="2025-09-08T19:18:08.506" v="6032" actId="12788"/>
          <ac:picMkLst>
            <pc:docMk/>
            <pc:sldMk cId="441242387" sldId="326"/>
            <ac:picMk id="10" creationId="{EA6419B3-066D-785C-4B59-089D0718AFF1}"/>
          </ac:picMkLst>
        </pc:picChg>
        <pc:picChg chg="add mod">
          <ac:chgData name="Wayne, Zach" userId="55cd3958-236b-48c1-ab79-3abe9c83ce8d" providerId="ADAL" clId="{9B55536B-F019-4FDA-9532-AF5FEC6BACB8}" dt="2025-09-09T13:14:25.563" v="9658" actId="1035"/>
          <ac:picMkLst>
            <pc:docMk/>
            <pc:sldMk cId="441242387" sldId="326"/>
            <ac:picMk id="1026" creationId="{05D57CA5-94AF-20E6-3C51-BB5A6A5ABBC8}"/>
          </ac:picMkLst>
        </pc:picChg>
        <pc:cxnChg chg="add mod">
          <ac:chgData name="Wayne, Zach" userId="55cd3958-236b-48c1-ab79-3abe9c83ce8d" providerId="ADAL" clId="{9B55536B-F019-4FDA-9532-AF5FEC6BACB8}" dt="2025-09-08T19:18:49.588" v="6105" actId="14100"/>
          <ac:cxnSpMkLst>
            <pc:docMk/>
            <pc:sldMk cId="441242387" sldId="326"/>
            <ac:cxnSpMk id="46" creationId="{B7B2EBEE-99C5-DDD7-AA31-0A838CDAFBC8}"/>
          </ac:cxnSpMkLst>
        </pc:cxnChg>
      </pc:sldChg>
      <pc:sldChg chg="addSp delSp modSp add mod">
        <pc:chgData name="Wayne, Zach" userId="55cd3958-236b-48c1-ab79-3abe9c83ce8d" providerId="ADAL" clId="{9B55536B-F019-4FDA-9532-AF5FEC6BACB8}" dt="2025-09-08T20:28:37.546" v="9564" actId="20577"/>
        <pc:sldMkLst>
          <pc:docMk/>
          <pc:sldMk cId="2709024475" sldId="327"/>
        </pc:sldMkLst>
        <pc:spChg chg="mod">
          <ac:chgData name="Wayne, Zach" userId="55cd3958-236b-48c1-ab79-3abe9c83ce8d" providerId="ADAL" clId="{9B55536B-F019-4FDA-9532-AF5FEC6BACB8}" dt="2025-09-08T19:33:57.721" v="8992" actId="948"/>
          <ac:spMkLst>
            <pc:docMk/>
            <pc:sldMk cId="2709024475" sldId="327"/>
            <ac:spMk id="2" creationId="{05756B3C-F5E5-7C20-B468-82C168E87F55}"/>
          </ac:spMkLst>
        </pc:spChg>
        <pc:spChg chg="add del mod modVis">
          <ac:chgData name="Wayne, Zach" userId="55cd3958-236b-48c1-ab79-3abe9c83ce8d" providerId="ADAL" clId="{9B55536B-F019-4FDA-9532-AF5FEC6BACB8}" dt="2025-09-08T19:33:57.748" v="9013"/>
          <ac:spMkLst>
            <pc:docMk/>
            <pc:sldMk cId="2709024475" sldId="327"/>
            <ac:spMk id="27" creationId="{5A7678B5-A726-C1DB-E29D-5078E776D972}"/>
          </ac:spMkLst>
        </pc:spChg>
        <pc:spChg chg="add mod">
          <ac:chgData name="Wayne, Zach" userId="55cd3958-236b-48c1-ab79-3abe9c83ce8d" providerId="ADAL" clId="{9B55536B-F019-4FDA-9532-AF5FEC6BACB8}" dt="2025-09-08T19:45:58.460" v="9017"/>
          <ac:spMkLst>
            <pc:docMk/>
            <pc:sldMk cId="2709024475" sldId="327"/>
            <ac:spMk id="33" creationId="{70A53304-68C0-1827-3B2B-B6B7DB60327D}"/>
          </ac:spMkLst>
        </pc:spChg>
        <pc:spChg chg="add mod">
          <ac:chgData name="Wayne, Zach" userId="55cd3958-236b-48c1-ab79-3abe9c83ce8d" providerId="ADAL" clId="{9B55536B-F019-4FDA-9532-AF5FEC6BACB8}" dt="2025-09-08T19:45:58.460" v="9017"/>
          <ac:spMkLst>
            <pc:docMk/>
            <pc:sldMk cId="2709024475" sldId="327"/>
            <ac:spMk id="35" creationId="{41AC0D98-655C-84AB-2225-A618B9609958}"/>
          </ac:spMkLst>
        </pc:spChg>
        <pc:spChg chg="add mod">
          <ac:chgData name="Wayne, Zach" userId="55cd3958-236b-48c1-ab79-3abe9c83ce8d" providerId="ADAL" clId="{9B55536B-F019-4FDA-9532-AF5FEC6BACB8}" dt="2025-09-08T19:46:05.123" v="9019"/>
          <ac:spMkLst>
            <pc:docMk/>
            <pc:sldMk cId="2709024475" sldId="327"/>
            <ac:spMk id="37" creationId="{761A8353-77B8-57F1-D9AF-05EEB98ADD09}"/>
          </ac:spMkLst>
        </pc:spChg>
        <pc:spChg chg="add mod">
          <ac:chgData name="Wayne, Zach" userId="55cd3958-236b-48c1-ab79-3abe9c83ce8d" providerId="ADAL" clId="{9B55536B-F019-4FDA-9532-AF5FEC6BACB8}" dt="2025-09-08T19:46:05.123" v="9019"/>
          <ac:spMkLst>
            <pc:docMk/>
            <pc:sldMk cId="2709024475" sldId="327"/>
            <ac:spMk id="38" creationId="{09DA9CF9-EEBF-2A46-EA11-F2DFDD7A805C}"/>
          </ac:spMkLst>
        </pc:spChg>
        <pc:spChg chg="add del mod">
          <ac:chgData name="Wayne, Zach" userId="55cd3958-236b-48c1-ab79-3abe9c83ce8d" providerId="ADAL" clId="{9B55536B-F019-4FDA-9532-AF5FEC6BACB8}" dt="2025-09-08T20:27:40.180" v="9489" actId="478"/>
          <ac:spMkLst>
            <pc:docMk/>
            <pc:sldMk cId="2709024475" sldId="327"/>
            <ac:spMk id="40" creationId="{7A05B068-C79B-841D-43EC-DAC42381DF42}"/>
          </ac:spMkLst>
        </pc:spChg>
        <pc:spChg chg="del">
          <ac:chgData name="Wayne, Zach" userId="55cd3958-236b-48c1-ab79-3abe9c83ce8d" providerId="ADAL" clId="{9B55536B-F019-4FDA-9532-AF5FEC6BACB8}" dt="2025-09-08T19:33:50.674" v="8972" actId="478"/>
          <ac:spMkLst>
            <pc:docMk/>
            <pc:sldMk cId="2709024475" sldId="327"/>
            <ac:spMk id="1032" creationId="{808E0562-D55F-22BB-5BA2-AF45C2B79367}"/>
          </ac:spMkLst>
        </pc:spChg>
        <pc:spChg chg="del">
          <ac:chgData name="Wayne, Zach" userId="55cd3958-236b-48c1-ab79-3abe9c83ce8d" providerId="ADAL" clId="{9B55536B-F019-4FDA-9532-AF5FEC6BACB8}" dt="2025-09-08T19:33:50.674" v="8972" actId="478"/>
          <ac:spMkLst>
            <pc:docMk/>
            <pc:sldMk cId="2709024475" sldId="327"/>
            <ac:spMk id="1034" creationId="{94EA7D8E-AB70-1E42-808F-0790CC27B382}"/>
          </ac:spMkLst>
        </pc:spChg>
        <pc:spChg chg="del">
          <ac:chgData name="Wayne, Zach" userId="55cd3958-236b-48c1-ab79-3abe9c83ce8d" providerId="ADAL" clId="{9B55536B-F019-4FDA-9532-AF5FEC6BACB8}" dt="2025-09-08T19:33:50.674" v="8972" actId="478"/>
          <ac:spMkLst>
            <pc:docMk/>
            <pc:sldMk cId="2709024475" sldId="327"/>
            <ac:spMk id="1036" creationId="{15CE9F7B-D370-DC50-AA5D-E1153A01E764}"/>
          </ac:spMkLst>
        </pc:spChg>
        <pc:spChg chg="del">
          <ac:chgData name="Wayne, Zach" userId="55cd3958-236b-48c1-ab79-3abe9c83ce8d" providerId="ADAL" clId="{9B55536B-F019-4FDA-9532-AF5FEC6BACB8}" dt="2025-09-08T19:33:50.674" v="8972" actId="478"/>
          <ac:spMkLst>
            <pc:docMk/>
            <pc:sldMk cId="2709024475" sldId="327"/>
            <ac:spMk id="1037" creationId="{940B5BA8-5CEF-5478-D680-FDCC1B340B8F}"/>
          </ac:spMkLst>
        </pc:spChg>
        <pc:spChg chg="del">
          <ac:chgData name="Wayne, Zach" userId="55cd3958-236b-48c1-ab79-3abe9c83ce8d" providerId="ADAL" clId="{9B55536B-F019-4FDA-9532-AF5FEC6BACB8}" dt="2025-09-08T19:33:50.674" v="8972" actId="478"/>
          <ac:spMkLst>
            <pc:docMk/>
            <pc:sldMk cId="2709024475" sldId="327"/>
            <ac:spMk id="1038" creationId="{BDF1E5F9-6932-E48D-7448-0B08B176D402}"/>
          </ac:spMkLst>
        </pc:spChg>
        <pc:spChg chg="del">
          <ac:chgData name="Wayne, Zach" userId="55cd3958-236b-48c1-ab79-3abe9c83ce8d" providerId="ADAL" clId="{9B55536B-F019-4FDA-9532-AF5FEC6BACB8}" dt="2025-09-08T19:33:50.674" v="8972" actId="478"/>
          <ac:spMkLst>
            <pc:docMk/>
            <pc:sldMk cId="2709024475" sldId="327"/>
            <ac:spMk id="1040" creationId="{F4C0980C-7B0D-170B-0E3C-1891C17AD503}"/>
          </ac:spMkLst>
        </pc:spChg>
        <pc:spChg chg="del">
          <ac:chgData name="Wayne, Zach" userId="55cd3958-236b-48c1-ab79-3abe9c83ce8d" providerId="ADAL" clId="{9B55536B-F019-4FDA-9532-AF5FEC6BACB8}" dt="2025-09-08T19:33:50.674" v="8972" actId="478"/>
          <ac:spMkLst>
            <pc:docMk/>
            <pc:sldMk cId="2709024475" sldId="327"/>
            <ac:spMk id="1051" creationId="{74B61900-B4B5-3478-687E-DB4FFD80D1C6}"/>
          </ac:spMkLst>
        </pc:spChg>
        <pc:spChg chg="del">
          <ac:chgData name="Wayne, Zach" userId="55cd3958-236b-48c1-ab79-3abe9c83ce8d" providerId="ADAL" clId="{9B55536B-F019-4FDA-9532-AF5FEC6BACB8}" dt="2025-09-08T19:33:50.674" v="8972" actId="478"/>
          <ac:spMkLst>
            <pc:docMk/>
            <pc:sldMk cId="2709024475" sldId="327"/>
            <ac:spMk id="1052" creationId="{8ACDB0B0-06CA-F76A-64BE-973A63426EBB}"/>
          </ac:spMkLst>
        </pc:spChg>
        <pc:spChg chg="del">
          <ac:chgData name="Wayne, Zach" userId="55cd3958-236b-48c1-ab79-3abe9c83ce8d" providerId="ADAL" clId="{9B55536B-F019-4FDA-9532-AF5FEC6BACB8}" dt="2025-09-08T19:33:50.674" v="8972" actId="478"/>
          <ac:spMkLst>
            <pc:docMk/>
            <pc:sldMk cId="2709024475" sldId="327"/>
            <ac:spMk id="1109" creationId="{884DF62F-B805-B0C1-93D6-0496EB20C95B}"/>
          </ac:spMkLst>
        </pc:spChg>
        <pc:grpChg chg="add mod">
          <ac:chgData name="Wayne, Zach" userId="55cd3958-236b-48c1-ab79-3abe9c83ce8d" providerId="ADAL" clId="{9B55536B-F019-4FDA-9532-AF5FEC6BACB8}" dt="2025-09-08T19:45:58.460" v="9017"/>
          <ac:grpSpMkLst>
            <pc:docMk/>
            <pc:sldMk cId="2709024475" sldId="327"/>
            <ac:grpSpMk id="28" creationId="{C8D2B7E6-30D8-B0C3-D077-B07D566F5131}"/>
          </ac:grpSpMkLst>
        </pc:grpChg>
        <pc:grpChg chg="add mod">
          <ac:chgData name="Wayne, Zach" userId="55cd3958-236b-48c1-ab79-3abe9c83ce8d" providerId="ADAL" clId="{9B55536B-F019-4FDA-9532-AF5FEC6BACB8}" dt="2025-09-08T19:46:05.123" v="9019"/>
          <ac:grpSpMkLst>
            <pc:docMk/>
            <pc:sldMk cId="2709024475" sldId="327"/>
            <ac:grpSpMk id="36" creationId="{8821E3B6-9DD9-90A9-5DC7-A180E0DBF801}"/>
          </ac:grpSpMkLst>
        </pc:grpChg>
        <pc:graphicFrameChg chg="mod">
          <ac:chgData name="Wayne, Zach" userId="55cd3958-236b-48c1-ab79-3abe9c83ce8d" providerId="ADAL" clId="{9B55536B-F019-4FDA-9532-AF5FEC6BACB8}" dt="2025-09-08T19:33:57.750" v="9015"/>
          <ac:graphicFrameMkLst>
            <pc:docMk/>
            <pc:sldMk cId="2709024475" sldId="327"/>
            <ac:graphicFrameMk id="14" creationId="{A76705E7-6F90-B06B-7342-798A7DED9FD2}"/>
          </ac:graphicFrameMkLst>
        </pc:graphicFrameChg>
        <pc:graphicFrameChg chg="add mod modGraphic">
          <ac:chgData name="Wayne, Zach" userId="55cd3958-236b-48c1-ab79-3abe9c83ce8d" providerId="ADAL" clId="{9B55536B-F019-4FDA-9532-AF5FEC6BACB8}" dt="2025-09-08T20:28:37.546" v="9564" actId="20577"/>
          <ac:graphicFrameMkLst>
            <pc:docMk/>
            <pc:sldMk cId="2709024475" sldId="327"/>
            <ac:graphicFrameMk id="39" creationId="{F165E5C7-5EB4-0558-E303-947217EA55C1}"/>
          </ac:graphicFrameMkLst>
        </pc:graphicFrameChg>
        <pc:picChg chg="del">
          <ac:chgData name="Wayne, Zach" userId="55cd3958-236b-48c1-ab79-3abe9c83ce8d" providerId="ADAL" clId="{9B55536B-F019-4FDA-9532-AF5FEC6BACB8}" dt="2025-09-08T19:33:50.674" v="8972" actId="478"/>
          <ac:picMkLst>
            <pc:docMk/>
            <pc:sldMk cId="2709024475" sldId="327"/>
            <ac:picMk id="10" creationId="{F2CDCEF5-FE77-FC28-9DE4-6339B5E52B4B}"/>
          </ac:picMkLst>
        </pc:picChg>
        <pc:cxnChg chg="add del mod">
          <ac:chgData name="Wayne, Zach" userId="55cd3958-236b-48c1-ab79-3abe9c83ce8d" providerId="ADAL" clId="{9B55536B-F019-4FDA-9532-AF5FEC6BACB8}" dt="2025-09-08T20:27:40.180" v="9489" actId="478"/>
          <ac:cxnSpMkLst>
            <pc:docMk/>
            <pc:sldMk cId="2709024475" sldId="327"/>
            <ac:cxnSpMk id="41" creationId="{56ACB1AA-99E4-B800-5F18-D5566C56CC3D}"/>
          </ac:cxnSpMkLst>
        </pc:cxnChg>
      </pc:sldChg>
      <pc:sldMasterChg chg="addSp delSp modSp mod">
        <pc:chgData name="Wayne, Zach" userId="55cd3958-236b-48c1-ab79-3abe9c83ce8d" providerId="ADAL" clId="{9B55536B-F019-4FDA-9532-AF5FEC6BACB8}" dt="2025-09-08T17:27:03.443" v="73"/>
        <pc:sldMasterMkLst>
          <pc:docMk/>
          <pc:sldMasterMk cId="617265513" sldId="2147483648"/>
        </pc:sldMasterMkLst>
        <pc:spChg chg="mod">
          <ac:chgData name="Wayne, Zach" userId="55cd3958-236b-48c1-ab79-3abe9c83ce8d" providerId="ADAL" clId="{9B55536B-F019-4FDA-9532-AF5FEC6BACB8}" dt="2025-09-08T17:27:03.286" v="34" actId="948"/>
          <ac:spMkLst>
            <pc:docMk/>
            <pc:sldMasterMk cId="617265513" sldId="2147483648"/>
            <ac:spMk id="2" creationId="{A23944D9-DA53-93A2-CE84-A353324938AE}"/>
          </ac:spMkLst>
        </pc:spChg>
        <pc:spChg chg="add del mod modVis">
          <ac:chgData name="Wayne, Zach" userId="55cd3958-236b-48c1-ab79-3abe9c83ce8d" providerId="ADAL" clId="{9B55536B-F019-4FDA-9532-AF5FEC6BACB8}" dt="2025-09-08T17:27:03.333" v="59"/>
          <ac:spMkLst>
            <pc:docMk/>
            <pc:sldMasterMk cId="617265513" sldId="2147483648"/>
            <ac:spMk id="7" creationId="{18EC163F-AA62-CA72-A96D-117A7AD5BEA2}"/>
          </ac:spMkLst>
        </pc:spChg>
        <pc:graphicFrameChg chg="add mod ord modVis">
          <ac:chgData name="Wayne, Zach" userId="55cd3958-236b-48c1-ab79-3abe9c83ce8d" providerId="ADAL" clId="{9B55536B-F019-4FDA-9532-AF5FEC6BACB8}" dt="2025-09-08T17:27:03.443" v="73"/>
          <ac:graphicFrameMkLst>
            <pc:docMk/>
            <pc:sldMasterMk cId="617265513" sldId="2147483648"/>
            <ac:graphicFrameMk id="8" creationId="{E6CF475E-BDAE-2110-A8CE-6FAE374D8DB5}"/>
          </ac:graphicFrameMkLst>
        </pc:graphicFrameChg>
      </pc:sldMasterChg>
      <pc:sldMasterChg chg="addSp">
        <pc:chgData name="Wayne, Zach" userId="55cd3958-236b-48c1-ab79-3abe9c83ce8d" providerId="ADAL" clId="{9B55536B-F019-4FDA-9532-AF5FEC6BACB8}" dt="2025-09-08T17:28:26.519" v="263"/>
        <pc:sldMasterMkLst>
          <pc:docMk/>
          <pc:sldMasterMk cId="243113729" sldId="2147483661"/>
        </pc:sldMasterMkLst>
        <pc:graphicFrameChg chg="add">
          <ac:chgData name="Wayne, Zach" userId="55cd3958-236b-48c1-ab79-3abe9c83ce8d" providerId="ADAL" clId="{9B55536B-F019-4FDA-9532-AF5FEC6BACB8}" dt="2025-09-08T17:28:26.519" v="263"/>
          <ac:graphicFrameMkLst>
            <pc:docMk/>
            <pc:sldMasterMk cId="243113729" sldId="2147483661"/>
            <ac:graphicFrameMk id="6" creationId="{34DDAAB1-501B-9434-2C47-DA4005324DEA}"/>
          </ac:graphicFrameMkLst>
        </pc:graphicFrame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484098939929329E-2"/>
          <c:y val="5.4580896686159841E-2"/>
          <c:w val="0.97703180212014129"/>
          <c:h val="0.89083820662768032"/>
        </c:manualLayout>
      </c:layout>
      <c:barChart>
        <c:barDir val="col"/>
        <c:grouping val="stacked"/>
        <c:varyColors val="0"/>
        <c:ser>
          <c:idx val="0"/>
          <c:order val="0"/>
          <c:spPr>
            <a:solidFill>
              <a:srgbClr val="009DE0"/>
            </a:solidFill>
            <a:ln w="9525" cmpd="sng" algn="ctr">
              <a:solidFill>
                <a:srgbClr val="000000"/>
              </a:solidFill>
              <a:prstDash val="solid"/>
            </a:ln>
          </c:spPr>
          <c:invertIfNegative val="0"/>
          <c:dLbls>
            <c:dLbl>
              <c:idx val="0"/>
              <c:layout>
                <c:manualLayout>
                  <c:x val="0"/>
                  <c:y val="0"/>
                </c:manualLayout>
              </c:layout>
              <c:numFmt formatCode="#,##0&quot;%&quot;;&quot;-&quot;#,##0&quot;%&quot;" sourceLinked="0"/>
              <c:spPr>
                <a:noFill/>
                <a:ln>
                  <a:noFill/>
                </a:ln>
              </c:spPr>
              <c:txPr>
                <a:bodyPr wrap="none"/>
                <a:lstStyle/>
                <a:p>
                  <a:pPr>
                    <a:defRPr sz="1200" kern="1200">
                      <a:solidFill>
                        <a:schemeClr val="bg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F50-4D25-A113-F814DB7A15BF}"/>
                </c:ext>
              </c:extLst>
            </c:dLbl>
            <c:dLbl>
              <c:idx val="1"/>
              <c:layout>
                <c:manualLayout>
                  <c:x val="0"/>
                  <c:y val="-3.2488628979857048E-4"/>
                </c:manualLayout>
              </c:layout>
              <c:numFmt formatCode="#,##0&quot;%&quot;;&quot;-&quot;#,##0&quot;%&quot;" sourceLinked="0"/>
              <c:spPr>
                <a:noFill/>
                <a:ln>
                  <a:noFill/>
                </a:ln>
              </c:spPr>
              <c:txPr>
                <a:bodyPr wrap="none"/>
                <a:lstStyle/>
                <a:p>
                  <a:pPr>
                    <a:defRPr sz="1200" kern="1200">
                      <a:solidFill>
                        <a:schemeClr val="bg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F50-4D25-A113-F814DB7A15BF}"/>
                </c:ext>
              </c:extLst>
            </c:dLbl>
            <c:dLbl>
              <c:idx val="2"/>
              <c:layout>
                <c:manualLayout>
                  <c:x val="0"/>
                  <c:y val="-3.2488628979857048E-4"/>
                </c:manualLayout>
              </c:layout>
              <c:numFmt formatCode="#,##0&quot;%&quot;;&quot;-&quot;#,##0&quot;%&quot;" sourceLinked="0"/>
              <c:spPr>
                <a:noFill/>
                <a:ln>
                  <a:noFill/>
                </a:ln>
              </c:spPr>
              <c:txPr>
                <a:bodyPr wrap="none"/>
                <a:lstStyle/>
                <a:p>
                  <a:pPr>
                    <a:defRPr sz="1200" kern="1200">
                      <a:solidFill>
                        <a:schemeClr val="bg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F50-4D25-A113-F814DB7A15BF}"/>
                </c:ext>
              </c:extLst>
            </c:dLbl>
            <c:dLbl>
              <c:idx val="3"/>
              <c:layout>
                <c:manualLayout>
                  <c:x val="0"/>
                  <c:y val="0"/>
                </c:manualLayout>
              </c:layout>
              <c:numFmt formatCode="#,##0&quot;%&quot;;&quot;-&quot;#,##0&quot;%&quot;" sourceLinked="0"/>
              <c:spPr>
                <a:noFill/>
                <a:ln>
                  <a:noFill/>
                </a:ln>
              </c:spPr>
              <c:txPr>
                <a:bodyPr wrap="none"/>
                <a:lstStyle/>
                <a:p>
                  <a:pPr>
                    <a:defRPr sz="1200" kern="1200">
                      <a:solidFill>
                        <a:schemeClr val="bg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F50-4D25-A113-F814DB7A15B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Sheet1!$A$1:$D$1</c:f>
              <c:numCache>
                <c:formatCode>General</c:formatCode>
                <c:ptCount val="4"/>
                <c:pt idx="0">
                  <c:v>83</c:v>
                </c:pt>
                <c:pt idx="1">
                  <c:v>75</c:v>
                </c:pt>
                <c:pt idx="2">
                  <c:v>47</c:v>
                </c:pt>
                <c:pt idx="3">
                  <c:v>55.000000000000007</c:v>
                </c:pt>
              </c:numCache>
            </c:numRef>
          </c:val>
          <c:extLst>
            <c:ext xmlns:c16="http://schemas.microsoft.com/office/drawing/2014/chart" uri="{C3380CC4-5D6E-409C-BE32-E72D297353CC}">
              <c16:uniqueId val="{00000004-1F50-4D25-A113-F814DB7A15BF}"/>
            </c:ext>
          </c:extLst>
        </c:ser>
        <c:ser>
          <c:idx val="1"/>
          <c:order val="1"/>
          <c:spPr>
            <a:solidFill>
              <a:srgbClr val="002C77"/>
            </a:solidFill>
            <a:ln w="9525" cmpd="sng" algn="ctr">
              <a:solidFill>
                <a:srgbClr val="000000"/>
              </a:solidFill>
              <a:prstDash val="solid"/>
            </a:ln>
          </c:spPr>
          <c:invertIfNegative val="0"/>
          <c:dLbls>
            <c:dLbl>
              <c:idx val="0"/>
              <c:layout>
                <c:manualLayout>
                  <c:x val="0"/>
                  <c:y val="0"/>
                </c:manualLayout>
              </c:layout>
              <c:numFmt formatCode="#,##0&quot;%&quot;;&quot;-&quot;#,##0&quot;%&quot;" sourceLinked="0"/>
              <c:spPr>
                <a:noFill/>
                <a:ln>
                  <a:noFill/>
                </a:ln>
              </c:spPr>
              <c:txPr>
                <a:bodyPr wrap="none"/>
                <a:lstStyle/>
                <a:p>
                  <a:pPr>
                    <a:defRPr sz="1200" kern="1200">
                      <a:solidFill>
                        <a:schemeClr val="bg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F50-4D25-A113-F814DB7A15BF}"/>
                </c:ext>
              </c:extLst>
            </c:dLbl>
            <c:dLbl>
              <c:idx val="1"/>
              <c:layout>
                <c:manualLayout>
                  <c:x val="0"/>
                  <c:y val="0"/>
                </c:manualLayout>
              </c:layout>
              <c:numFmt formatCode="#,##0&quot;%&quot;;&quot;-&quot;#,##0&quot;%&quot;" sourceLinked="0"/>
              <c:spPr>
                <a:noFill/>
                <a:ln>
                  <a:noFill/>
                </a:ln>
              </c:spPr>
              <c:txPr>
                <a:bodyPr wrap="none"/>
                <a:lstStyle/>
                <a:p>
                  <a:pPr>
                    <a:defRPr sz="1200" kern="1200">
                      <a:solidFill>
                        <a:schemeClr val="bg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F50-4D25-A113-F814DB7A15BF}"/>
                </c:ext>
              </c:extLst>
            </c:dLbl>
            <c:dLbl>
              <c:idx val="2"/>
              <c:layout>
                <c:manualLayout>
                  <c:x val="0"/>
                  <c:y val="-3.2488628979857048E-4"/>
                </c:manualLayout>
              </c:layout>
              <c:numFmt formatCode="#,##0&quot;%&quot;;&quot;-&quot;#,##0&quot;%&quot;" sourceLinked="0"/>
              <c:spPr>
                <a:noFill/>
                <a:ln>
                  <a:noFill/>
                </a:ln>
              </c:spPr>
              <c:txPr>
                <a:bodyPr wrap="none"/>
                <a:lstStyle/>
                <a:p>
                  <a:pPr>
                    <a:defRPr sz="1200" kern="1200">
                      <a:solidFill>
                        <a:schemeClr val="bg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1F50-4D25-A113-F814DB7A15BF}"/>
                </c:ext>
              </c:extLst>
            </c:dLbl>
            <c:dLbl>
              <c:idx val="3"/>
              <c:layout>
                <c:manualLayout>
                  <c:x val="0"/>
                  <c:y val="0"/>
                </c:manualLayout>
              </c:layout>
              <c:numFmt formatCode="#,##0&quot;%&quot;;&quot;-&quot;#,##0&quot;%&quot;" sourceLinked="0"/>
              <c:spPr>
                <a:noFill/>
                <a:ln>
                  <a:noFill/>
                </a:ln>
              </c:spPr>
              <c:txPr>
                <a:bodyPr wrap="none"/>
                <a:lstStyle/>
                <a:p>
                  <a:pPr>
                    <a:defRPr sz="1200" kern="1200">
                      <a:solidFill>
                        <a:schemeClr val="bg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1F50-4D25-A113-F814DB7A15B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Sheet1!$A$2:$D$2</c:f>
              <c:numCache>
                <c:formatCode>General</c:formatCode>
                <c:ptCount val="4"/>
                <c:pt idx="0">
                  <c:v>17.000000000000004</c:v>
                </c:pt>
                <c:pt idx="1">
                  <c:v>25</c:v>
                </c:pt>
                <c:pt idx="2">
                  <c:v>16.000000000000004</c:v>
                </c:pt>
                <c:pt idx="3">
                  <c:v>16.000000000000004</c:v>
                </c:pt>
              </c:numCache>
            </c:numRef>
          </c:val>
          <c:extLst>
            <c:ext xmlns:c16="http://schemas.microsoft.com/office/drawing/2014/chart" uri="{C3380CC4-5D6E-409C-BE32-E72D297353CC}">
              <c16:uniqueId val="{00000009-1F50-4D25-A113-F814DB7A15BF}"/>
            </c:ext>
          </c:extLst>
        </c:ser>
        <c:dLbls>
          <c:showLegendKey val="0"/>
          <c:showVal val="0"/>
          <c:showCatName val="0"/>
          <c:showSerName val="0"/>
          <c:showPercent val="0"/>
          <c:showBubbleSize val="0"/>
        </c:dLbls>
        <c:gapWidth val="300"/>
        <c:overlap val="100"/>
        <c:axId val="701053647"/>
        <c:axId val="1"/>
      </c:barChart>
      <c:catAx>
        <c:axId val="701053647"/>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701053647"/>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484098939929329E-2"/>
          <c:y val="5.533596837944664E-2"/>
          <c:w val="0.97703180212014129"/>
          <c:h val="0.88932806324110669"/>
        </c:manualLayout>
      </c:layout>
      <c:barChart>
        <c:barDir val="col"/>
        <c:grouping val="stacked"/>
        <c:varyColors val="0"/>
        <c:ser>
          <c:idx val="0"/>
          <c:order val="0"/>
          <c:spPr>
            <a:solidFill>
              <a:srgbClr val="C7EDFF"/>
            </a:solidFill>
            <a:ln w="9525" cmpd="sng" algn="ctr">
              <a:solidFill>
                <a:srgbClr val="000000"/>
              </a:solidFill>
              <a:prstDash val="solid"/>
            </a:ln>
          </c:spPr>
          <c:invertIfNegative val="0"/>
          <c:dLbls>
            <c:dLbl>
              <c:idx val="0"/>
              <c:layout>
                <c:manualLayout>
                  <c:x val="0"/>
                  <c:y val="0"/>
                </c:manualLayout>
              </c:layout>
              <c:numFmt formatCode="#,##0&quot;%&quot;;&quot;-&quot;#,##0&quot;%&quot;" sourceLinked="0"/>
              <c:spPr>
                <a:noFill/>
                <a:ln>
                  <a:noFill/>
                </a:ln>
              </c:spPr>
              <c:txPr>
                <a:bodyPr wrap="none"/>
                <a:lstStyle/>
                <a:p>
                  <a:pPr>
                    <a:defRPr sz="1200" kern="1200">
                      <a:solidFill>
                        <a:schemeClr val="tx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7C5B-410A-B153-96082C9FC1BC}"/>
                </c:ext>
              </c:extLst>
            </c:dLbl>
            <c:dLbl>
              <c:idx val="1"/>
              <c:layout>
                <c:manualLayout>
                  <c:x val="0"/>
                  <c:y val="0"/>
                </c:manualLayout>
              </c:layout>
              <c:numFmt formatCode="#,##0&quot;%&quot;;&quot;-&quot;#,##0&quot;%&quot;" sourceLinked="0"/>
              <c:spPr>
                <a:noFill/>
                <a:ln>
                  <a:noFill/>
                </a:ln>
              </c:spPr>
              <c:txPr>
                <a:bodyPr wrap="none"/>
                <a:lstStyle/>
                <a:p>
                  <a:pPr>
                    <a:defRPr sz="1200" kern="1200">
                      <a:solidFill>
                        <a:schemeClr val="tx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C5B-410A-B153-96082C9FC1BC}"/>
                </c:ext>
              </c:extLst>
            </c:dLbl>
            <c:dLbl>
              <c:idx val="2"/>
              <c:layout>
                <c:manualLayout>
                  <c:x val="0"/>
                  <c:y val="0"/>
                </c:manualLayout>
              </c:layout>
              <c:numFmt formatCode="#,##0&quot;%&quot;;&quot;-&quot;#,##0&quot;%&quot;" sourceLinked="0"/>
              <c:spPr>
                <a:noFill/>
                <a:ln>
                  <a:noFill/>
                </a:ln>
              </c:spPr>
              <c:txPr>
                <a:bodyPr wrap="none"/>
                <a:lstStyle/>
                <a:p>
                  <a:pPr>
                    <a:defRPr sz="1200" kern="1200">
                      <a:solidFill>
                        <a:schemeClr val="tx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7C5B-410A-B153-96082C9FC1BC}"/>
                </c:ext>
              </c:extLst>
            </c:dLbl>
            <c:dLbl>
              <c:idx val="3"/>
              <c:layout>
                <c:manualLayout>
                  <c:x val="0"/>
                  <c:y val="0"/>
                </c:manualLayout>
              </c:layout>
              <c:numFmt formatCode="#,##0&quot;%&quot;;&quot;-&quot;#,##0&quot;%&quot;" sourceLinked="0"/>
              <c:spPr>
                <a:noFill/>
                <a:ln>
                  <a:noFill/>
                </a:ln>
              </c:spPr>
              <c:txPr>
                <a:bodyPr wrap="none"/>
                <a:lstStyle/>
                <a:p>
                  <a:pPr>
                    <a:defRPr sz="1200" kern="1200">
                      <a:solidFill>
                        <a:schemeClr val="tx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7C5B-410A-B153-96082C9FC1B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Sheet1!$A$1:$D$1</c:f>
              <c:numCache>
                <c:formatCode>General</c:formatCode>
                <c:ptCount val="4"/>
                <c:pt idx="0">
                  <c:v>73</c:v>
                </c:pt>
                <c:pt idx="1">
                  <c:v>70</c:v>
                </c:pt>
                <c:pt idx="2">
                  <c:v>15</c:v>
                </c:pt>
                <c:pt idx="3">
                  <c:v>42</c:v>
                </c:pt>
              </c:numCache>
            </c:numRef>
          </c:val>
          <c:extLst>
            <c:ext xmlns:c16="http://schemas.microsoft.com/office/drawing/2014/chart" uri="{C3380CC4-5D6E-409C-BE32-E72D297353CC}">
              <c16:uniqueId val="{00000004-7C5B-410A-B153-96082C9FC1BC}"/>
            </c:ext>
          </c:extLst>
        </c:ser>
        <c:ser>
          <c:idx val="1"/>
          <c:order val="1"/>
          <c:spPr>
            <a:solidFill>
              <a:srgbClr val="96A5FF"/>
            </a:solidFill>
            <a:ln w="9525" cmpd="sng" algn="ctr">
              <a:solidFill>
                <a:srgbClr val="000000"/>
              </a:solidFill>
              <a:prstDash val="solid"/>
            </a:ln>
          </c:spPr>
          <c:invertIfNegative val="0"/>
          <c:dLbls>
            <c:dLbl>
              <c:idx val="0"/>
              <c:layout>
                <c:manualLayout>
                  <c:x val="0"/>
                  <c:y val="0"/>
                </c:manualLayout>
              </c:layout>
              <c:numFmt formatCode="#,##0&quot;%&quot;;&quot;-&quot;#,##0&quot;%&quot;" sourceLinked="0"/>
              <c:spPr>
                <a:noFill/>
                <a:ln>
                  <a:noFill/>
                </a:ln>
              </c:spPr>
              <c:txPr>
                <a:bodyPr wrap="none"/>
                <a:lstStyle/>
                <a:p>
                  <a:pPr>
                    <a:defRPr sz="1200" kern="1200">
                      <a:solidFill>
                        <a:schemeClr val="tx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7C5B-410A-B153-96082C9FC1BC}"/>
                </c:ext>
              </c:extLst>
            </c:dLbl>
            <c:dLbl>
              <c:idx val="1"/>
              <c:layout>
                <c:manualLayout>
                  <c:x val="0"/>
                  <c:y val="0"/>
                </c:manualLayout>
              </c:layout>
              <c:numFmt formatCode="#,##0&quot;%&quot;;&quot;-&quot;#,##0&quot;%&quot;" sourceLinked="0"/>
              <c:spPr>
                <a:noFill/>
                <a:ln>
                  <a:noFill/>
                </a:ln>
              </c:spPr>
              <c:txPr>
                <a:bodyPr wrap="none"/>
                <a:lstStyle/>
                <a:p>
                  <a:pPr>
                    <a:defRPr sz="1200" kern="1200">
                      <a:solidFill>
                        <a:schemeClr val="tx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7C5B-410A-B153-96082C9FC1BC}"/>
                </c:ext>
              </c:extLst>
            </c:dLbl>
            <c:dLbl>
              <c:idx val="2"/>
              <c:layout>
                <c:manualLayout>
                  <c:x val="0"/>
                  <c:y val="0"/>
                </c:manualLayout>
              </c:layout>
              <c:numFmt formatCode="#,##0&quot;%&quot;;&quot;-&quot;#,##0&quot;%&quot;" sourceLinked="0"/>
              <c:spPr>
                <a:noFill/>
                <a:ln>
                  <a:noFill/>
                </a:ln>
              </c:spPr>
              <c:txPr>
                <a:bodyPr wrap="none"/>
                <a:lstStyle/>
                <a:p>
                  <a:pPr>
                    <a:defRPr sz="1200" kern="1200">
                      <a:solidFill>
                        <a:schemeClr val="tx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7C5B-410A-B153-96082C9FC1BC}"/>
                </c:ext>
              </c:extLst>
            </c:dLbl>
            <c:dLbl>
              <c:idx val="3"/>
              <c:layout>
                <c:manualLayout>
                  <c:x val="0"/>
                  <c:y val="-3.2938076416337287E-4"/>
                </c:manualLayout>
              </c:layout>
              <c:numFmt formatCode="#,##0&quot;%&quot;;&quot;-&quot;#,##0&quot;%&quot;" sourceLinked="0"/>
              <c:spPr>
                <a:noFill/>
                <a:ln>
                  <a:noFill/>
                </a:ln>
              </c:spPr>
              <c:txPr>
                <a:bodyPr wrap="none"/>
                <a:lstStyle/>
                <a:p>
                  <a:pPr>
                    <a:defRPr sz="1200" kern="1200">
                      <a:solidFill>
                        <a:schemeClr val="tx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7C5B-410A-B153-96082C9FC1BC}"/>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Sheet1!$A$2:$D$2</c:f>
              <c:numCache>
                <c:formatCode>General</c:formatCode>
                <c:ptCount val="4"/>
                <c:pt idx="0">
                  <c:v>24</c:v>
                </c:pt>
                <c:pt idx="1">
                  <c:v>19.999999999999996</c:v>
                </c:pt>
                <c:pt idx="2">
                  <c:v>20</c:v>
                </c:pt>
                <c:pt idx="3">
                  <c:v>20</c:v>
                </c:pt>
              </c:numCache>
            </c:numRef>
          </c:val>
          <c:extLst>
            <c:ext xmlns:c16="http://schemas.microsoft.com/office/drawing/2014/chart" uri="{C3380CC4-5D6E-409C-BE32-E72D297353CC}">
              <c16:uniqueId val="{00000009-7C5B-410A-B153-96082C9FC1BC}"/>
            </c:ext>
          </c:extLst>
        </c:ser>
        <c:dLbls>
          <c:showLegendKey val="0"/>
          <c:showVal val="0"/>
          <c:showCatName val="0"/>
          <c:showSerName val="0"/>
          <c:showPercent val="0"/>
          <c:showBubbleSize val="0"/>
        </c:dLbls>
        <c:gapWidth val="300"/>
        <c:overlap val="100"/>
        <c:axId val="744793791"/>
        <c:axId val="1"/>
      </c:barChart>
      <c:catAx>
        <c:axId val="74479379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97"/>
          <c:min val="0"/>
        </c:scaling>
        <c:delete val="1"/>
        <c:axPos val="l"/>
        <c:numFmt formatCode="General" sourceLinked="1"/>
        <c:majorTickMark val="out"/>
        <c:minorTickMark val="none"/>
        <c:tickLblPos val="nextTo"/>
        <c:crossAx val="744793791"/>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2308022308022309E-2"/>
          <c:y val="8.8181485547017935E-2"/>
          <c:w val="0.95538395538395537"/>
          <c:h val="0.85034760336626414"/>
        </c:manualLayout>
      </c:layout>
      <c:barChart>
        <c:barDir val="col"/>
        <c:grouping val="clustered"/>
        <c:varyColors val="0"/>
        <c:ser>
          <c:idx val="0"/>
          <c:order val="0"/>
          <c:spPr>
            <a:solidFill>
              <a:srgbClr val="009DE0"/>
            </a:solidFill>
            <a:ln w="9525" cmpd="sng" algn="ctr">
              <a:solidFill>
                <a:srgbClr val="000000"/>
              </a:solidFill>
              <a:prstDash val="solid"/>
            </a:ln>
          </c:spPr>
          <c:invertIfNegative val="0"/>
          <c:dLbls>
            <c:dLbl>
              <c:idx val="0"/>
              <c:layout>
                <c:manualLayout>
                  <c:x val="0"/>
                  <c:y val="-0.45225027442371019"/>
                </c:manualLayout>
              </c:layout>
              <c:numFmt formatCode="#,##0;&quot;-&quot;#,##0" sourceLinked="0"/>
              <c:spPr>
                <a:noFill/>
                <a:ln>
                  <a:noFill/>
                </a:ln>
              </c:spPr>
              <c:txPr>
                <a:bodyPr wrap="none"/>
                <a:lstStyle/>
                <a:p>
                  <a:pPr>
                    <a:defRPr sz="1200" kern="1200">
                      <a:solidFill>
                        <a:schemeClr val="tx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69CB-4A5D-A321-0A7273D0023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General</c:formatCode>
                <c:ptCount val="1"/>
                <c:pt idx="0">
                  <c:v>4717</c:v>
                </c:pt>
              </c:numCache>
            </c:numRef>
          </c:val>
          <c:extLst>
            <c:ext xmlns:c16="http://schemas.microsoft.com/office/drawing/2014/chart" uri="{C3380CC4-5D6E-409C-BE32-E72D297353CC}">
              <c16:uniqueId val="{00000001-69CB-4A5D-A321-0A7273D0023E}"/>
            </c:ext>
          </c:extLst>
        </c:ser>
        <c:ser>
          <c:idx val="1"/>
          <c:order val="1"/>
          <c:spPr>
            <a:solidFill>
              <a:srgbClr val="002C77"/>
            </a:solidFill>
            <a:ln w="9525" cmpd="sng" algn="ctr">
              <a:solidFill>
                <a:srgbClr val="000000"/>
              </a:solidFill>
              <a:prstDash val="solid"/>
            </a:ln>
          </c:spPr>
          <c:invertIfNegative val="0"/>
          <c:dLbls>
            <c:dLbl>
              <c:idx val="0"/>
              <c:layout>
                <c:manualLayout>
                  <c:x val="0"/>
                  <c:y val="-0.34540797658251005"/>
                </c:manualLayout>
              </c:layout>
              <c:numFmt formatCode="#,##0;&quot;-&quot;#,##0" sourceLinked="0"/>
              <c:spPr>
                <a:noFill/>
                <a:ln>
                  <a:noFill/>
                </a:ln>
              </c:spPr>
              <c:txPr>
                <a:bodyPr wrap="none"/>
                <a:lstStyle/>
                <a:p>
                  <a:pPr>
                    <a:defRPr sz="1200" kern="1200">
                      <a:solidFill>
                        <a:schemeClr val="tx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69CB-4A5D-A321-0A7273D0023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General</c:formatCode>
                <c:ptCount val="1"/>
                <c:pt idx="0">
                  <c:v>3531</c:v>
                </c:pt>
              </c:numCache>
            </c:numRef>
          </c:val>
          <c:extLst>
            <c:ext xmlns:c16="http://schemas.microsoft.com/office/drawing/2014/chart" uri="{C3380CC4-5D6E-409C-BE32-E72D297353CC}">
              <c16:uniqueId val="{00000003-69CB-4A5D-A321-0A7273D0023E}"/>
            </c:ext>
          </c:extLst>
        </c:ser>
        <c:dLbls>
          <c:showLegendKey val="0"/>
          <c:showVal val="0"/>
          <c:showCatName val="0"/>
          <c:showSerName val="0"/>
          <c:showPercent val="0"/>
          <c:showBubbleSize val="0"/>
        </c:dLbls>
        <c:gapWidth val="80"/>
        <c:axId val="744969471"/>
        <c:axId val="1"/>
      </c:barChart>
      <c:catAx>
        <c:axId val="74496947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4717"/>
          <c:min val="0"/>
        </c:scaling>
        <c:delete val="1"/>
        <c:axPos val="l"/>
        <c:numFmt formatCode="General" sourceLinked="1"/>
        <c:majorTickMark val="out"/>
        <c:minorTickMark val="none"/>
        <c:tickLblPos val="nextTo"/>
        <c:crossAx val="744969471"/>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2308022308022309E-2"/>
          <c:y val="8.8181485547017935E-2"/>
          <c:w val="0.95538395538395537"/>
          <c:h val="0.85034760336626414"/>
        </c:manualLayout>
      </c:layout>
      <c:barChart>
        <c:barDir val="col"/>
        <c:grouping val="clustered"/>
        <c:varyColors val="0"/>
        <c:ser>
          <c:idx val="0"/>
          <c:order val="0"/>
          <c:spPr>
            <a:solidFill>
              <a:srgbClr val="009DE0"/>
            </a:solidFill>
            <a:ln w="9525" cmpd="sng" algn="ctr">
              <a:solidFill>
                <a:srgbClr val="000000"/>
              </a:solidFill>
              <a:prstDash val="solid"/>
            </a:ln>
          </c:spPr>
          <c:invertIfNegative val="0"/>
          <c:dLbls>
            <c:dLbl>
              <c:idx val="0"/>
              <c:layout>
                <c:manualLayout>
                  <c:x val="0"/>
                  <c:y val="-0.45225027442371019"/>
                </c:manualLayout>
              </c:layout>
              <c:numFmt formatCode="#,##0;&quot;-&quot;#,##0" sourceLinked="0"/>
              <c:spPr>
                <a:noFill/>
                <a:ln>
                  <a:noFill/>
                </a:ln>
              </c:spPr>
              <c:txPr>
                <a:bodyPr wrap="none"/>
                <a:lstStyle/>
                <a:p>
                  <a:pPr>
                    <a:defRPr sz="1200" kern="1200">
                      <a:solidFill>
                        <a:schemeClr val="tx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54B9-4123-A7C5-A13651B8B5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f>
              <c:numCache>
                <c:formatCode>General</c:formatCode>
                <c:ptCount val="1"/>
                <c:pt idx="0">
                  <c:v>225</c:v>
                </c:pt>
              </c:numCache>
            </c:numRef>
          </c:val>
          <c:extLst>
            <c:ext xmlns:c16="http://schemas.microsoft.com/office/drawing/2014/chart" uri="{C3380CC4-5D6E-409C-BE32-E72D297353CC}">
              <c16:uniqueId val="{00000001-54B9-4123-A7C5-A13651B8B50E}"/>
            </c:ext>
          </c:extLst>
        </c:ser>
        <c:ser>
          <c:idx val="1"/>
          <c:order val="1"/>
          <c:spPr>
            <a:solidFill>
              <a:srgbClr val="002C77"/>
            </a:solidFill>
            <a:ln w="9525" cmpd="sng" algn="ctr">
              <a:solidFill>
                <a:srgbClr val="000000"/>
              </a:solidFill>
              <a:prstDash val="solid"/>
            </a:ln>
          </c:spPr>
          <c:invertIfNegative val="0"/>
          <c:dLbls>
            <c:dLbl>
              <c:idx val="0"/>
              <c:layout>
                <c:manualLayout>
                  <c:x val="0"/>
                  <c:y val="-0.40687888766922797"/>
                </c:manualLayout>
              </c:layout>
              <c:numFmt formatCode="#,##0;&quot;-&quot;#,##0" sourceLinked="0"/>
              <c:spPr>
                <a:noFill/>
                <a:ln>
                  <a:noFill/>
                </a:ln>
              </c:spPr>
              <c:txPr>
                <a:bodyPr wrap="none"/>
                <a:lstStyle/>
                <a:p>
                  <a:pPr>
                    <a:defRPr sz="1200" kern="1200">
                      <a:solidFill>
                        <a:schemeClr val="tx1"/>
                      </a:solidFill>
                      <a:latin typeface="+mn-lt"/>
                      <a:ea typeface="Inter"/>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54B9-4123-A7C5-A13651B8B5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f>
              <c:numCache>
                <c:formatCode>General</c:formatCode>
                <c:ptCount val="1"/>
                <c:pt idx="0">
                  <c:v>201</c:v>
                </c:pt>
              </c:numCache>
            </c:numRef>
          </c:val>
          <c:extLst>
            <c:ext xmlns:c16="http://schemas.microsoft.com/office/drawing/2014/chart" uri="{C3380CC4-5D6E-409C-BE32-E72D297353CC}">
              <c16:uniqueId val="{00000003-54B9-4123-A7C5-A13651B8B50E}"/>
            </c:ext>
          </c:extLst>
        </c:ser>
        <c:dLbls>
          <c:showLegendKey val="0"/>
          <c:showVal val="0"/>
          <c:showCatName val="0"/>
          <c:showSerName val="0"/>
          <c:showPercent val="0"/>
          <c:showBubbleSize val="0"/>
        </c:dLbls>
        <c:gapWidth val="80"/>
        <c:axId val="744962751"/>
        <c:axId val="1"/>
      </c:barChart>
      <c:catAx>
        <c:axId val="74496275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225"/>
          <c:min val="0"/>
        </c:scaling>
        <c:delete val="1"/>
        <c:axPos val="l"/>
        <c:numFmt formatCode="General" sourceLinked="1"/>
        <c:majorTickMark val="out"/>
        <c:minorTickMark val="none"/>
        <c:tickLblPos val="nextTo"/>
        <c:crossAx val="744962751"/>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2.2308022308022309E-2"/>
          <c:y val="2.1364009860312245E-2"/>
          <c:w val="0.95538395538395537"/>
          <c:h val="0.95521774856203778"/>
        </c:manualLayout>
      </c:layout>
      <c:barChart>
        <c:barDir val="col"/>
        <c:grouping val="clustered"/>
        <c:varyColors val="0"/>
        <c:ser>
          <c:idx val="0"/>
          <c:order val="0"/>
          <c:spPr>
            <a:solidFill>
              <a:srgbClr val="009DE0"/>
            </a:solidFill>
            <a:ln w="9525" cmpd="sng" algn="ctr">
              <a:solidFill>
                <a:srgbClr val="000000"/>
              </a:solidFill>
              <a:prstDash val="solid"/>
            </a:ln>
          </c:spPr>
          <c:invertIfNegative val="0"/>
          <c:val>
            <c:numRef>
              <c:f>Sheet1!$A$1</c:f>
              <c:numCache>
                <c:formatCode>General</c:formatCode>
                <c:ptCount val="1"/>
                <c:pt idx="0">
                  <c:v>3868126.4797297269</c:v>
                </c:pt>
              </c:numCache>
            </c:numRef>
          </c:val>
          <c:extLst>
            <c:ext xmlns:c16="http://schemas.microsoft.com/office/drawing/2014/chart" uri="{C3380CC4-5D6E-409C-BE32-E72D297353CC}">
              <c16:uniqueId val="{00000000-09AB-46CD-BA89-B90072DDA95F}"/>
            </c:ext>
          </c:extLst>
        </c:ser>
        <c:ser>
          <c:idx val="1"/>
          <c:order val="1"/>
          <c:spPr>
            <a:solidFill>
              <a:srgbClr val="002C77"/>
            </a:solidFill>
            <a:ln w="9525" cmpd="sng" algn="ctr">
              <a:solidFill>
                <a:srgbClr val="000000"/>
              </a:solidFill>
              <a:prstDash val="solid"/>
            </a:ln>
          </c:spPr>
          <c:invertIfNegative val="0"/>
          <c:val>
            <c:numRef>
              <c:f>Sheet1!$A$2</c:f>
              <c:numCache>
                <c:formatCode>General</c:formatCode>
                <c:ptCount val="1"/>
                <c:pt idx="0">
                  <c:v>1959850.7497297227</c:v>
                </c:pt>
              </c:numCache>
            </c:numRef>
          </c:val>
          <c:extLst>
            <c:ext xmlns:c16="http://schemas.microsoft.com/office/drawing/2014/chart" uri="{C3380CC4-5D6E-409C-BE32-E72D297353CC}">
              <c16:uniqueId val="{00000001-09AB-46CD-BA89-B90072DDA95F}"/>
            </c:ext>
          </c:extLst>
        </c:ser>
        <c:dLbls>
          <c:showLegendKey val="0"/>
          <c:showVal val="0"/>
          <c:showCatName val="0"/>
          <c:showSerName val="0"/>
          <c:showPercent val="0"/>
          <c:showBubbleSize val="0"/>
        </c:dLbls>
        <c:gapWidth val="65"/>
        <c:axId val="114552591"/>
        <c:axId val="1"/>
      </c:barChart>
      <c:catAx>
        <c:axId val="11455259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868126.4797297269"/>
          <c:min val="0"/>
        </c:scaling>
        <c:delete val="1"/>
        <c:axPos val="l"/>
        <c:numFmt formatCode="General" sourceLinked="1"/>
        <c:majorTickMark val="out"/>
        <c:minorTickMark val="none"/>
        <c:tickLblPos val="nextTo"/>
        <c:crossAx val="114552591"/>
        <c:crosses val="min"/>
        <c:crossBetween val="between"/>
      </c:valAx>
    </c:plotArea>
    <c:plotVisOnly val="0"/>
    <c:dispBlanksAs val="gap"/>
    <c:showDLblsOverMax val="1"/>
  </c:chart>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A23CAC-3C4E-44A1-83E2-373453F3789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58E75AB6-8127-440D-9E0D-4A2C9E0FDA47}">
      <dgm:prSet phldrT="[Text]" phldr="0"/>
      <dgm:spPr/>
      <dgm:t>
        <a:bodyPr/>
        <a:lstStyle/>
        <a:p>
          <a:r>
            <a:rPr lang="en-US" dirty="0"/>
            <a:t>Sales Data</a:t>
          </a:r>
        </a:p>
      </dgm:t>
    </dgm:pt>
    <dgm:pt modelId="{D9443399-EBE5-464A-9D1E-069D3FD3C3A2}" type="parTrans" cxnId="{3B5040A4-0666-440E-8A4D-5078852FBDE1}">
      <dgm:prSet/>
      <dgm:spPr/>
      <dgm:t>
        <a:bodyPr/>
        <a:lstStyle/>
        <a:p>
          <a:endParaRPr lang="en-US"/>
        </a:p>
      </dgm:t>
    </dgm:pt>
    <dgm:pt modelId="{1EC2F64A-5C99-4E44-A201-367CE327014C}" type="sibTrans" cxnId="{3B5040A4-0666-440E-8A4D-5078852FBDE1}">
      <dgm:prSet/>
      <dgm:spPr/>
      <dgm:t>
        <a:bodyPr/>
        <a:lstStyle/>
        <a:p>
          <a:endParaRPr lang="en-US"/>
        </a:p>
      </dgm:t>
    </dgm:pt>
    <dgm:pt modelId="{09831AF9-CD7F-4B5B-9118-6E9AB7FD4243}">
      <dgm:prSet phldrT="[Text]" phldr="0"/>
      <dgm:spPr/>
      <dgm:t>
        <a:bodyPr/>
        <a:lstStyle/>
        <a:p>
          <a:r>
            <a:rPr lang="en-US" dirty="0"/>
            <a:t>ID has been supplying L6M Sales Data</a:t>
          </a:r>
        </a:p>
      </dgm:t>
    </dgm:pt>
    <dgm:pt modelId="{5DC980A9-D9E2-4987-BE29-DDA479929335}" type="parTrans" cxnId="{DC317FEE-7F41-4C27-8E6C-58DECF1787FD}">
      <dgm:prSet/>
      <dgm:spPr/>
      <dgm:t>
        <a:bodyPr/>
        <a:lstStyle/>
        <a:p>
          <a:endParaRPr lang="en-US"/>
        </a:p>
      </dgm:t>
    </dgm:pt>
    <dgm:pt modelId="{66E25956-7084-4D10-BAA7-25517A2A7B20}" type="sibTrans" cxnId="{DC317FEE-7F41-4C27-8E6C-58DECF1787FD}">
      <dgm:prSet/>
      <dgm:spPr/>
      <dgm:t>
        <a:bodyPr/>
        <a:lstStyle/>
        <a:p>
          <a:endParaRPr lang="en-US"/>
        </a:p>
      </dgm:t>
    </dgm:pt>
    <dgm:pt modelId="{5E22DDDC-B9DF-422A-88D9-22CD45BCD48D}">
      <dgm:prSet phldrT="[Text]" phldr="0"/>
      <dgm:spPr/>
      <dgm:t>
        <a:bodyPr/>
        <a:lstStyle/>
        <a:p>
          <a:r>
            <a:rPr lang="en-US" dirty="0"/>
            <a:t>Important Features include PL Flag, POD Flag, Qty, Net Cost, etc.</a:t>
          </a:r>
        </a:p>
      </dgm:t>
    </dgm:pt>
    <dgm:pt modelId="{E51242FA-ECB7-42AE-A8F7-57A8B86C0612}" type="parTrans" cxnId="{00C87F12-F9C3-4C96-B7E7-FC47300D4344}">
      <dgm:prSet/>
      <dgm:spPr/>
      <dgm:t>
        <a:bodyPr/>
        <a:lstStyle/>
        <a:p>
          <a:endParaRPr lang="en-US"/>
        </a:p>
      </dgm:t>
    </dgm:pt>
    <dgm:pt modelId="{649F9B5F-EB63-46BF-91AB-E39A59C2785D}" type="sibTrans" cxnId="{00C87F12-F9C3-4C96-B7E7-FC47300D4344}">
      <dgm:prSet/>
      <dgm:spPr/>
      <dgm:t>
        <a:bodyPr/>
        <a:lstStyle/>
        <a:p>
          <a:endParaRPr lang="en-US"/>
        </a:p>
      </dgm:t>
    </dgm:pt>
    <dgm:pt modelId="{1233DEF3-7566-4853-A580-A972AF21428D}">
      <dgm:prSet phldrT="[Text]" phldr="0"/>
      <dgm:spPr/>
      <dgm:t>
        <a:bodyPr/>
        <a:lstStyle/>
        <a:p>
          <a:r>
            <a:rPr lang="en-US" dirty="0"/>
            <a:t>Salsify</a:t>
          </a:r>
        </a:p>
      </dgm:t>
    </dgm:pt>
    <dgm:pt modelId="{03A91BAE-C1F8-4B30-88EA-30E88173011F}" type="parTrans" cxnId="{B14EF063-81F9-48B4-887A-FBE3646AE67C}">
      <dgm:prSet/>
      <dgm:spPr/>
      <dgm:t>
        <a:bodyPr/>
        <a:lstStyle/>
        <a:p>
          <a:endParaRPr lang="en-US"/>
        </a:p>
      </dgm:t>
    </dgm:pt>
    <dgm:pt modelId="{977D8711-F9FC-428E-8C93-31EE8AE406D8}" type="sibTrans" cxnId="{B14EF063-81F9-48B4-887A-FBE3646AE67C}">
      <dgm:prSet/>
      <dgm:spPr/>
      <dgm:t>
        <a:bodyPr/>
        <a:lstStyle/>
        <a:p>
          <a:endParaRPr lang="en-US"/>
        </a:p>
      </dgm:t>
    </dgm:pt>
    <dgm:pt modelId="{2751B0E7-2884-4722-9F14-435E7D2A0CC1}">
      <dgm:prSet phldrT="[Text]" phldr="0"/>
      <dgm:spPr/>
      <dgm:t>
        <a:bodyPr/>
        <a:lstStyle/>
        <a:p>
          <a:r>
            <a:rPr lang="en-US" dirty="0"/>
            <a:t>Attribution data for S2K items</a:t>
          </a:r>
        </a:p>
      </dgm:t>
    </dgm:pt>
    <dgm:pt modelId="{470482BD-CA97-4326-AFC4-411B0FA19E2A}" type="parTrans" cxnId="{269E7AA8-0296-4C1C-AADF-A99248D9A2D1}">
      <dgm:prSet/>
      <dgm:spPr/>
      <dgm:t>
        <a:bodyPr/>
        <a:lstStyle/>
        <a:p>
          <a:endParaRPr lang="en-US"/>
        </a:p>
      </dgm:t>
    </dgm:pt>
    <dgm:pt modelId="{A33BB9BE-A769-413B-AEAC-2C4E56A25A05}" type="sibTrans" cxnId="{269E7AA8-0296-4C1C-AADF-A99248D9A2D1}">
      <dgm:prSet/>
      <dgm:spPr/>
      <dgm:t>
        <a:bodyPr/>
        <a:lstStyle/>
        <a:p>
          <a:endParaRPr lang="en-US"/>
        </a:p>
      </dgm:t>
    </dgm:pt>
    <dgm:pt modelId="{3578EDFE-0ED1-4201-89B9-BD97DC9C1986}">
      <dgm:prSet phldrT="[Text]" phldr="0"/>
      <dgm:spPr/>
      <dgm:t>
        <a:bodyPr/>
        <a:lstStyle/>
        <a:p>
          <a:r>
            <a:rPr lang="en-US"/>
            <a:t>Item Master</a:t>
          </a:r>
          <a:endParaRPr lang="en-US" dirty="0"/>
        </a:p>
      </dgm:t>
    </dgm:pt>
    <dgm:pt modelId="{0A8776FB-27EB-473A-BAF5-0EEB63D848EC}" type="parTrans" cxnId="{2A4818B9-8300-46A1-8DE4-2B3C68AAB997}">
      <dgm:prSet/>
      <dgm:spPr/>
      <dgm:t>
        <a:bodyPr/>
        <a:lstStyle/>
        <a:p>
          <a:endParaRPr lang="en-US"/>
        </a:p>
      </dgm:t>
    </dgm:pt>
    <dgm:pt modelId="{04422731-E47E-49AD-9BCF-14DA3E3A0748}" type="sibTrans" cxnId="{2A4818B9-8300-46A1-8DE4-2B3C68AAB997}">
      <dgm:prSet/>
      <dgm:spPr/>
      <dgm:t>
        <a:bodyPr/>
        <a:lstStyle/>
        <a:p>
          <a:endParaRPr lang="en-US"/>
        </a:p>
      </dgm:t>
    </dgm:pt>
    <dgm:pt modelId="{52681072-C8CA-4528-8667-473BC67FA0FA}">
      <dgm:prSet phldrT="[Text]" phldr="0"/>
      <dgm:spPr/>
      <dgm:t>
        <a:bodyPr/>
        <a:lstStyle/>
        <a:p>
          <a:r>
            <a:rPr lang="en-US" dirty="0"/>
            <a:t>Used specifically for the PO cost column</a:t>
          </a:r>
        </a:p>
      </dgm:t>
    </dgm:pt>
    <dgm:pt modelId="{2A38D20F-691D-4878-A712-8BDA79DB4E30}" type="parTrans" cxnId="{69BDC24F-6007-453C-B9AF-1AB9ED967029}">
      <dgm:prSet/>
      <dgm:spPr/>
      <dgm:t>
        <a:bodyPr/>
        <a:lstStyle/>
        <a:p>
          <a:endParaRPr lang="en-US"/>
        </a:p>
      </dgm:t>
    </dgm:pt>
    <dgm:pt modelId="{4236EFA0-D102-4D1E-A7D0-FCF6B04CD6B5}" type="sibTrans" cxnId="{69BDC24F-6007-453C-B9AF-1AB9ED967029}">
      <dgm:prSet/>
      <dgm:spPr/>
      <dgm:t>
        <a:bodyPr/>
        <a:lstStyle/>
        <a:p>
          <a:endParaRPr lang="en-US"/>
        </a:p>
      </dgm:t>
    </dgm:pt>
    <dgm:pt modelId="{AB8B57F4-A444-4103-8272-B32942D6F8B1}">
      <dgm:prSet phldrT="[Text]" phldr="0"/>
      <dgm:spPr/>
      <dgm:t>
        <a:bodyPr/>
        <a:lstStyle/>
        <a:p>
          <a:r>
            <a:rPr lang="en-US" dirty="0"/>
            <a:t>Supplied by ID</a:t>
          </a:r>
        </a:p>
      </dgm:t>
    </dgm:pt>
    <dgm:pt modelId="{6ABD5113-D968-47D3-A5DC-BE4B7CFA2385}" type="parTrans" cxnId="{3F47AD92-C0BF-4DEA-A429-F54E0104E337}">
      <dgm:prSet/>
      <dgm:spPr/>
      <dgm:t>
        <a:bodyPr/>
        <a:lstStyle/>
        <a:p>
          <a:endParaRPr lang="en-US"/>
        </a:p>
      </dgm:t>
    </dgm:pt>
    <dgm:pt modelId="{82EB78C1-1605-4096-A6BD-F48DB58B0BCA}" type="sibTrans" cxnId="{3F47AD92-C0BF-4DEA-A429-F54E0104E337}">
      <dgm:prSet/>
      <dgm:spPr/>
      <dgm:t>
        <a:bodyPr/>
        <a:lstStyle/>
        <a:p>
          <a:endParaRPr lang="en-US"/>
        </a:p>
      </dgm:t>
    </dgm:pt>
    <dgm:pt modelId="{4473931F-586F-47C7-BD46-B451A42AC1E5}">
      <dgm:prSet phldrT="[Text]" phldr="0"/>
      <dgm:spPr/>
      <dgm:t>
        <a:bodyPr/>
        <a:lstStyle/>
        <a:p>
          <a:r>
            <a:rPr lang="en-US" dirty="0"/>
            <a:t>Supplied by ID</a:t>
          </a:r>
        </a:p>
      </dgm:t>
    </dgm:pt>
    <dgm:pt modelId="{8945964C-7DEE-499E-A477-762B2AE13E09}" type="parTrans" cxnId="{B52D4749-B964-43DC-A3A0-10A4A2430EDF}">
      <dgm:prSet/>
      <dgm:spPr/>
      <dgm:t>
        <a:bodyPr/>
        <a:lstStyle/>
        <a:p>
          <a:endParaRPr lang="en-US"/>
        </a:p>
      </dgm:t>
    </dgm:pt>
    <dgm:pt modelId="{8D6D553D-CBF7-49F7-B595-3D2433FBD1F6}" type="sibTrans" cxnId="{B52D4749-B964-43DC-A3A0-10A4A2430EDF}">
      <dgm:prSet/>
      <dgm:spPr/>
      <dgm:t>
        <a:bodyPr/>
        <a:lstStyle/>
        <a:p>
          <a:endParaRPr lang="en-US"/>
        </a:p>
      </dgm:t>
    </dgm:pt>
    <dgm:pt modelId="{0BCD732E-3C04-4B07-B10F-678832738819}" type="pres">
      <dgm:prSet presAssocID="{BEA23CAC-3C4E-44A1-83E2-373453F37890}" presName="Name0" presStyleCnt="0">
        <dgm:presLayoutVars>
          <dgm:dir/>
          <dgm:animLvl val="lvl"/>
          <dgm:resizeHandles val="exact"/>
        </dgm:presLayoutVars>
      </dgm:prSet>
      <dgm:spPr/>
    </dgm:pt>
    <dgm:pt modelId="{0DE99939-044A-45FC-B5B1-AC3FDC1D8594}" type="pres">
      <dgm:prSet presAssocID="{58E75AB6-8127-440D-9E0D-4A2C9E0FDA47}" presName="composite" presStyleCnt="0"/>
      <dgm:spPr/>
    </dgm:pt>
    <dgm:pt modelId="{D05FCB90-AB65-4402-8DF3-90AE9A39021E}" type="pres">
      <dgm:prSet presAssocID="{58E75AB6-8127-440D-9E0D-4A2C9E0FDA47}" presName="parTx" presStyleLbl="alignNode1" presStyleIdx="0" presStyleCnt="3">
        <dgm:presLayoutVars>
          <dgm:chMax val="0"/>
          <dgm:chPref val="0"/>
          <dgm:bulletEnabled val="1"/>
        </dgm:presLayoutVars>
      </dgm:prSet>
      <dgm:spPr/>
    </dgm:pt>
    <dgm:pt modelId="{610F11D7-5DCF-4D9C-9A1B-4AB0951C58C1}" type="pres">
      <dgm:prSet presAssocID="{58E75AB6-8127-440D-9E0D-4A2C9E0FDA47}" presName="desTx" presStyleLbl="alignAccFollowNode1" presStyleIdx="0" presStyleCnt="3">
        <dgm:presLayoutVars>
          <dgm:bulletEnabled val="1"/>
        </dgm:presLayoutVars>
      </dgm:prSet>
      <dgm:spPr/>
    </dgm:pt>
    <dgm:pt modelId="{C521253D-B2B8-45BC-8E62-A38A58D229CA}" type="pres">
      <dgm:prSet presAssocID="{1EC2F64A-5C99-4E44-A201-367CE327014C}" presName="space" presStyleCnt="0"/>
      <dgm:spPr/>
    </dgm:pt>
    <dgm:pt modelId="{319E67C2-5787-4969-8998-F121DB056FEB}" type="pres">
      <dgm:prSet presAssocID="{1233DEF3-7566-4853-A580-A972AF21428D}" presName="composite" presStyleCnt="0"/>
      <dgm:spPr/>
    </dgm:pt>
    <dgm:pt modelId="{95A5FD70-1BCD-46F5-B572-8A1B96F77B21}" type="pres">
      <dgm:prSet presAssocID="{1233DEF3-7566-4853-A580-A972AF21428D}" presName="parTx" presStyleLbl="alignNode1" presStyleIdx="1" presStyleCnt="3">
        <dgm:presLayoutVars>
          <dgm:chMax val="0"/>
          <dgm:chPref val="0"/>
          <dgm:bulletEnabled val="1"/>
        </dgm:presLayoutVars>
      </dgm:prSet>
      <dgm:spPr/>
    </dgm:pt>
    <dgm:pt modelId="{8AAEAA55-0EBB-4825-B4D3-FD903B816CFB}" type="pres">
      <dgm:prSet presAssocID="{1233DEF3-7566-4853-A580-A972AF21428D}" presName="desTx" presStyleLbl="alignAccFollowNode1" presStyleIdx="1" presStyleCnt="3">
        <dgm:presLayoutVars>
          <dgm:bulletEnabled val="1"/>
        </dgm:presLayoutVars>
      </dgm:prSet>
      <dgm:spPr/>
    </dgm:pt>
    <dgm:pt modelId="{328DB9DA-59C5-4CCB-8317-C3FE1D08CA8B}" type="pres">
      <dgm:prSet presAssocID="{977D8711-F9FC-428E-8C93-31EE8AE406D8}" presName="space" presStyleCnt="0"/>
      <dgm:spPr/>
    </dgm:pt>
    <dgm:pt modelId="{337401EB-4513-482A-A290-8D6B7A75DACA}" type="pres">
      <dgm:prSet presAssocID="{3578EDFE-0ED1-4201-89B9-BD97DC9C1986}" presName="composite" presStyleCnt="0"/>
      <dgm:spPr/>
    </dgm:pt>
    <dgm:pt modelId="{CE543CF5-9EAB-4699-AFDA-91649665084B}" type="pres">
      <dgm:prSet presAssocID="{3578EDFE-0ED1-4201-89B9-BD97DC9C1986}" presName="parTx" presStyleLbl="alignNode1" presStyleIdx="2" presStyleCnt="3">
        <dgm:presLayoutVars>
          <dgm:chMax val="0"/>
          <dgm:chPref val="0"/>
          <dgm:bulletEnabled val="1"/>
        </dgm:presLayoutVars>
      </dgm:prSet>
      <dgm:spPr/>
    </dgm:pt>
    <dgm:pt modelId="{DE24CA23-5697-4114-9390-0E4E705A8D9D}" type="pres">
      <dgm:prSet presAssocID="{3578EDFE-0ED1-4201-89B9-BD97DC9C1986}" presName="desTx" presStyleLbl="alignAccFollowNode1" presStyleIdx="2" presStyleCnt="3">
        <dgm:presLayoutVars>
          <dgm:bulletEnabled val="1"/>
        </dgm:presLayoutVars>
      </dgm:prSet>
      <dgm:spPr/>
    </dgm:pt>
  </dgm:ptLst>
  <dgm:cxnLst>
    <dgm:cxn modelId="{1F8FF508-E82E-41A4-8E74-4A5E2F1D7EBF}" type="presOf" srcId="{1233DEF3-7566-4853-A580-A972AF21428D}" destId="{95A5FD70-1BCD-46F5-B572-8A1B96F77B21}" srcOrd="0" destOrd="0" presId="urn:microsoft.com/office/officeart/2005/8/layout/hList1"/>
    <dgm:cxn modelId="{00C87F12-F9C3-4C96-B7E7-FC47300D4344}" srcId="{58E75AB6-8127-440D-9E0D-4A2C9E0FDA47}" destId="{5E22DDDC-B9DF-422A-88D9-22CD45BCD48D}" srcOrd="1" destOrd="0" parTransId="{E51242FA-ECB7-42AE-A8F7-57A8B86C0612}" sibTransId="{649F9B5F-EB63-46BF-91AB-E39A59C2785D}"/>
    <dgm:cxn modelId="{D0FF3621-E612-4382-B2F0-F42599460E96}" type="presOf" srcId="{AB8B57F4-A444-4103-8272-B32942D6F8B1}" destId="{8AAEAA55-0EBB-4825-B4D3-FD903B816CFB}" srcOrd="0" destOrd="1" presId="urn:microsoft.com/office/officeart/2005/8/layout/hList1"/>
    <dgm:cxn modelId="{28873925-C71E-4037-B734-8475922A8F04}" type="presOf" srcId="{3578EDFE-0ED1-4201-89B9-BD97DC9C1986}" destId="{CE543CF5-9EAB-4699-AFDA-91649665084B}" srcOrd="0" destOrd="0" presId="urn:microsoft.com/office/officeart/2005/8/layout/hList1"/>
    <dgm:cxn modelId="{B14EF063-81F9-48B4-887A-FBE3646AE67C}" srcId="{BEA23CAC-3C4E-44A1-83E2-373453F37890}" destId="{1233DEF3-7566-4853-A580-A972AF21428D}" srcOrd="1" destOrd="0" parTransId="{03A91BAE-C1F8-4B30-88EA-30E88173011F}" sibTransId="{977D8711-F9FC-428E-8C93-31EE8AE406D8}"/>
    <dgm:cxn modelId="{B52D4749-B964-43DC-A3A0-10A4A2430EDF}" srcId="{3578EDFE-0ED1-4201-89B9-BD97DC9C1986}" destId="{4473931F-586F-47C7-BD46-B451A42AC1E5}" srcOrd="1" destOrd="0" parTransId="{8945964C-7DEE-499E-A477-762B2AE13E09}" sibTransId="{8D6D553D-CBF7-49F7-B595-3D2433FBD1F6}"/>
    <dgm:cxn modelId="{69BDC24F-6007-453C-B9AF-1AB9ED967029}" srcId="{3578EDFE-0ED1-4201-89B9-BD97DC9C1986}" destId="{52681072-C8CA-4528-8667-473BC67FA0FA}" srcOrd="0" destOrd="0" parTransId="{2A38D20F-691D-4878-A712-8BDA79DB4E30}" sibTransId="{4236EFA0-D102-4D1E-A7D0-FCF6B04CD6B5}"/>
    <dgm:cxn modelId="{E58B7259-6F79-4969-A03C-4358BC744369}" type="presOf" srcId="{09831AF9-CD7F-4B5B-9118-6E9AB7FD4243}" destId="{610F11D7-5DCF-4D9C-9A1B-4AB0951C58C1}" srcOrd="0" destOrd="0" presId="urn:microsoft.com/office/officeart/2005/8/layout/hList1"/>
    <dgm:cxn modelId="{1EE3F481-9956-46F9-B981-600284B8D606}" type="presOf" srcId="{2751B0E7-2884-4722-9F14-435E7D2A0CC1}" destId="{8AAEAA55-0EBB-4825-B4D3-FD903B816CFB}" srcOrd="0" destOrd="0" presId="urn:microsoft.com/office/officeart/2005/8/layout/hList1"/>
    <dgm:cxn modelId="{3F47AD92-C0BF-4DEA-A429-F54E0104E337}" srcId="{1233DEF3-7566-4853-A580-A972AF21428D}" destId="{AB8B57F4-A444-4103-8272-B32942D6F8B1}" srcOrd="1" destOrd="0" parTransId="{6ABD5113-D968-47D3-A5DC-BE4B7CFA2385}" sibTransId="{82EB78C1-1605-4096-A6BD-F48DB58B0BCA}"/>
    <dgm:cxn modelId="{3B5040A4-0666-440E-8A4D-5078852FBDE1}" srcId="{BEA23CAC-3C4E-44A1-83E2-373453F37890}" destId="{58E75AB6-8127-440D-9E0D-4A2C9E0FDA47}" srcOrd="0" destOrd="0" parTransId="{D9443399-EBE5-464A-9D1E-069D3FD3C3A2}" sibTransId="{1EC2F64A-5C99-4E44-A201-367CE327014C}"/>
    <dgm:cxn modelId="{269E7AA8-0296-4C1C-AADF-A99248D9A2D1}" srcId="{1233DEF3-7566-4853-A580-A972AF21428D}" destId="{2751B0E7-2884-4722-9F14-435E7D2A0CC1}" srcOrd="0" destOrd="0" parTransId="{470482BD-CA97-4326-AFC4-411B0FA19E2A}" sibTransId="{A33BB9BE-A769-413B-AEAC-2C4E56A25A05}"/>
    <dgm:cxn modelId="{81CA8FA8-92BB-4FF4-A94C-665F73C198D9}" type="presOf" srcId="{BEA23CAC-3C4E-44A1-83E2-373453F37890}" destId="{0BCD732E-3C04-4B07-B10F-678832738819}" srcOrd="0" destOrd="0" presId="urn:microsoft.com/office/officeart/2005/8/layout/hList1"/>
    <dgm:cxn modelId="{142D8BB7-E4A4-4BB5-B235-DF737A4044A4}" type="presOf" srcId="{5E22DDDC-B9DF-422A-88D9-22CD45BCD48D}" destId="{610F11D7-5DCF-4D9C-9A1B-4AB0951C58C1}" srcOrd="0" destOrd="1" presId="urn:microsoft.com/office/officeart/2005/8/layout/hList1"/>
    <dgm:cxn modelId="{2A4818B9-8300-46A1-8DE4-2B3C68AAB997}" srcId="{BEA23CAC-3C4E-44A1-83E2-373453F37890}" destId="{3578EDFE-0ED1-4201-89B9-BD97DC9C1986}" srcOrd="2" destOrd="0" parTransId="{0A8776FB-27EB-473A-BAF5-0EEB63D848EC}" sibTransId="{04422731-E47E-49AD-9BCF-14DA3E3A0748}"/>
    <dgm:cxn modelId="{0B155FCD-D77A-4652-B8AD-AD01520954F8}" type="presOf" srcId="{52681072-C8CA-4528-8667-473BC67FA0FA}" destId="{DE24CA23-5697-4114-9390-0E4E705A8D9D}" srcOrd="0" destOrd="0" presId="urn:microsoft.com/office/officeart/2005/8/layout/hList1"/>
    <dgm:cxn modelId="{FE395ED6-8917-4F27-9A2B-5FB36E48DAE2}" type="presOf" srcId="{58E75AB6-8127-440D-9E0D-4A2C9E0FDA47}" destId="{D05FCB90-AB65-4402-8DF3-90AE9A39021E}" srcOrd="0" destOrd="0" presId="urn:microsoft.com/office/officeart/2005/8/layout/hList1"/>
    <dgm:cxn modelId="{34CA60DA-34DA-4003-A50E-F79210C286FD}" type="presOf" srcId="{4473931F-586F-47C7-BD46-B451A42AC1E5}" destId="{DE24CA23-5697-4114-9390-0E4E705A8D9D}" srcOrd="0" destOrd="1" presId="urn:microsoft.com/office/officeart/2005/8/layout/hList1"/>
    <dgm:cxn modelId="{DC317FEE-7F41-4C27-8E6C-58DECF1787FD}" srcId="{58E75AB6-8127-440D-9E0D-4A2C9E0FDA47}" destId="{09831AF9-CD7F-4B5B-9118-6E9AB7FD4243}" srcOrd="0" destOrd="0" parTransId="{5DC980A9-D9E2-4987-BE29-DDA479929335}" sibTransId="{66E25956-7084-4D10-BAA7-25517A2A7B20}"/>
    <dgm:cxn modelId="{163E3DE2-A4AF-465A-8EF8-0E5E76821BB0}" type="presParOf" srcId="{0BCD732E-3C04-4B07-B10F-678832738819}" destId="{0DE99939-044A-45FC-B5B1-AC3FDC1D8594}" srcOrd="0" destOrd="0" presId="urn:microsoft.com/office/officeart/2005/8/layout/hList1"/>
    <dgm:cxn modelId="{796656FA-BB1E-481E-A1C6-48EEB9EC0ABF}" type="presParOf" srcId="{0DE99939-044A-45FC-B5B1-AC3FDC1D8594}" destId="{D05FCB90-AB65-4402-8DF3-90AE9A39021E}" srcOrd="0" destOrd="0" presId="urn:microsoft.com/office/officeart/2005/8/layout/hList1"/>
    <dgm:cxn modelId="{4539BEC8-2FA4-4593-893F-CEB9E85FACA0}" type="presParOf" srcId="{0DE99939-044A-45FC-B5B1-AC3FDC1D8594}" destId="{610F11D7-5DCF-4D9C-9A1B-4AB0951C58C1}" srcOrd="1" destOrd="0" presId="urn:microsoft.com/office/officeart/2005/8/layout/hList1"/>
    <dgm:cxn modelId="{9416AC33-9368-4AEB-AE2D-78659B4BF486}" type="presParOf" srcId="{0BCD732E-3C04-4B07-B10F-678832738819}" destId="{C521253D-B2B8-45BC-8E62-A38A58D229CA}" srcOrd="1" destOrd="0" presId="urn:microsoft.com/office/officeart/2005/8/layout/hList1"/>
    <dgm:cxn modelId="{0FE3C0E3-0471-4FB0-8190-5E41803B511D}" type="presParOf" srcId="{0BCD732E-3C04-4B07-B10F-678832738819}" destId="{319E67C2-5787-4969-8998-F121DB056FEB}" srcOrd="2" destOrd="0" presId="urn:microsoft.com/office/officeart/2005/8/layout/hList1"/>
    <dgm:cxn modelId="{630D3705-B874-432F-A2DE-C33F96F58743}" type="presParOf" srcId="{319E67C2-5787-4969-8998-F121DB056FEB}" destId="{95A5FD70-1BCD-46F5-B572-8A1B96F77B21}" srcOrd="0" destOrd="0" presId="urn:microsoft.com/office/officeart/2005/8/layout/hList1"/>
    <dgm:cxn modelId="{C592A804-609F-4D9C-876B-818731490B26}" type="presParOf" srcId="{319E67C2-5787-4969-8998-F121DB056FEB}" destId="{8AAEAA55-0EBB-4825-B4D3-FD903B816CFB}" srcOrd="1" destOrd="0" presId="urn:microsoft.com/office/officeart/2005/8/layout/hList1"/>
    <dgm:cxn modelId="{0DD2B0DA-2FFC-42C2-A6AC-3887A2E8262F}" type="presParOf" srcId="{0BCD732E-3C04-4B07-B10F-678832738819}" destId="{328DB9DA-59C5-4CCB-8317-C3FE1D08CA8B}" srcOrd="3" destOrd="0" presId="urn:microsoft.com/office/officeart/2005/8/layout/hList1"/>
    <dgm:cxn modelId="{DF7A4B48-11FF-4D68-8D92-196A2EAB5986}" type="presParOf" srcId="{0BCD732E-3C04-4B07-B10F-678832738819}" destId="{337401EB-4513-482A-A290-8D6B7A75DACA}" srcOrd="4" destOrd="0" presId="urn:microsoft.com/office/officeart/2005/8/layout/hList1"/>
    <dgm:cxn modelId="{7C5A6B2E-FFFE-4DEC-B688-A5C5FA9EA16E}" type="presParOf" srcId="{337401EB-4513-482A-A290-8D6B7A75DACA}" destId="{CE543CF5-9EAB-4699-AFDA-91649665084B}" srcOrd="0" destOrd="0" presId="urn:microsoft.com/office/officeart/2005/8/layout/hList1"/>
    <dgm:cxn modelId="{4E068E68-596D-4FB7-9CD0-F8ED3A07F016}" type="presParOf" srcId="{337401EB-4513-482A-A290-8D6B7A75DACA}" destId="{DE24CA23-5697-4114-9390-0E4E705A8D9D}" srcOrd="1" destOrd="0" presId="urn:microsoft.com/office/officeart/2005/8/layout/h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A23CAC-3C4E-44A1-83E2-373453F3789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58E75AB6-8127-440D-9E0D-4A2C9E0FDA47}">
      <dgm:prSet phldrT="[Text]" phldr="0"/>
      <dgm:spPr/>
      <dgm:t>
        <a:bodyPr/>
        <a:lstStyle/>
        <a:p>
          <a:r>
            <a:rPr lang="en-US" dirty="0"/>
            <a:t>Customer/Vendor Exclusions</a:t>
          </a:r>
        </a:p>
      </dgm:t>
    </dgm:pt>
    <dgm:pt modelId="{D9443399-EBE5-464A-9D1E-069D3FD3C3A2}" type="parTrans" cxnId="{3B5040A4-0666-440E-8A4D-5078852FBDE1}">
      <dgm:prSet/>
      <dgm:spPr/>
      <dgm:t>
        <a:bodyPr/>
        <a:lstStyle/>
        <a:p>
          <a:endParaRPr lang="en-US"/>
        </a:p>
      </dgm:t>
    </dgm:pt>
    <dgm:pt modelId="{1EC2F64A-5C99-4E44-A201-367CE327014C}" type="sibTrans" cxnId="{3B5040A4-0666-440E-8A4D-5078852FBDE1}">
      <dgm:prSet/>
      <dgm:spPr/>
      <dgm:t>
        <a:bodyPr/>
        <a:lstStyle/>
        <a:p>
          <a:endParaRPr lang="en-US"/>
        </a:p>
      </dgm:t>
    </dgm:pt>
    <dgm:pt modelId="{09831AF9-CD7F-4B5B-9118-6E9AB7FD4243}">
      <dgm:prSet phldrT="[Text]" phldr="0"/>
      <dgm:spPr/>
      <dgm:t>
        <a:bodyPr/>
        <a:lstStyle/>
        <a:p>
          <a:r>
            <a:rPr lang="en-US" dirty="0"/>
            <a:t>Items can’t be swapped if they are from an excluded vendor or go to an excluded customer </a:t>
          </a:r>
        </a:p>
      </dgm:t>
    </dgm:pt>
    <dgm:pt modelId="{5DC980A9-D9E2-4987-BE29-DDA479929335}" type="parTrans" cxnId="{DC317FEE-7F41-4C27-8E6C-58DECF1787FD}">
      <dgm:prSet/>
      <dgm:spPr/>
      <dgm:t>
        <a:bodyPr/>
        <a:lstStyle/>
        <a:p>
          <a:endParaRPr lang="en-US"/>
        </a:p>
      </dgm:t>
    </dgm:pt>
    <dgm:pt modelId="{66E25956-7084-4D10-BAA7-25517A2A7B20}" type="sibTrans" cxnId="{DC317FEE-7F41-4C27-8E6C-58DECF1787FD}">
      <dgm:prSet/>
      <dgm:spPr/>
      <dgm:t>
        <a:bodyPr/>
        <a:lstStyle/>
        <a:p>
          <a:endParaRPr lang="en-US"/>
        </a:p>
      </dgm:t>
    </dgm:pt>
    <dgm:pt modelId="{1233DEF3-7566-4853-A580-A972AF21428D}">
      <dgm:prSet phldrT="[Text]" phldr="0"/>
      <dgm:spPr/>
      <dgm:t>
        <a:bodyPr/>
        <a:lstStyle/>
        <a:p>
          <a:r>
            <a:rPr lang="en-US" dirty="0"/>
            <a:t>Rebates</a:t>
          </a:r>
        </a:p>
      </dgm:t>
    </dgm:pt>
    <dgm:pt modelId="{03A91BAE-C1F8-4B30-88EA-30E88173011F}" type="parTrans" cxnId="{B14EF063-81F9-48B4-887A-FBE3646AE67C}">
      <dgm:prSet/>
      <dgm:spPr/>
      <dgm:t>
        <a:bodyPr/>
        <a:lstStyle/>
        <a:p>
          <a:endParaRPr lang="en-US"/>
        </a:p>
      </dgm:t>
    </dgm:pt>
    <dgm:pt modelId="{977D8711-F9FC-428E-8C93-31EE8AE406D8}" type="sibTrans" cxnId="{B14EF063-81F9-48B4-887A-FBE3646AE67C}">
      <dgm:prSet/>
      <dgm:spPr/>
      <dgm:t>
        <a:bodyPr/>
        <a:lstStyle/>
        <a:p>
          <a:endParaRPr lang="en-US"/>
        </a:p>
      </dgm:t>
    </dgm:pt>
    <dgm:pt modelId="{2751B0E7-2884-4722-9F14-435E7D2A0CC1}">
      <dgm:prSet phldrT="[Text]" phldr="0"/>
      <dgm:spPr/>
      <dgm:t>
        <a:bodyPr/>
        <a:lstStyle/>
        <a:p>
          <a:r>
            <a:rPr lang="en-US" dirty="0"/>
            <a:t>Vendor Rebates</a:t>
          </a:r>
        </a:p>
      </dgm:t>
    </dgm:pt>
    <dgm:pt modelId="{470482BD-CA97-4326-AFC4-411B0FA19E2A}" type="parTrans" cxnId="{269E7AA8-0296-4C1C-AADF-A99248D9A2D1}">
      <dgm:prSet/>
      <dgm:spPr/>
      <dgm:t>
        <a:bodyPr/>
        <a:lstStyle/>
        <a:p>
          <a:endParaRPr lang="en-US"/>
        </a:p>
      </dgm:t>
    </dgm:pt>
    <dgm:pt modelId="{A33BB9BE-A769-413B-AEAC-2C4E56A25A05}" type="sibTrans" cxnId="{269E7AA8-0296-4C1C-AADF-A99248D9A2D1}">
      <dgm:prSet/>
      <dgm:spPr/>
      <dgm:t>
        <a:bodyPr/>
        <a:lstStyle/>
        <a:p>
          <a:endParaRPr lang="en-US"/>
        </a:p>
      </dgm:t>
    </dgm:pt>
    <dgm:pt modelId="{47007303-DDAB-4AE1-9591-6F3750B32C50}">
      <dgm:prSet phldrT="[Text]" phldr="0"/>
      <dgm:spPr/>
      <dgm:t>
        <a:bodyPr/>
        <a:lstStyle/>
        <a:p>
          <a:r>
            <a:rPr lang="en-US" dirty="0"/>
            <a:t>List supplied by ID</a:t>
          </a:r>
        </a:p>
      </dgm:t>
    </dgm:pt>
    <dgm:pt modelId="{8F9AB777-6937-4CD6-90C4-4C3AC88F1884}" type="parTrans" cxnId="{442E46A3-9F23-45D7-9592-5501035DCF80}">
      <dgm:prSet/>
      <dgm:spPr/>
      <dgm:t>
        <a:bodyPr/>
        <a:lstStyle/>
        <a:p>
          <a:endParaRPr lang="en-US"/>
        </a:p>
      </dgm:t>
    </dgm:pt>
    <dgm:pt modelId="{72DAC3D5-FAFE-4D61-A129-DDC2D0DF8CF4}" type="sibTrans" cxnId="{442E46A3-9F23-45D7-9592-5501035DCF80}">
      <dgm:prSet/>
      <dgm:spPr/>
      <dgm:t>
        <a:bodyPr/>
        <a:lstStyle/>
        <a:p>
          <a:endParaRPr lang="en-US"/>
        </a:p>
      </dgm:t>
    </dgm:pt>
    <dgm:pt modelId="{4D755245-8FCF-4B7A-A71B-9C5F556AD2E7}">
      <dgm:prSet phldrT="[Text]" phldr="0"/>
      <dgm:spPr/>
      <dgm:t>
        <a:bodyPr/>
        <a:lstStyle/>
        <a:p>
          <a:r>
            <a:rPr lang="en-US" dirty="0"/>
            <a:t>List supplied by ID</a:t>
          </a:r>
        </a:p>
      </dgm:t>
    </dgm:pt>
    <dgm:pt modelId="{369503A5-D5E0-490B-A181-5D137050E578}" type="parTrans" cxnId="{07489B57-84DF-4EB6-BB30-06373BB26FD5}">
      <dgm:prSet/>
      <dgm:spPr/>
      <dgm:t>
        <a:bodyPr/>
        <a:lstStyle/>
        <a:p>
          <a:endParaRPr lang="en-US"/>
        </a:p>
      </dgm:t>
    </dgm:pt>
    <dgm:pt modelId="{4DA4B873-3751-464A-BC74-CF9FF2390BB0}" type="sibTrans" cxnId="{07489B57-84DF-4EB6-BB30-06373BB26FD5}">
      <dgm:prSet/>
      <dgm:spPr/>
      <dgm:t>
        <a:bodyPr/>
        <a:lstStyle/>
        <a:p>
          <a:endParaRPr lang="en-US"/>
        </a:p>
      </dgm:t>
    </dgm:pt>
    <dgm:pt modelId="{0BCD732E-3C04-4B07-B10F-678832738819}" type="pres">
      <dgm:prSet presAssocID="{BEA23CAC-3C4E-44A1-83E2-373453F37890}" presName="Name0" presStyleCnt="0">
        <dgm:presLayoutVars>
          <dgm:dir/>
          <dgm:animLvl val="lvl"/>
          <dgm:resizeHandles val="exact"/>
        </dgm:presLayoutVars>
      </dgm:prSet>
      <dgm:spPr/>
    </dgm:pt>
    <dgm:pt modelId="{0DE99939-044A-45FC-B5B1-AC3FDC1D8594}" type="pres">
      <dgm:prSet presAssocID="{58E75AB6-8127-440D-9E0D-4A2C9E0FDA47}" presName="composite" presStyleCnt="0"/>
      <dgm:spPr/>
    </dgm:pt>
    <dgm:pt modelId="{D05FCB90-AB65-4402-8DF3-90AE9A39021E}" type="pres">
      <dgm:prSet presAssocID="{58E75AB6-8127-440D-9E0D-4A2C9E0FDA47}" presName="parTx" presStyleLbl="alignNode1" presStyleIdx="0" presStyleCnt="2">
        <dgm:presLayoutVars>
          <dgm:chMax val="0"/>
          <dgm:chPref val="0"/>
          <dgm:bulletEnabled val="1"/>
        </dgm:presLayoutVars>
      </dgm:prSet>
      <dgm:spPr/>
    </dgm:pt>
    <dgm:pt modelId="{610F11D7-5DCF-4D9C-9A1B-4AB0951C58C1}" type="pres">
      <dgm:prSet presAssocID="{58E75AB6-8127-440D-9E0D-4A2C9E0FDA47}" presName="desTx" presStyleLbl="alignAccFollowNode1" presStyleIdx="0" presStyleCnt="2">
        <dgm:presLayoutVars>
          <dgm:bulletEnabled val="1"/>
        </dgm:presLayoutVars>
      </dgm:prSet>
      <dgm:spPr/>
    </dgm:pt>
    <dgm:pt modelId="{C521253D-B2B8-45BC-8E62-A38A58D229CA}" type="pres">
      <dgm:prSet presAssocID="{1EC2F64A-5C99-4E44-A201-367CE327014C}" presName="space" presStyleCnt="0"/>
      <dgm:spPr/>
    </dgm:pt>
    <dgm:pt modelId="{319E67C2-5787-4969-8998-F121DB056FEB}" type="pres">
      <dgm:prSet presAssocID="{1233DEF3-7566-4853-A580-A972AF21428D}" presName="composite" presStyleCnt="0"/>
      <dgm:spPr/>
    </dgm:pt>
    <dgm:pt modelId="{95A5FD70-1BCD-46F5-B572-8A1B96F77B21}" type="pres">
      <dgm:prSet presAssocID="{1233DEF3-7566-4853-A580-A972AF21428D}" presName="parTx" presStyleLbl="alignNode1" presStyleIdx="1" presStyleCnt="2">
        <dgm:presLayoutVars>
          <dgm:chMax val="0"/>
          <dgm:chPref val="0"/>
          <dgm:bulletEnabled val="1"/>
        </dgm:presLayoutVars>
      </dgm:prSet>
      <dgm:spPr/>
    </dgm:pt>
    <dgm:pt modelId="{8AAEAA55-0EBB-4825-B4D3-FD903B816CFB}" type="pres">
      <dgm:prSet presAssocID="{1233DEF3-7566-4853-A580-A972AF21428D}" presName="desTx" presStyleLbl="alignAccFollowNode1" presStyleIdx="1" presStyleCnt="2">
        <dgm:presLayoutVars>
          <dgm:bulletEnabled val="1"/>
        </dgm:presLayoutVars>
      </dgm:prSet>
      <dgm:spPr/>
    </dgm:pt>
  </dgm:ptLst>
  <dgm:cxnLst>
    <dgm:cxn modelId="{1F8FF508-E82E-41A4-8E74-4A5E2F1D7EBF}" type="presOf" srcId="{1233DEF3-7566-4853-A580-A972AF21428D}" destId="{95A5FD70-1BCD-46F5-B572-8A1B96F77B21}" srcOrd="0" destOrd="0" presId="urn:microsoft.com/office/officeart/2005/8/layout/hList1"/>
    <dgm:cxn modelId="{B14EF063-81F9-48B4-887A-FBE3646AE67C}" srcId="{BEA23CAC-3C4E-44A1-83E2-373453F37890}" destId="{1233DEF3-7566-4853-A580-A972AF21428D}" srcOrd="1" destOrd="0" parTransId="{03A91BAE-C1F8-4B30-88EA-30E88173011F}" sibTransId="{977D8711-F9FC-428E-8C93-31EE8AE406D8}"/>
    <dgm:cxn modelId="{36E03747-FAFB-4DF8-844C-3BFBFE8994C9}" type="presOf" srcId="{47007303-DDAB-4AE1-9591-6F3750B32C50}" destId="{610F11D7-5DCF-4D9C-9A1B-4AB0951C58C1}" srcOrd="0" destOrd="1" presId="urn:microsoft.com/office/officeart/2005/8/layout/hList1"/>
    <dgm:cxn modelId="{07489B57-84DF-4EB6-BB30-06373BB26FD5}" srcId="{1233DEF3-7566-4853-A580-A972AF21428D}" destId="{4D755245-8FCF-4B7A-A71B-9C5F556AD2E7}" srcOrd="1" destOrd="0" parTransId="{369503A5-D5E0-490B-A181-5D137050E578}" sibTransId="{4DA4B873-3751-464A-BC74-CF9FF2390BB0}"/>
    <dgm:cxn modelId="{E58B7259-6F79-4969-A03C-4358BC744369}" type="presOf" srcId="{09831AF9-CD7F-4B5B-9118-6E9AB7FD4243}" destId="{610F11D7-5DCF-4D9C-9A1B-4AB0951C58C1}" srcOrd="0" destOrd="0" presId="urn:microsoft.com/office/officeart/2005/8/layout/hList1"/>
    <dgm:cxn modelId="{1EE3F481-9956-46F9-B981-600284B8D606}" type="presOf" srcId="{2751B0E7-2884-4722-9F14-435E7D2A0CC1}" destId="{8AAEAA55-0EBB-4825-B4D3-FD903B816CFB}" srcOrd="0" destOrd="0" presId="urn:microsoft.com/office/officeart/2005/8/layout/hList1"/>
    <dgm:cxn modelId="{442E46A3-9F23-45D7-9592-5501035DCF80}" srcId="{58E75AB6-8127-440D-9E0D-4A2C9E0FDA47}" destId="{47007303-DDAB-4AE1-9591-6F3750B32C50}" srcOrd="1" destOrd="0" parTransId="{8F9AB777-6937-4CD6-90C4-4C3AC88F1884}" sibTransId="{72DAC3D5-FAFE-4D61-A129-DDC2D0DF8CF4}"/>
    <dgm:cxn modelId="{3B5040A4-0666-440E-8A4D-5078852FBDE1}" srcId="{BEA23CAC-3C4E-44A1-83E2-373453F37890}" destId="{58E75AB6-8127-440D-9E0D-4A2C9E0FDA47}" srcOrd="0" destOrd="0" parTransId="{D9443399-EBE5-464A-9D1E-069D3FD3C3A2}" sibTransId="{1EC2F64A-5C99-4E44-A201-367CE327014C}"/>
    <dgm:cxn modelId="{271212A8-66C8-46A9-81F2-5F61571537DE}" type="presOf" srcId="{4D755245-8FCF-4B7A-A71B-9C5F556AD2E7}" destId="{8AAEAA55-0EBB-4825-B4D3-FD903B816CFB}" srcOrd="0" destOrd="1" presId="urn:microsoft.com/office/officeart/2005/8/layout/hList1"/>
    <dgm:cxn modelId="{269E7AA8-0296-4C1C-AADF-A99248D9A2D1}" srcId="{1233DEF3-7566-4853-A580-A972AF21428D}" destId="{2751B0E7-2884-4722-9F14-435E7D2A0CC1}" srcOrd="0" destOrd="0" parTransId="{470482BD-CA97-4326-AFC4-411B0FA19E2A}" sibTransId="{A33BB9BE-A769-413B-AEAC-2C4E56A25A05}"/>
    <dgm:cxn modelId="{81CA8FA8-92BB-4FF4-A94C-665F73C198D9}" type="presOf" srcId="{BEA23CAC-3C4E-44A1-83E2-373453F37890}" destId="{0BCD732E-3C04-4B07-B10F-678832738819}" srcOrd="0" destOrd="0" presId="urn:microsoft.com/office/officeart/2005/8/layout/hList1"/>
    <dgm:cxn modelId="{FE395ED6-8917-4F27-9A2B-5FB36E48DAE2}" type="presOf" srcId="{58E75AB6-8127-440D-9E0D-4A2C9E0FDA47}" destId="{D05FCB90-AB65-4402-8DF3-90AE9A39021E}" srcOrd="0" destOrd="0" presId="urn:microsoft.com/office/officeart/2005/8/layout/hList1"/>
    <dgm:cxn modelId="{DC317FEE-7F41-4C27-8E6C-58DECF1787FD}" srcId="{58E75AB6-8127-440D-9E0D-4A2C9E0FDA47}" destId="{09831AF9-CD7F-4B5B-9118-6E9AB7FD4243}" srcOrd="0" destOrd="0" parTransId="{5DC980A9-D9E2-4987-BE29-DDA479929335}" sibTransId="{66E25956-7084-4D10-BAA7-25517A2A7B20}"/>
    <dgm:cxn modelId="{163E3DE2-A4AF-465A-8EF8-0E5E76821BB0}" type="presParOf" srcId="{0BCD732E-3C04-4B07-B10F-678832738819}" destId="{0DE99939-044A-45FC-B5B1-AC3FDC1D8594}" srcOrd="0" destOrd="0" presId="urn:microsoft.com/office/officeart/2005/8/layout/hList1"/>
    <dgm:cxn modelId="{796656FA-BB1E-481E-A1C6-48EEB9EC0ABF}" type="presParOf" srcId="{0DE99939-044A-45FC-B5B1-AC3FDC1D8594}" destId="{D05FCB90-AB65-4402-8DF3-90AE9A39021E}" srcOrd="0" destOrd="0" presId="urn:microsoft.com/office/officeart/2005/8/layout/hList1"/>
    <dgm:cxn modelId="{4539BEC8-2FA4-4593-893F-CEB9E85FACA0}" type="presParOf" srcId="{0DE99939-044A-45FC-B5B1-AC3FDC1D8594}" destId="{610F11D7-5DCF-4D9C-9A1B-4AB0951C58C1}" srcOrd="1" destOrd="0" presId="urn:microsoft.com/office/officeart/2005/8/layout/hList1"/>
    <dgm:cxn modelId="{9416AC33-9368-4AEB-AE2D-78659B4BF486}" type="presParOf" srcId="{0BCD732E-3C04-4B07-B10F-678832738819}" destId="{C521253D-B2B8-45BC-8E62-A38A58D229CA}" srcOrd="1" destOrd="0" presId="urn:microsoft.com/office/officeart/2005/8/layout/hList1"/>
    <dgm:cxn modelId="{0FE3C0E3-0471-4FB0-8190-5E41803B511D}" type="presParOf" srcId="{0BCD732E-3C04-4B07-B10F-678832738819}" destId="{319E67C2-5787-4969-8998-F121DB056FEB}" srcOrd="2" destOrd="0" presId="urn:microsoft.com/office/officeart/2005/8/layout/hList1"/>
    <dgm:cxn modelId="{630D3705-B874-432F-A2DE-C33F96F58743}" type="presParOf" srcId="{319E67C2-5787-4969-8998-F121DB056FEB}" destId="{95A5FD70-1BCD-46F5-B572-8A1B96F77B21}" srcOrd="0" destOrd="0" presId="urn:microsoft.com/office/officeart/2005/8/layout/hList1"/>
    <dgm:cxn modelId="{C592A804-609F-4D9C-876B-818731490B26}" type="presParOf" srcId="{319E67C2-5787-4969-8998-F121DB056FEB}" destId="{8AAEAA55-0EBB-4825-B4D3-FD903B816CFB}" srcOrd="1" destOrd="0" presId="urn:microsoft.com/office/officeart/2005/8/layout/hList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EA23CAC-3C4E-44A1-83E2-373453F3789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58E75AB6-8127-440D-9E0D-4A2C9E0FDA47}">
      <dgm:prSet phldrT="[Text]" phldr="0"/>
      <dgm:spPr/>
      <dgm:t>
        <a:bodyPr/>
        <a:lstStyle/>
        <a:p>
          <a:r>
            <a:rPr lang="en-US" dirty="0"/>
            <a:t>Suggest Swaps</a:t>
          </a:r>
        </a:p>
      </dgm:t>
    </dgm:pt>
    <dgm:pt modelId="{D9443399-EBE5-464A-9D1E-069D3FD3C3A2}" type="parTrans" cxnId="{3B5040A4-0666-440E-8A4D-5078852FBDE1}">
      <dgm:prSet/>
      <dgm:spPr/>
      <dgm:t>
        <a:bodyPr/>
        <a:lstStyle/>
        <a:p>
          <a:endParaRPr lang="en-US"/>
        </a:p>
      </dgm:t>
    </dgm:pt>
    <dgm:pt modelId="{1EC2F64A-5C99-4E44-A201-367CE327014C}" type="sibTrans" cxnId="{3B5040A4-0666-440E-8A4D-5078852FBDE1}">
      <dgm:prSet/>
      <dgm:spPr/>
      <dgm:t>
        <a:bodyPr/>
        <a:lstStyle/>
        <a:p>
          <a:endParaRPr lang="en-US"/>
        </a:p>
      </dgm:t>
    </dgm:pt>
    <dgm:pt modelId="{09831AF9-CD7F-4B5B-9118-6E9AB7FD4243}">
      <dgm:prSet phldrT="[Text]" phldr="0"/>
      <dgm:spPr/>
      <dgm:t>
        <a:bodyPr/>
        <a:lstStyle/>
        <a:p>
          <a:r>
            <a:rPr lang="en-US" dirty="0"/>
            <a:t>List of Suggested Swaps between an Originating SKU and Receiving SKU. </a:t>
          </a:r>
        </a:p>
      </dgm:t>
    </dgm:pt>
    <dgm:pt modelId="{5DC980A9-D9E2-4987-BE29-DDA479929335}" type="parTrans" cxnId="{DC317FEE-7F41-4C27-8E6C-58DECF1787FD}">
      <dgm:prSet/>
      <dgm:spPr/>
      <dgm:t>
        <a:bodyPr/>
        <a:lstStyle/>
        <a:p>
          <a:endParaRPr lang="en-US"/>
        </a:p>
      </dgm:t>
    </dgm:pt>
    <dgm:pt modelId="{66E25956-7084-4D10-BAA7-25517A2A7B20}" type="sibTrans" cxnId="{DC317FEE-7F41-4C27-8E6C-58DECF1787FD}">
      <dgm:prSet/>
      <dgm:spPr/>
      <dgm:t>
        <a:bodyPr/>
        <a:lstStyle/>
        <a:p>
          <a:endParaRPr lang="en-US"/>
        </a:p>
      </dgm:t>
    </dgm:pt>
    <dgm:pt modelId="{5E22DDDC-B9DF-422A-88D9-22CD45BCD48D}">
      <dgm:prSet phldrT="[Text]" phldr="0"/>
      <dgm:spPr/>
      <dgm:t>
        <a:bodyPr/>
        <a:lstStyle/>
        <a:p>
          <a:r>
            <a:rPr lang="en-US" b="1" dirty="0"/>
            <a:t>These Swaps can also be Accepted/Rejected with Feedback and the optimization rerun without the newly rejected subs</a:t>
          </a:r>
        </a:p>
      </dgm:t>
    </dgm:pt>
    <dgm:pt modelId="{E51242FA-ECB7-42AE-A8F7-57A8B86C0612}" type="parTrans" cxnId="{00C87F12-F9C3-4C96-B7E7-FC47300D4344}">
      <dgm:prSet/>
      <dgm:spPr/>
      <dgm:t>
        <a:bodyPr/>
        <a:lstStyle/>
        <a:p>
          <a:endParaRPr lang="en-US"/>
        </a:p>
      </dgm:t>
    </dgm:pt>
    <dgm:pt modelId="{649F9B5F-EB63-46BF-91AB-E39A59C2785D}" type="sibTrans" cxnId="{00C87F12-F9C3-4C96-B7E7-FC47300D4344}">
      <dgm:prSet/>
      <dgm:spPr/>
      <dgm:t>
        <a:bodyPr/>
        <a:lstStyle/>
        <a:p>
          <a:endParaRPr lang="en-US"/>
        </a:p>
      </dgm:t>
    </dgm:pt>
    <dgm:pt modelId="{3578EDFE-0ED1-4201-89B9-BD97DC9C1986}">
      <dgm:prSet phldrT="[Text]" phldr="0"/>
      <dgm:spPr/>
      <dgm:t>
        <a:bodyPr/>
        <a:lstStyle/>
        <a:p>
          <a:r>
            <a:rPr lang="en-US" dirty="0"/>
            <a:t>Vendor Summary</a:t>
          </a:r>
        </a:p>
      </dgm:t>
    </dgm:pt>
    <dgm:pt modelId="{0A8776FB-27EB-473A-BAF5-0EEB63D848EC}" type="parTrans" cxnId="{2A4818B9-8300-46A1-8DE4-2B3C68AAB997}">
      <dgm:prSet/>
      <dgm:spPr/>
      <dgm:t>
        <a:bodyPr/>
        <a:lstStyle/>
        <a:p>
          <a:endParaRPr lang="en-US"/>
        </a:p>
      </dgm:t>
    </dgm:pt>
    <dgm:pt modelId="{04422731-E47E-49AD-9BCF-14DA3E3A0748}" type="sibTrans" cxnId="{2A4818B9-8300-46A1-8DE4-2B3C68AAB997}">
      <dgm:prSet/>
      <dgm:spPr/>
      <dgm:t>
        <a:bodyPr/>
        <a:lstStyle/>
        <a:p>
          <a:endParaRPr lang="en-US"/>
        </a:p>
      </dgm:t>
    </dgm:pt>
    <dgm:pt modelId="{52681072-C8CA-4528-8667-473BC67FA0FA}">
      <dgm:prSet phldrT="[Text]" phldr="0"/>
      <dgm:spPr/>
      <dgm:t>
        <a:bodyPr/>
        <a:lstStyle/>
        <a:p>
          <a:r>
            <a:rPr lang="en-US" dirty="0"/>
            <a:t>List of all Vendors with their Qty of Category orders effected</a:t>
          </a:r>
        </a:p>
      </dgm:t>
    </dgm:pt>
    <dgm:pt modelId="{2A38D20F-691D-4878-A712-8BDA79DB4E30}" type="parTrans" cxnId="{69BDC24F-6007-453C-B9AF-1AB9ED967029}">
      <dgm:prSet/>
      <dgm:spPr/>
      <dgm:t>
        <a:bodyPr/>
        <a:lstStyle/>
        <a:p>
          <a:endParaRPr lang="en-US"/>
        </a:p>
      </dgm:t>
    </dgm:pt>
    <dgm:pt modelId="{4236EFA0-D102-4D1E-A7D0-FCF6B04CD6B5}" type="sibTrans" cxnId="{69BDC24F-6007-453C-B9AF-1AB9ED967029}">
      <dgm:prSet/>
      <dgm:spPr/>
      <dgm:t>
        <a:bodyPr/>
        <a:lstStyle/>
        <a:p>
          <a:endParaRPr lang="en-US"/>
        </a:p>
      </dgm:t>
    </dgm:pt>
    <dgm:pt modelId="{2E52D264-2775-4F19-BF36-A5A17609BCDC}">
      <dgm:prSet phldrT="[Text]" phldr="0"/>
      <dgm:spPr/>
      <dgm:t>
        <a:bodyPr/>
        <a:lstStyle/>
        <a:p>
          <a:r>
            <a:rPr lang="en-US" dirty="0"/>
            <a:t>SKUs will not be swapped out if:</a:t>
          </a:r>
        </a:p>
      </dgm:t>
    </dgm:pt>
    <dgm:pt modelId="{03AA6BAA-9900-4DEE-A24C-2C0728C6F5D7}" type="parTrans" cxnId="{E9CCE080-FAC2-43E0-B965-BD1284103210}">
      <dgm:prSet/>
      <dgm:spPr/>
      <dgm:t>
        <a:bodyPr/>
        <a:lstStyle/>
        <a:p>
          <a:endParaRPr lang="en-US"/>
        </a:p>
      </dgm:t>
    </dgm:pt>
    <dgm:pt modelId="{3FCDE6A6-A40D-4970-9FBE-FEE9791747D5}" type="sibTrans" cxnId="{E9CCE080-FAC2-43E0-B965-BD1284103210}">
      <dgm:prSet/>
      <dgm:spPr/>
      <dgm:t>
        <a:bodyPr/>
        <a:lstStyle/>
        <a:p>
          <a:endParaRPr lang="en-US"/>
        </a:p>
      </dgm:t>
    </dgm:pt>
    <dgm:pt modelId="{C8B90738-6C55-4C9A-80D0-863701B9B206}">
      <dgm:prSet phldrT="[Text]" phldr="0"/>
      <dgm:spPr/>
      <dgm:t>
        <a:bodyPr/>
        <a:lstStyle/>
        <a:p>
          <a:r>
            <a:rPr lang="en-US" dirty="0"/>
            <a:t>They are from a preferred vendor</a:t>
          </a:r>
        </a:p>
      </dgm:t>
    </dgm:pt>
    <dgm:pt modelId="{212981C1-6B89-438E-B6B7-399AF16BC5AF}" type="parTrans" cxnId="{914D6CD8-340C-4834-99CB-B05292F4E7A3}">
      <dgm:prSet/>
      <dgm:spPr/>
      <dgm:t>
        <a:bodyPr/>
        <a:lstStyle/>
        <a:p>
          <a:endParaRPr lang="en-US"/>
        </a:p>
      </dgm:t>
    </dgm:pt>
    <dgm:pt modelId="{85FF99D3-4006-4A69-AE6E-37DA00CE0823}" type="sibTrans" cxnId="{914D6CD8-340C-4834-99CB-B05292F4E7A3}">
      <dgm:prSet/>
      <dgm:spPr/>
      <dgm:t>
        <a:bodyPr/>
        <a:lstStyle/>
        <a:p>
          <a:endParaRPr lang="en-US"/>
        </a:p>
      </dgm:t>
    </dgm:pt>
    <dgm:pt modelId="{33CFCC3B-A00C-49A3-ABD6-07C60B594CCE}">
      <dgm:prSet phldrT="[Text]" phldr="0"/>
      <dgm:spPr/>
      <dgm:t>
        <a:bodyPr/>
        <a:lstStyle/>
        <a:p>
          <a:r>
            <a:rPr lang="en-US" dirty="0"/>
            <a:t>They go to a preferred customer</a:t>
          </a:r>
        </a:p>
      </dgm:t>
    </dgm:pt>
    <dgm:pt modelId="{86EF61D5-920B-425E-BC00-4F3A7937BE94}" type="parTrans" cxnId="{257F2A47-C021-4474-9488-B7733DA481C8}">
      <dgm:prSet/>
      <dgm:spPr/>
      <dgm:t>
        <a:bodyPr/>
        <a:lstStyle/>
        <a:p>
          <a:endParaRPr lang="en-US"/>
        </a:p>
      </dgm:t>
    </dgm:pt>
    <dgm:pt modelId="{32635222-6A70-4E58-963B-D7C381A8F518}" type="sibTrans" cxnId="{257F2A47-C021-4474-9488-B7733DA481C8}">
      <dgm:prSet/>
      <dgm:spPr/>
      <dgm:t>
        <a:bodyPr/>
        <a:lstStyle/>
        <a:p>
          <a:endParaRPr lang="en-US"/>
        </a:p>
      </dgm:t>
    </dgm:pt>
    <dgm:pt modelId="{366EA108-6603-417C-98BA-07334EF3DB39}">
      <dgm:prSet phldrT="[Text]" phldr="0"/>
      <dgm:spPr/>
      <dgm:t>
        <a:bodyPr/>
        <a:lstStyle/>
        <a:p>
          <a:r>
            <a:rPr lang="en-US" dirty="0"/>
            <a:t>They go to a redistributor</a:t>
          </a:r>
        </a:p>
      </dgm:t>
    </dgm:pt>
    <dgm:pt modelId="{B37F5257-4D8B-4693-884F-B0C60CCC1BFC}" type="parTrans" cxnId="{19F22F34-9D6B-4EEA-A43E-08D54EDBF7E1}">
      <dgm:prSet/>
      <dgm:spPr/>
      <dgm:t>
        <a:bodyPr/>
        <a:lstStyle/>
        <a:p>
          <a:endParaRPr lang="en-US"/>
        </a:p>
      </dgm:t>
    </dgm:pt>
    <dgm:pt modelId="{71855DF0-11FC-4467-BDB3-F777D210B7E4}" type="sibTrans" cxnId="{19F22F34-9D6B-4EEA-A43E-08D54EDBF7E1}">
      <dgm:prSet/>
      <dgm:spPr/>
      <dgm:t>
        <a:bodyPr/>
        <a:lstStyle/>
        <a:p>
          <a:endParaRPr lang="en-US"/>
        </a:p>
      </dgm:t>
    </dgm:pt>
    <dgm:pt modelId="{6481CAA9-7858-4A33-9E03-C52147E09251}">
      <dgm:prSet phldrT="[Text]" phldr="0"/>
      <dgm:spPr/>
      <dgm:t>
        <a:bodyPr/>
        <a:lstStyle/>
        <a:p>
          <a:r>
            <a:rPr lang="en-US"/>
            <a:t>Customer Summary</a:t>
          </a:r>
          <a:endParaRPr lang="en-US" dirty="0"/>
        </a:p>
      </dgm:t>
    </dgm:pt>
    <dgm:pt modelId="{4C96348F-2884-4C1D-B749-5CF49A9DF7F9}" type="parTrans" cxnId="{6EC4C697-5A8A-4839-848E-12BD140DBBB6}">
      <dgm:prSet/>
      <dgm:spPr/>
      <dgm:t>
        <a:bodyPr/>
        <a:lstStyle/>
        <a:p>
          <a:endParaRPr lang="en-US"/>
        </a:p>
      </dgm:t>
    </dgm:pt>
    <dgm:pt modelId="{6D1A16A1-1222-4593-A833-68B7B630D081}" type="sibTrans" cxnId="{6EC4C697-5A8A-4839-848E-12BD140DBBB6}">
      <dgm:prSet/>
      <dgm:spPr/>
      <dgm:t>
        <a:bodyPr/>
        <a:lstStyle/>
        <a:p>
          <a:endParaRPr lang="en-US"/>
        </a:p>
      </dgm:t>
    </dgm:pt>
    <dgm:pt modelId="{D1CF0070-F045-4EE9-938A-7E152766A355}">
      <dgm:prSet phldrT="[Text]" phldr="0"/>
      <dgm:spPr/>
      <dgm:t>
        <a:bodyPr/>
        <a:lstStyle/>
        <a:p>
          <a:r>
            <a:rPr lang="en-US" dirty="0"/>
            <a:t>List of all Customers with their Qty of Category orders effected</a:t>
          </a:r>
        </a:p>
      </dgm:t>
    </dgm:pt>
    <dgm:pt modelId="{9772DFCC-1370-4D51-8A9E-4D401DD29411}" type="parTrans" cxnId="{CEAE95BF-D5B3-4CE0-85A3-2C331B2E6BAA}">
      <dgm:prSet/>
      <dgm:spPr/>
      <dgm:t>
        <a:bodyPr/>
        <a:lstStyle/>
        <a:p>
          <a:endParaRPr lang="en-US"/>
        </a:p>
      </dgm:t>
    </dgm:pt>
    <dgm:pt modelId="{45162D68-C83E-486B-8D0A-C4EC35C38E4B}" type="sibTrans" cxnId="{CEAE95BF-D5B3-4CE0-85A3-2C331B2E6BAA}">
      <dgm:prSet/>
      <dgm:spPr/>
      <dgm:t>
        <a:bodyPr/>
        <a:lstStyle/>
        <a:p>
          <a:endParaRPr lang="en-US"/>
        </a:p>
      </dgm:t>
    </dgm:pt>
    <dgm:pt modelId="{5E4AC327-D76E-421F-9F8A-E9D975140333}">
      <dgm:prSet phldrT="[Text]" phldr="0"/>
      <dgm:spPr/>
      <dgm:t>
        <a:bodyPr/>
        <a:lstStyle/>
        <a:p>
          <a:r>
            <a:rPr lang="en-US" dirty="0"/>
            <a:t>Qty Affected will be 0 for Excluded Customer and Redistributors</a:t>
          </a:r>
        </a:p>
      </dgm:t>
    </dgm:pt>
    <dgm:pt modelId="{ACAF04B3-3995-4AD1-8C12-D2484D9DE505}" type="parTrans" cxnId="{05D8159C-AA8B-48A7-97B8-9579C57CEF63}">
      <dgm:prSet/>
      <dgm:spPr/>
      <dgm:t>
        <a:bodyPr/>
        <a:lstStyle/>
        <a:p>
          <a:endParaRPr lang="en-US"/>
        </a:p>
      </dgm:t>
    </dgm:pt>
    <dgm:pt modelId="{24102531-D4F0-48CE-97DC-504380F12038}" type="sibTrans" cxnId="{05D8159C-AA8B-48A7-97B8-9579C57CEF63}">
      <dgm:prSet/>
      <dgm:spPr/>
      <dgm:t>
        <a:bodyPr/>
        <a:lstStyle/>
        <a:p>
          <a:endParaRPr lang="en-US"/>
        </a:p>
      </dgm:t>
    </dgm:pt>
    <dgm:pt modelId="{43615818-76A4-40FF-BEDA-E2052BCDF1A8}">
      <dgm:prSet phldrT="[Text]" phldr="0"/>
      <dgm:spPr/>
      <dgm:t>
        <a:bodyPr/>
        <a:lstStyle/>
        <a:p>
          <a:r>
            <a:rPr lang="en-US" dirty="0"/>
            <a:t>Qty Affected will be 0 for Excluded/Preferred Vendors</a:t>
          </a:r>
        </a:p>
      </dgm:t>
    </dgm:pt>
    <dgm:pt modelId="{4F0A676E-BD64-4C52-8C4E-07408AE00E6C}" type="parTrans" cxnId="{2BD1F758-3166-4499-9156-DACD9568495A}">
      <dgm:prSet/>
      <dgm:spPr/>
      <dgm:t>
        <a:bodyPr/>
        <a:lstStyle/>
        <a:p>
          <a:endParaRPr lang="en-US"/>
        </a:p>
      </dgm:t>
    </dgm:pt>
    <dgm:pt modelId="{B1EBA341-D79C-4781-BF1D-97D860B77424}" type="sibTrans" cxnId="{2BD1F758-3166-4499-9156-DACD9568495A}">
      <dgm:prSet/>
      <dgm:spPr/>
      <dgm:t>
        <a:bodyPr/>
        <a:lstStyle/>
        <a:p>
          <a:endParaRPr lang="en-US"/>
        </a:p>
      </dgm:t>
    </dgm:pt>
    <dgm:pt modelId="{0BCD732E-3C04-4B07-B10F-678832738819}" type="pres">
      <dgm:prSet presAssocID="{BEA23CAC-3C4E-44A1-83E2-373453F37890}" presName="Name0" presStyleCnt="0">
        <dgm:presLayoutVars>
          <dgm:dir/>
          <dgm:animLvl val="lvl"/>
          <dgm:resizeHandles val="exact"/>
        </dgm:presLayoutVars>
      </dgm:prSet>
      <dgm:spPr/>
    </dgm:pt>
    <dgm:pt modelId="{0DE99939-044A-45FC-B5B1-AC3FDC1D8594}" type="pres">
      <dgm:prSet presAssocID="{58E75AB6-8127-440D-9E0D-4A2C9E0FDA47}" presName="composite" presStyleCnt="0"/>
      <dgm:spPr/>
    </dgm:pt>
    <dgm:pt modelId="{D05FCB90-AB65-4402-8DF3-90AE9A39021E}" type="pres">
      <dgm:prSet presAssocID="{58E75AB6-8127-440D-9E0D-4A2C9E0FDA47}" presName="parTx" presStyleLbl="alignNode1" presStyleIdx="0" presStyleCnt="3">
        <dgm:presLayoutVars>
          <dgm:chMax val="0"/>
          <dgm:chPref val="0"/>
          <dgm:bulletEnabled val="1"/>
        </dgm:presLayoutVars>
      </dgm:prSet>
      <dgm:spPr/>
    </dgm:pt>
    <dgm:pt modelId="{610F11D7-5DCF-4D9C-9A1B-4AB0951C58C1}" type="pres">
      <dgm:prSet presAssocID="{58E75AB6-8127-440D-9E0D-4A2C9E0FDA47}" presName="desTx" presStyleLbl="alignAccFollowNode1" presStyleIdx="0" presStyleCnt="3">
        <dgm:presLayoutVars>
          <dgm:bulletEnabled val="1"/>
        </dgm:presLayoutVars>
      </dgm:prSet>
      <dgm:spPr/>
    </dgm:pt>
    <dgm:pt modelId="{C521253D-B2B8-45BC-8E62-A38A58D229CA}" type="pres">
      <dgm:prSet presAssocID="{1EC2F64A-5C99-4E44-A201-367CE327014C}" presName="space" presStyleCnt="0"/>
      <dgm:spPr/>
    </dgm:pt>
    <dgm:pt modelId="{337401EB-4513-482A-A290-8D6B7A75DACA}" type="pres">
      <dgm:prSet presAssocID="{3578EDFE-0ED1-4201-89B9-BD97DC9C1986}" presName="composite" presStyleCnt="0"/>
      <dgm:spPr/>
    </dgm:pt>
    <dgm:pt modelId="{CE543CF5-9EAB-4699-AFDA-91649665084B}" type="pres">
      <dgm:prSet presAssocID="{3578EDFE-0ED1-4201-89B9-BD97DC9C1986}" presName="parTx" presStyleLbl="alignNode1" presStyleIdx="1" presStyleCnt="3">
        <dgm:presLayoutVars>
          <dgm:chMax val="0"/>
          <dgm:chPref val="0"/>
          <dgm:bulletEnabled val="1"/>
        </dgm:presLayoutVars>
      </dgm:prSet>
      <dgm:spPr/>
    </dgm:pt>
    <dgm:pt modelId="{DE24CA23-5697-4114-9390-0E4E705A8D9D}" type="pres">
      <dgm:prSet presAssocID="{3578EDFE-0ED1-4201-89B9-BD97DC9C1986}" presName="desTx" presStyleLbl="alignAccFollowNode1" presStyleIdx="1" presStyleCnt="3">
        <dgm:presLayoutVars>
          <dgm:bulletEnabled val="1"/>
        </dgm:presLayoutVars>
      </dgm:prSet>
      <dgm:spPr/>
    </dgm:pt>
    <dgm:pt modelId="{7AD9E2CB-88D2-4161-A2DB-FF31C0E08E86}" type="pres">
      <dgm:prSet presAssocID="{04422731-E47E-49AD-9BCF-14DA3E3A0748}" presName="space" presStyleCnt="0"/>
      <dgm:spPr/>
    </dgm:pt>
    <dgm:pt modelId="{2EC6C075-034E-4305-AE58-31BFD5482BF9}" type="pres">
      <dgm:prSet presAssocID="{6481CAA9-7858-4A33-9E03-C52147E09251}" presName="composite" presStyleCnt="0"/>
      <dgm:spPr/>
    </dgm:pt>
    <dgm:pt modelId="{8C4229F9-B941-43B3-B149-50DE51A85976}" type="pres">
      <dgm:prSet presAssocID="{6481CAA9-7858-4A33-9E03-C52147E09251}" presName="parTx" presStyleLbl="alignNode1" presStyleIdx="2" presStyleCnt="3">
        <dgm:presLayoutVars>
          <dgm:chMax val="0"/>
          <dgm:chPref val="0"/>
          <dgm:bulletEnabled val="1"/>
        </dgm:presLayoutVars>
      </dgm:prSet>
      <dgm:spPr/>
    </dgm:pt>
    <dgm:pt modelId="{5A9D2BF9-5B25-4898-BCC3-7784A633F3C0}" type="pres">
      <dgm:prSet presAssocID="{6481CAA9-7858-4A33-9E03-C52147E09251}" presName="desTx" presStyleLbl="alignAccFollowNode1" presStyleIdx="2" presStyleCnt="3">
        <dgm:presLayoutVars>
          <dgm:bulletEnabled val="1"/>
        </dgm:presLayoutVars>
      </dgm:prSet>
      <dgm:spPr/>
    </dgm:pt>
  </dgm:ptLst>
  <dgm:cxnLst>
    <dgm:cxn modelId="{48DE3709-B4C4-448D-AC5C-374A544CAC99}" type="presOf" srcId="{6481CAA9-7858-4A33-9E03-C52147E09251}" destId="{8C4229F9-B941-43B3-B149-50DE51A85976}" srcOrd="0" destOrd="0" presId="urn:microsoft.com/office/officeart/2005/8/layout/hList1"/>
    <dgm:cxn modelId="{00C87F12-F9C3-4C96-B7E7-FC47300D4344}" srcId="{58E75AB6-8127-440D-9E0D-4A2C9E0FDA47}" destId="{5E22DDDC-B9DF-422A-88D9-22CD45BCD48D}" srcOrd="2" destOrd="0" parTransId="{E51242FA-ECB7-42AE-A8F7-57A8B86C0612}" sibTransId="{649F9B5F-EB63-46BF-91AB-E39A59C2785D}"/>
    <dgm:cxn modelId="{BF77121F-C2DB-4A86-918E-301BF8C75F90}" type="presOf" srcId="{5E4AC327-D76E-421F-9F8A-E9D975140333}" destId="{5A9D2BF9-5B25-4898-BCC3-7784A633F3C0}" srcOrd="0" destOrd="1" presId="urn:microsoft.com/office/officeart/2005/8/layout/hList1"/>
    <dgm:cxn modelId="{CD65E128-E67E-449D-B6DA-DE924EC3713B}" type="presOf" srcId="{43615818-76A4-40FF-BEDA-E2052BCDF1A8}" destId="{DE24CA23-5697-4114-9390-0E4E705A8D9D}" srcOrd="0" destOrd="1" presId="urn:microsoft.com/office/officeart/2005/8/layout/hList1"/>
    <dgm:cxn modelId="{C7B87F2D-84FB-4B41-BD16-02813070A3F0}" type="presOf" srcId="{3578EDFE-0ED1-4201-89B9-BD97DC9C1986}" destId="{CE543CF5-9EAB-4699-AFDA-91649665084B}" srcOrd="0" destOrd="0" presId="urn:microsoft.com/office/officeart/2005/8/layout/hList1"/>
    <dgm:cxn modelId="{19F22F34-9D6B-4EEA-A43E-08D54EDBF7E1}" srcId="{2E52D264-2775-4F19-BF36-A5A17609BCDC}" destId="{366EA108-6603-417C-98BA-07334EF3DB39}" srcOrd="2" destOrd="0" parTransId="{B37F5257-4D8B-4693-884F-B0C60CCC1BFC}" sibTransId="{71855DF0-11FC-4467-BDB3-F777D210B7E4}"/>
    <dgm:cxn modelId="{C4C9BC35-B1A5-411D-A4F9-61C4B578502B}" type="presOf" srcId="{5E22DDDC-B9DF-422A-88D9-22CD45BCD48D}" destId="{610F11D7-5DCF-4D9C-9A1B-4AB0951C58C1}" srcOrd="0" destOrd="5" presId="urn:microsoft.com/office/officeart/2005/8/layout/hList1"/>
    <dgm:cxn modelId="{3A0EF366-244B-4E3F-85C9-6379170A80A0}" type="presOf" srcId="{366EA108-6603-417C-98BA-07334EF3DB39}" destId="{610F11D7-5DCF-4D9C-9A1B-4AB0951C58C1}" srcOrd="0" destOrd="4" presId="urn:microsoft.com/office/officeart/2005/8/layout/hList1"/>
    <dgm:cxn modelId="{257F2A47-C021-4474-9488-B7733DA481C8}" srcId="{2E52D264-2775-4F19-BF36-A5A17609BCDC}" destId="{33CFCC3B-A00C-49A3-ABD6-07C60B594CCE}" srcOrd="1" destOrd="0" parTransId="{86EF61D5-920B-425E-BC00-4F3A7937BE94}" sibTransId="{32635222-6A70-4E58-963B-D7C381A8F518}"/>
    <dgm:cxn modelId="{EDDB6149-4BBD-4C38-A72B-F5C6ACB9C9F4}" type="presOf" srcId="{D1CF0070-F045-4EE9-938A-7E152766A355}" destId="{5A9D2BF9-5B25-4898-BCC3-7784A633F3C0}" srcOrd="0" destOrd="0" presId="urn:microsoft.com/office/officeart/2005/8/layout/hList1"/>
    <dgm:cxn modelId="{69BDC24F-6007-453C-B9AF-1AB9ED967029}" srcId="{3578EDFE-0ED1-4201-89B9-BD97DC9C1986}" destId="{52681072-C8CA-4528-8667-473BC67FA0FA}" srcOrd="0" destOrd="0" parTransId="{2A38D20F-691D-4878-A712-8BDA79DB4E30}" sibTransId="{4236EFA0-D102-4D1E-A7D0-FCF6B04CD6B5}"/>
    <dgm:cxn modelId="{DB66EC55-1A75-4BD6-B086-CAFB70424DC0}" type="presOf" srcId="{C8B90738-6C55-4C9A-80D0-863701B9B206}" destId="{610F11D7-5DCF-4D9C-9A1B-4AB0951C58C1}" srcOrd="0" destOrd="2" presId="urn:microsoft.com/office/officeart/2005/8/layout/hList1"/>
    <dgm:cxn modelId="{2BD1F758-3166-4499-9156-DACD9568495A}" srcId="{3578EDFE-0ED1-4201-89B9-BD97DC9C1986}" destId="{43615818-76A4-40FF-BEDA-E2052BCDF1A8}" srcOrd="1" destOrd="0" parTransId="{4F0A676E-BD64-4C52-8C4E-07408AE00E6C}" sibTransId="{B1EBA341-D79C-4781-BF1D-97D860B77424}"/>
    <dgm:cxn modelId="{0317EA59-0F26-4E5F-A14A-2FA752F12E19}" type="presOf" srcId="{52681072-C8CA-4528-8667-473BC67FA0FA}" destId="{DE24CA23-5697-4114-9390-0E4E705A8D9D}" srcOrd="0" destOrd="0" presId="urn:microsoft.com/office/officeart/2005/8/layout/hList1"/>
    <dgm:cxn modelId="{E9CCE080-FAC2-43E0-B965-BD1284103210}" srcId="{58E75AB6-8127-440D-9E0D-4A2C9E0FDA47}" destId="{2E52D264-2775-4F19-BF36-A5A17609BCDC}" srcOrd="1" destOrd="0" parTransId="{03AA6BAA-9900-4DEE-A24C-2C0728C6F5D7}" sibTransId="{3FCDE6A6-A40D-4970-9FBE-FEE9791747D5}"/>
    <dgm:cxn modelId="{6EC4C697-5A8A-4839-848E-12BD140DBBB6}" srcId="{BEA23CAC-3C4E-44A1-83E2-373453F37890}" destId="{6481CAA9-7858-4A33-9E03-C52147E09251}" srcOrd="2" destOrd="0" parTransId="{4C96348F-2884-4C1D-B749-5CF49A9DF7F9}" sibTransId="{6D1A16A1-1222-4593-A833-68B7B630D081}"/>
    <dgm:cxn modelId="{05D8159C-AA8B-48A7-97B8-9579C57CEF63}" srcId="{6481CAA9-7858-4A33-9E03-C52147E09251}" destId="{5E4AC327-D76E-421F-9F8A-E9D975140333}" srcOrd="1" destOrd="0" parTransId="{ACAF04B3-3995-4AD1-8C12-D2484D9DE505}" sibTransId="{24102531-D4F0-48CE-97DC-504380F12038}"/>
    <dgm:cxn modelId="{3B5040A4-0666-440E-8A4D-5078852FBDE1}" srcId="{BEA23CAC-3C4E-44A1-83E2-373453F37890}" destId="{58E75AB6-8127-440D-9E0D-4A2C9E0FDA47}" srcOrd="0" destOrd="0" parTransId="{D9443399-EBE5-464A-9D1E-069D3FD3C3A2}" sibTransId="{1EC2F64A-5C99-4E44-A201-367CE327014C}"/>
    <dgm:cxn modelId="{81CA8FA8-92BB-4FF4-A94C-665F73C198D9}" type="presOf" srcId="{BEA23CAC-3C4E-44A1-83E2-373453F37890}" destId="{0BCD732E-3C04-4B07-B10F-678832738819}" srcOrd="0" destOrd="0" presId="urn:microsoft.com/office/officeart/2005/8/layout/hList1"/>
    <dgm:cxn modelId="{7712FEB1-CFA6-44A1-8FE1-17144520F246}" type="presOf" srcId="{33CFCC3B-A00C-49A3-ABD6-07C60B594CCE}" destId="{610F11D7-5DCF-4D9C-9A1B-4AB0951C58C1}" srcOrd="0" destOrd="3" presId="urn:microsoft.com/office/officeart/2005/8/layout/hList1"/>
    <dgm:cxn modelId="{2A4818B9-8300-46A1-8DE4-2B3C68AAB997}" srcId="{BEA23CAC-3C4E-44A1-83E2-373453F37890}" destId="{3578EDFE-0ED1-4201-89B9-BD97DC9C1986}" srcOrd="1" destOrd="0" parTransId="{0A8776FB-27EB-473A-BAF5-0EEB63D848EC}" sibTransId="{04422731-E47E-49AD-9BCF-14DA3E3A0748}"/>
    <dgm:cxn modelId="{CEAE95BF-D5B3-4CE0-85A3-2C331B2E6BAA}" srcId="{6481CAA9-7858-4A33-9E03-C52147E09251}" destId="{D1CF0070-F045-4EE9-938A-7E152766A355}" srcOrd="0" destOrd="0" parTransId="{9772DFCC-1370-4D51-8A9E-4D401DD29411}" sibTransId="{45162D68-C83E-486B-8D0A-C4EC35C38E4B}"/>
    <dgm:cxn modelId="{27DFABC2-261E-4CB0-A87C-486F726240CF}" type="presOf" srcId="{09831AF9-CD7F-4B5B-9118-6E9AB7FD4243}" destId="{610F11D7-5DCF-4D9C-9A1B-4AB0951C58C1}" srcOrd="0" destOrd="0" presId="urn:microsoft.com/office/officeart/2005/8/layout/hList1"/>
    <dgm:cxn modelId="{D3B692C3-40DB-4A37-BB29-7A3F2F41C36C}" type="presOf" srcId="{2E52D264-2775-4F19-BF36-A5A17609BCDC}" destId="{610F11D7-5DCF-4D9C-9A1B-4AB0951C58C1}" srcOrd="0" destOrd="1" presId="urn:microsoft.com/office/officeart/2005/8/layout/hList1"/>
    <dgm:cxn modelId="{92EB44C8-5482-41C6-835F-103054419233}" type="presOf" srcId="{58E75AB6-8127-440D-9E0D-4A2C9E0FDA47}" destId="{D05FCB90-AB65-4402-8DF3-90AE9A39021E}" srcOrd="0" destOrd="0" presId="urn:microsoft.com/office/officeart/2005/8/layout/hList1"/>
    <dgm:cxn modelId="{914D6CD8-340C-4834-99CB-B05292F4E7A3}" srcId="{2E52D264-2775-4F19-BF36-A5A17609BCDC}" destId="{C8B90738-6C55-4C9A-80D0-863701B9B206}" srcOrd="0" destOrd="0" parTransId="{212981C1-6B89-438E-B6B7-399AF16BC5AF}" sibTransId="{85FF99D3-4006-4A69-AE6E-37DA00CE0823}"/>
    <dgm:cxn modelId="{DC317FEE-7F41-4C27-8E6C-58DECF1787FD}" srcId="{58E75AB6-8127-440D-9E0D-4A2C9E0FDA47}" destId="{09831AF9-CD7F-4B5B-9118-6E9AB7FD4243}" srcOrd="0" destOrd="0" parTransId="{5DC980A9-D9E2-4987-BE29-DDA479929335}" sibTransId="{66E25956-7084-4D10-BAA7-25517A2A7B20}"/>
    <dgm:cxn modelId="{2A375537-3562-4E3C-A460-D5EA7FDFD168}" type="presParOf" srcId="{0BCD732E-3C04-4B07-B10F-678832738819}" destId="{0DE99939-044A-45FC-B5B1-AC3FDC1D8594}" srcOrd="0" destOrd="0" presId="urn:microsoft.com/office/officeart/2005/8/layout/hList1"/>
    <dgm:cxn modelId="{AA9A6B59-1F8C-4F78-8779-CC4030B7680F}" type="presParOf" srcId="{0DE99939-044A-45FC-B5B1-AC3FDC1D8594}" destId="{D05FCB90-AB65-4402-8DF3-90AE9A39021E}" srcOrd="0" destOrd="0" presId="urn:microsoft.com/office/officeart/2005/8/layout/hList1"/>
    <dgm:cxn modelId="{8C0A3EC9-AF8F-4AD1-A021-6C499206B211}" type="presParOf" srcId="{0DE99939-044A-45FC-B5B1-AC3FDC1D8594}" destId="{610F11D7-5DCF-4D9C-9A1B-4AB0951C58C1}" srcOrd="1" destOrd="0" presId="urn:microsoft.com/office/officeart/2005/8/layout/hList1"/>
    <dgm:cxn modelId="{7084473A-385C-4BCF-A408-6280190B4CB9}" type="presParOf" srcId="{0BCD732E-3C04-4B07-B10F-678832738819}" destId="{C521253D-B2B8-45BC-8E62-A38A58D229CA}" srcOrd="1" destOrd="0" presId="urn:microsoft.com/office/officeart/2005/8/layout/hList1"/>
    <dgm:cxn modelId="{6033AE1D-C69F-4888-9308-5DD106C7A941}" type="presParOf" srcId="{0BCD732E-3C04-4B07-B10F-678832738819}" destId="{337401EB-4513-482A-A290-8D6B7A75DACA}" srcOrd="2" destOrd="0" presId="urn:microsoft.com/office/officeart/2005/8/layout/hList1"/>
    <dgm:cxn modelId="{83F7E8B1-E2F5-40C2-8343-DE6F81E2ADCE}" type="presParOf" srcId="{337401EB-4513-482A-A290-8D6B7A75DACA}" destId="{CE543CF5-9EAB-4699-AFDA-91649665084B}" srcOrd="0" destOrd="0" presId="urn:microsoft.com/office/officeart/2005/8/layout/hList1"/>
    <dgm:cxn modelId="{CB8F8FF5-DB82-485D-A5E9-EECEBBC791BF}" type="presParOf" srcId="{337401EB-4513-482A-A290-8D6B7A75DACA}" destId="{DE24CA23-5697-4114-9390-0E4E705A8D9D}" srcOrd="1" destOrd="0" presId="urn:microsoft.com/office/officeart/2005/8/layout/hList1"/>
    <dgm:cxn modelId="{FCE41DCE-A494-49C6-8034-F45A0EC29396}" type="presParOf" srcId="{0BCD732E-3C04-4B07-B10F-678832738819}" destId="{7AD9E2CB-88D2-4161-A2DB-FF31C0E08E86}" srcOrd="3" destOrd="0" presId="urn:microsoft.com/office/officeart/2005/8/layout/hList1"/>
    <dgm:cxn modelId="{932EBC96-22EC-4981-BEA0-5C89C58F42BB}" type="presParOf" srcId="{0BCD732E-3C04-4B07-B10F-678832738819}" destId="{2EC6C075-034E-4305-AE58-31BFD5482BF9}" srcOrd="4" destOrd="0" presId="urn:microsoft.com/office/officeart/2005/8/layout/hList1"/>
    <dgm:cxn modelId="{4AD6DC60-927B-459E-B483-6E9BF7E35F89}" type="presParOf" srcId="{2EC6C075-034E-4305-AE58-31BFD5482BF9}" destId="{8C4229F9-B941-43B3-B149-50DE51A85976}" srcOrd="0" destOrd="0" presId="urn:microsoft.com/office/officeart/2005/8/layout/hList1"/>
    <dgm:cxn modelId="{40E66DEE-B4C4-49B8-A63C-7ACD4A475B59}" type="presParOf" srcId="{2EC6C075-034E-4305-AE58-31BFD5482BF9}" destId="{5A9D2BF9-5B25-4898-BCC3-7784A633F3C0}" srcOrd="1" destOrd="0" presId="urn:microsoft.com/office/officeart/2005/8/layout/h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5FCB90-AB65-4402-8DF3-90AE9A39021E}">
      <dsp:nvSpPr>
        <dsp:cNvPr id="0" name=""/>
        <dsp:cNvSpPr/>
      </dsp:nvSpPr>
      <dsp:spPr>
        <a:xfrm>
          <a:off x="3501" y="43096"/>
          <a:ext cx="3413893" cy="547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Sales Data</a:t>
          </a:r>
        </a:p>
      </dsp:txBody>
      <dsp:txXfrm>
        <a:off x="3501" y="43096"/>
        <a:ext cx="3413893" cy="547200"/>
      </dsp:txXfrm>
    </dsp:sp>
    <dsp:sp modelId="{610F11D7-5DCF-4D9C-9A1B-4AB0951C58C1}">
      <dsp:nvSpPr>
        <dsp:cNvPr id="0" name=""/>
        <dsp:cNvSpPr/>
      </dsp:nvSpPr>
      <dsp:spPr>
        <a:xfrm>
          <a:off x="3501" y="590296"/>
          <a:ext cx="3413893" cy="161680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ID has been supplying L6M Sales Data</a:t>
          </a:r>
        </a:p>
        <a:p>
          <a:pPr marL="171450" lvl="1" indent="-171450" algn="l" defTabSz="844550">
            <a:lnSpc>
              <a:spcPct val="90000"/>
            </a:lnSpc>
            <a:spcBef>
              <a:spcPct val="0"/>
            </a:spcBef>
            <a:spcAft>
              <a:spcPct val="15000"/>
            </a:spcAft>
            <a:buChar char="•"/>
          </a:pPr>
          <a:r>
            <a:rPr lang="en-US" sz="1900" kern="1200" dirty="0"/>
            <a:t>Important Features include PL Flag, POD Flag, Qty, Net Cost, etc.</a:t>
          </a:r>
        </a:p>
      </dsp:txBody>
      <dsp:txXfrm>
        <a:off x="3501" y="590296"/>
        <a:ext cx="3413893" cy="1616804"/>
      </dsp:txXfrm>
    </dsp:sp>
    <dsp:sp modelId="{95A5FD70-1BCD-46F5-B572-8A1B96F77B21}">
      <dsp:nvSpPr>
        <dsp:cNvPr id="0" name=""/>
        <dsp:cNvSpPr/>
      </dsp:nvSpPr>
      <dsp:spPr>
        <a:xfrm>
          <a:off x="3895340" y="43096"/>
          <a:ext cx="3413893" cy="547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Salsify</a:t>
          </a:r>
        </a:p>
      </dsp:txBody>
      <dsp:txXfrm>
        <a:off x="3895340" y="43096"/>
        <a:ext cx="3413893" cy="547200"/>
      </dsp:txXfrm>
    </dsp:sp>
    <dsp:sp modelId="{8AAEAA55-0EBB-4825-B4D3-FD903B816CFB}">
      <dsp:nvSpPr>
        <dsp:cNvPr id="0" name=""/>
        <dsp:cNvSpPr/>
      </dsp:nvSpPr>
      <dsp:spPr>
        <a:xfrm>
          <a:off x="3895340" y="590296"/>
          <a:ext cx="3413893" cy="161680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Attribution data for S2K items</a:t>
          </a:r>
        </a:p>
        <a:p>
          <a:pPr marL="171450" lvl="1" indent="-171450" algn="l" defTabSz="844550">
            <a:lnSpc>
              <a:spcPct val="90000"/>
            </a:lnSpc>
            <a:spcBef>
              <a:spcPct val="0"/>
            </a:spcBef>
            <a:spcAft>
              <a:spcPct val="15000"/>
            </a:spcAft>
            <a:buChar char="•"/>
          </a:pPr>
          <a:r>
            <a:rPr lang="en-US" sz="1900" kern="1200" dirty="0"/>
            <a:t>Supplied by ID</a:t>
          </a:r>
        </a:p>
      </dsp:txBody>
      <dsp:txXfrm>
        <a:off x="3895340" y="590296"/>
        <a:ext cx="3413893" cy="1616804"/>
      </dsp:txXfrm>
    </dsp:sp>
    <dsp:sp modelId="{CE543CF5-9EAB-4699-AFDA-91649665084B}">
      <dsp:nvSpPr>
        <dsp:cNvPr id="0" name=""/>
        <dsp:cNvSpPr/>
      </dsp:nvSpPr>
      <dsp:spPr>
        <a:xfrm>
          <a:off x="7787178" y="43096"/>
          <a:ext cx="3413893" cy="547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a:t>Item Master</a:t>
          </a:r>
          <a:endParaRPr lang="en-US" sz="1900" kern="1200" dirty="0"/>
        </a:p>
      </dsp:txBody>
      <dsp:txXfrm>
        <a:off x="7787178" y="43096"/>
        <a:ext cx="3413893" cy="547200"/>
      </dsp:txXfrm>
    </dsp:sp>
    <dsp:sp modelId="{DE24CA23-5697-4114-9390-0E4E705A8D9D}">
      <dsp:nvSpPr>
        <dsp:cNvPr id="0" name=""/>
        <dsp:cNvSpPr/>
      </dsp:nvSpPr>
      <dsp:spPr>
        <a:xfrm>
          <a:off x="7787178" y="590296"/>
          <a:ext cx="3413893" cy="1616804"/>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Used specifically for the PO cost column</a:t>
          </a:r>
        </a:p>
        <a:p>
          <a:pPr marL="171450" lvl="1" indent="-171450" algn="l" defTabSz="844550">
            <a:lnSpc>
              <a:spcPct val="90000"/>
            </a:lnSpc>
            <a:spcBef>
              <a:spcPct val="0"/>
            </a:spcBef>
            <a:spcAft>
              <a:spcPct val="15000"/>
            </a:spcAft>
            <a:buChar char="•"/>
          </a:pPr>
          <a:r>
            <a:rPr lang="en-US" sz="1900" kern="1200" dirty="0"/>
            <a:t>Supplied by ID</a:t>
          </a:r>
        </a:p>
      </dsp:txBody>
      <dsp:txXfrm>
        <a:off x="7787178" y="590296"/>
        <a:ext cx="3413893" cy="16168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5FCB90-AB65-4402-8DF3-90AE9A39021E}">
      <dsp:nvSpPr>
        <dsp:cNvPr id="0" name=""/>
        <dsp:cNvSpPr/>
      </dsp:nvSpPr>
      <dsp:spPr>
        <a:xfrm>
          <a:off x="35" y="9673"/>
          <a:ext cx="3422827" cy="5184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Customer/Vendor Exclusions</a:t>
          </a:r>
        </a:p>
      </dsp:txBody>
      <dsp:txXfrm>
        <a:off x="35" y="9673"/>
        <a:ext cx="3422827" cy="518400"/>
      </dsp:txXfrm>
    </dsp:sp>
    <dsp:sp modelId="{610F11D7-5DCF-4D9C-9A1B-4AB0951C58C1}">
      <dsp:nvSpPr>
        <dsp:cNvPr id="0" name=""/>
        <dsp:cNvSpPr/>
      </dsp:nvSpPr>
      <dsp:spPr>
        <a:xfrm>
          <a:off x="35" y="528073"/>
          <a:ext cx="3422827" cy="153171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Items can’t be swapped if they are from an excluded vendor or go to an excluded customer </a:t>
          </a:r>
        </a:p>
        <a:p>
          <a:pPr marL="171450" lvl="1" indent="-171450" algn="l" defTabSz="800100">
            <a:lnSpc>
              <a:spcPct val="90000"/>
            </a:lnSpc>
            <a:spcBef>
              <a:spcPct val="0"/>
            </a:spcBef>
            <a:spcAft>
              <a:spcPct val="15000"/>
            </a:spcAft>
            <a:buChar char="•"/>
          </a:pPr>
          <a:r>
            <a:rPr lang="en-US" sz="1800" kern="1200" dirty="0"/>
            <a:t>List supplied by ID</a:t>
          </a:r>
        </a:p>
      </dsp:txBody>
      <dsp:txXfrm>
        <a:off x="35" y="528073"/>
        <a:ext cx="3422827" cy="1531710"/>
      </dsp:txXfrm>
    </dsp:sp>
    <dsp:sp modelId="{95A5FD70-1BCD-46F5-B572-8A1B96F77B21}">
      <dsp:nvSpPr>
        <dsp:cNvPr id="0" name=""/>
        <dsp:cNvSpPr/>
      </dsp:nvSpPr>
      <dsp:spPr>
        <a:xfrm>
          <a:off x="3902058" y="9673"/>
          <a:ext cx="3422827" cy="5184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Rebates</a:t>
          </a:r>
        </a:p>
      </dsp:txBody>
      <dsp:txXfrm>
        <a:off x="3902058" y="9673"/>
        <a:ext cx="3422827" cy="518400"/>
      </dsp:txXfrm>
    </dsp:sp>
    <dsp:sp modelId="{8AAEAA55-0EBB-4825-B4D3-FD903B816CFB}">
      <dsp:nvSpPr>
        <dsp:cNvPr id="0" name=""/>
        <dsp:cNvSpPr/>
      </dsp:nvSpPr>
      <dsp:spPr>
        <a:xfrm>
          <a:off x="3902058" y="528073"/>
          <a:ext cx="3422827" cy="153171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Vendor Rebates</a:t>
          </a:r>
        </a:p>
        <a:p>
          <a:pPr marL="171450" lvl="1" indent="-171450" algn="l" defTabSz="800100">
            <a:lnSpc>
              <a:spcPct val="90000"/>
            </a:lnSpc>
            <a:spcBef>
              <a:spcPct val="0"/>
            </a:spcBef>
            <a:spcAft>
              <a:spcPct val="15000"/>
            </a:spcAft>
            <a:buChar char="•"/>
          </a:pPr>
          <a:r>
            <a:rPr lang="en-US" sz="1800" kern="1200" dirty="0"/>
            <a:t>List supplied by ID</a:t>
          </a:r>
        </a:p>
      </dsp:txBody>
      <dsp:txXfrm>
        <a:off x="3902058" y="528073"/>
        <a:ext cx="3422827" cy="15317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5FCB90-AB65-4402-8DF3-90AE9A39021E}">
      <dsp:nvSpPr>
        <dsp:cNvPr id="0" name=""/>
        <dsp:cNvSpPr/>
      </dsp:nvSpPr>
      <dsp:spPr>
        <a:xfrm>
          <a:off x="3506" y="261134"/>
          <a:ext cx="3419214" cy="5184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Suggest Swaps</a:t>
          </a:r>
        </a:p>
      </dsp:txBody>
      <dsp:txXfrm>
        <a:off x="3506" y="261134"/>
        <a:ext cx="3419214" cy="518400"/>
      </dsp:txXfrm>
    </dsp:sp>
    <dsp:sp modelId="{610F11D7-5DCF-4D9C-9A1B-4AB0951C58C1}">
      <dsp:nvSpPr>
        <dsp:cNvPr id="0" name=""/>
        <dsp:cNvSpPr/>
      </dsp:nvSpPr>
      <dsp:spPr>
        <a:xfrm>
          <a:off x="3506" y="779534"/>
          <a:ext cx="3419214" cy="424926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List of Suggested Swaps between an Originating SKU and Receiving SKU. </a:t>
          </a:r>
        </a:p>
        <a:p>
          <a:pPr marL="171450" lvl="1" indent="-171450" algn="l" defTabSz="800100">
            <a:lnSpc>
              <a:spcPct val="90000"/>
            </a:lnSpc>
            <a:spcBef>
              <a:spcPct val="0"/>
            </a:spcBef>
            <a:spcAft>
              <a:spcPct val="15000"/>
            </a:spcAft>
            <a:buChar char="•"/>
          </a:pPr>
          <a:r>
            <a:rPr lang="en-US" sz="1800" kern="1200" dirty="0"/>
            <a:t>SKUs will not be swapped out if:</a:t>
          </a:r>
        </a:p>
        <a:p>
          <a:pPr marL="342900" lvl="2" indent="-171450" algn="l" defTabSz="800100">
            <a:lnSpc>
              <a:spcPct val="90000"/>
            </a:lnSpc>
            <a:spcBef>
              <a:spcPct val="0"/>
            </a:spcBef>
            <a:spcAft>
              <a:spcPct val="15000"/>
            </a:spcAft>
            <a:buChar char="•"/>
          </a:pPr>
          <a:r>
            <a:rPr lang="en-US" sz="1800" kern="1200" dirty="0"/>
            <a:t>They are from a preferred vendor</a:t>
          </a:r>
        </a:p>
        <a:p>
          <a:pPr marL="342900" lvl="2" indent="-171450" algn="l" defTabSz="800100">
            <a:lnSpc>
              <a:spcPct val="90000"/>
            </a:lnSpc>
            <a:spcBef>
              <a:spcPct val="0"/>
            </a:spcBef>
            <a:spcAft>
              <a:spcPct val="15000"/>
            </a:spcAft>
            <a:buChar char="•"/>
          </a:pPr>
          <a:r>
            <a:rPr lang="en-US" sz="1800" kern="1200" dirty="0"/>
            <a:t>They go to a preferred customer</a:t>
          </a:r>
        </a:p>
        <a:p>
          <a:pPr marL="342900" lvl="2" indent="-171450" algn="l" defTabSz="800100">
            <a:lnSpc>
              <a:spcPct val="90000"/>
            </a:lnSpc>
            <a:spcBef>
              <a:spcPct val="0"/>
            </a:spcBef>
            <a:spcAft>
              <a:spcPct val="15000"/>
            </a:spcAft>
            <a:buChar char="•"/>
          </a:pPr>
          <a:r>
            <a:rPr lang="en-US" sz="1800" kern="1200" dirty="0"/>
            <a:t>They go to a redistributor</a:t>
          </a:r>
        </a:p>
        <a:p>
          <a:pPr marL="171450" lvl="1" indent="-171450" algn="l" defTabSz="800100">
            <a:lnSpc>
              <a:spcPct val="90000"/>
            </a:lnSpc>
            <a:spcBef>
              <a:spcPct val="0"/>
            </a:spcBef>
            <a:spcAft>
              <a:spcPct val="15000"/>
            </a:spcAft>
            <a:buChar char="•"/>
          </a:pPr>
          <a:r>
            <a:rPr lang="en-US" sz="1800" b="1" kern="1200" dirty="0"/>
            <a:t>These Swaps can also be Accepted/Rejected with Feedback and the optimization rerun without the newly rejected subs</a:t>
          </a:r>
        </a:p>
      </dsp:txBody>
      <dsp:txXfrm>
        <a:off x="3506" y="779534"/>
        <a:ext cx="3419214" cy="4249260"/>
      </dsp:txXfrm>
    </dsp:sp>
    <dsp:sp modelId="{CE543CF5-9EAB-4699-AFDA-91649665084B}">
      <dsp:nvSpPr>
        <dsp:cNvPr id="0" name=""/>
        <dsp:cNvSpPr/>
      </dsp:nvSpPr>
      <dsp:spPr>
        <a:xfrm>
          <a:off x="3901410" y="261134"/>
          <a:ext cx="3419214" cy="5184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Vendor Summary</a:t>
          </a:r>
        </a:p>
      </dsp:txBody>
      <dsp:txXfrm>
        <a:off x="3901410" y="261134"/>
        <a:ext cx="3419214" cy="518400"/>
      </dsp:txXfrm>
    </dsp:sp>
    <dsp:sp modelId="{DE24CA23-5697-4114-9390-0E4E705A8D9D}">
      <dsp:nvSpPr>
        <dsp:cNvPr id="0" name=""/>
        <dsp:cNvSpPr/>
      </dsp:nvSpPr>
      <dsp:spPr>
        <a:xfrm>
          <a:off x="3901410" y="779534"/>
          <a:ext cx="3419214" cy="424926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List of all Vendors with their Qty of Category orders effected</a:t>
          </a:r>
        </a:p>
        <a:p>
          <a:pPr marL="171450" lvl="1" indent="-171450" algn="l" defTabSz="800100">
            <a:lnSpc>
              <a:spcPct val="90000"/>
            </a:lnSpc>
            <a:spcBef>
              <a:spcPct val="0"/>
            </a:spcBef>
            <a:spcAft>
              <a:spcPct val="15000"/>
            </a:spcAft>
            <a:buChar char="•"/>
          </a:pPr>
          <a:r>
            <a:rPr lang="en-US" sz="1800" kern="1200" dirty="0"/>
            <a:t>Qty Affected will be 0 for Excluded/Preferred Vendors</a:t>
          </a:r>
        </a:p>
      </dsp:txBody>
      <dsp:txXfrm>
        <a:off x="3901410" y="779534"/>
        <a:ext cx="3419214" cy="4249260"/>
      </dsp:txXfrm>
    </dsp:sp>
    <dsp:sp modelId="{8C4229F9-B941-43B3-B149-50DE51A85976}">
      <dsp:nvSpPr>
        <dsp:cNvPr id="0" name=""/>
        <dsp:cNvSpPr/>
      </dsp:nvSpPr>
      <dsp:spPr>
        <a:xfrm>
          <a:off x="7799315" y="261134"/>
          <a:ext cx="3419214" cy="5184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t>Customer Summary</a:t>
          </a:r>
          <a:endParaRPr lang="en-US" sz="1800" kern="1200" dirty="0"/>
        </a:p>
      </dsp:txBody>
      <dsp:txXfrm>
        <a:off x="7799315" y="261134"/>
        <a:ext cx="3419214" cy="518400"/>
      </dsp:txXfrm>
    </dsp:sp>
    <dsp:sp modelId="{5A9D2BF9-5B25-4898-BCC3-7784A633F3C0}">
      <dsp:nvSpPr>
        <dsp:cNvPr id="0" name=""/>
        <dsp:cNvSpPr/>
      </dsp:nvSpPr>
      <dsp:spPr>
        <a:xfrm>
          <a:off x="7799315" y="779534"/>
          <a:ext cx="3419214" cy="424926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List of all Customers with their Qty of Category orders effected</a:t>
          </a:r>
        </a:p>
        <a:p>
          <a:pPr marL="171450" lvl="1" indent="-171450" algn="l" defTabSz="800100">
            <a:lnSpc>
              <a:spcPct val="90000"/>
            </a:lnSpc>
            <a:spcBef>
              <a:spcPct val="0"/>
            </a:spcBef>
            <a:spcAft>
              <a:spcPct val="15000"/>
            </a:spcAft>
            <a:buChar char="•"/>
          </a:pPr>
          <a:r>
            <a:rPr lang="en-US" sz="1800" kern="1200" dirty="0"/>
            <a:t>Qty Affected will be 0 for Excluded Customer and Redistributors</a:t>
          </a:r>
        </a:p>
      </dsp:txBody>
      <dsp:txXfrm>
        <a:off x="7799315" y="779534"/>
        <a:ext cx="3419214" cy="424926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08T12:57:29.887"/>
    </inkml:context>
    <inkml:brush xml:id="br0">
      <inkml:brushProperty name="width" value="0.05" units="cm"/>
      <inkml:brushProperty name="height" value="0.05" units="cm"/>
      <inkml:brushProperty name="color" value="#AE198D"/>
      <inkml:brushProperty name="inkEffects" value="galaxy"/>
      <inkml:brushProperty name="anchorX" value="0"/>
      <inkml:brushProperty name="anchorY" value="0"/>
      <inkml:brushProperty name="scaleFactor" value="0.5"/>
    </inkml:brush>
  </inkml:definitions>
  <inkml:trace contextRef="#ctx0" brushRef="#br0">0 1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2FAC43-A593-43F6-AAC1-255D92D5712B}" type="datetimeFigureOut">
              <a:rPr lang="en-US" smtClean="0"/>
              <a:t>9/8/2025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CF9E6B-207D-4B97-A9F2-16E6F4F1416B}" type="slidenum">
              <a:rPr lang="en-US" smtClean="0"/>
              <a:t>‹#›</a:t>
            </a:fld>
            <a:endParaRPr lang="en-US"/>
          </a:p>
        </p:txBody>
      </p:sp>
    </p:spTree>
    <p:extLst>
      <p:ext uri="{BB962C8B-B14F-4D97-AF65-F5344CB8AC3E}">
        <p14:creationId xmlns:p14="http://schemas.microsoft.com/office/powerpoint/2010/main" val="1722205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1EC4ADE-93F4-FD4A-8148-80451E603EF7}" type="slidenum">
              <a:rPr lang="en-US" smtClean="0"/>
              <a:t>1</a:t>
            </a:fld>
            <a:endParaRPr lang="en-US"/>
          </a:p>
        </p:txBody>
      </p:sp>
    </p:spTree>
    <p:extLst>
      <p:ext uri="{BB962C8B-B14F-4D97-AF65-F5344CB8AC3E}">
        <p14:creationId xmlns:p14="http://schemas.microsoft.com/office/powerpoint/2010/main" val="976990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489D3-0C4C-98DD-1624-8BC8362C79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96DCDD-E4DC-D66B-E695-82E2980F26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CDDF7-D69A-C3B7-AF68-FEDCF5702A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325248F-A4AB-3D33-AF20-D11F35CB00DE}"/>
              </a:ext>
            </a:extLst>
          </p:cNvPr>
          <p:cNvSpPr>
            <a:spLocks noGrp="1"/>
          </p:cNvSpPr>
          <p:nvPr>
            <p:ph type="sldNum" sz="quarter" idx="5"/>
          </p:nvPr>
        </p:nvSpPr>
        <p:spPr/>
        <p:txBody>
          <a:bodyPr/>
          <a:lstStyle/>
          <a:p>
            <a:fld id="{C2A9E75F-E3A4-478D-A918-6F552FF1BA3D}" type="slidenum">
              <a:rPr lang="en-US" smtClean="0"/>
              <a:t>9</a:t>
            </a:fld>
            <a:endParaRPr lang="en-US"/>
          </a:p>
        </p:txBody>
      </p:sp>
    </p:spTree>
    <p:extLst>
      <p:ext uri="{BB962C8B-B14F-4D97-AF65-F5344CB8AC3E}">
        <p14:creationId xmlns:p14="http://schemas.microsoft.com/office/powerpoint/2010/main" val="1143035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236BC-47C5-E899-AFD9-6FC1392C7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F4D8E0-1B8C-42A3-546C-BD5D9E19F7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532975-630C-CDBC-B4A2-17A42ABC7FA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DAEE1D6-E069-80F1-92DE-312BDD0EC9E3}"/>
              </a:ext>
            </a:extLst>
          </p:cNvPr>
          <p:cNvSpPr>
            <a:spLocks noGrp="1"/>
          </p:cNvSpPr>
          <p:nvPr>
            <p:ph type="sldNum" sz="quarter" idx="5"/>
          </p:nvPr>
        </p:nvSpPr>
        <p:spPr/>
        <p:txBody>
          <a:bodyPr/>
          <a:lstStyle/>
          <a:p>
            <a:fld id="{C2A9E75F-E3A4-478D-A918-6F552FF1BA3D}" type="slidenum">
              <a:rPr lang="en-US" smtClean="0"/>
              <a:t>11</a:t>
            </a:fld>
            <a:endParaRPr lang="en-US"/>
          </a:p>
        </p:txBody>
      </p:sp>
    </p:spTree>
    <p:extLst>
      <p:ext uri="{BB962C8B-B14F-4D97-AF65-F5344CB8AC3E}">
        <p14:creationId xmlns:p14="http://schemas.microsoft.com/office/powerpoint/2010/main" val="4304021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6.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7.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8.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0.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0.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0.emf"/></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2.emf"/><Relationship Id="rId4" Type="http://schemas.openxmlformats.org/officeDocument/2006/relationships/oleObject" Target="../embeddings/oleObject3.bin"/></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0.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0.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0.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2.emf"/></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5" Type="http://schemas.openxmlformats.org/officeDocument/2006/relationships/image" Target="../media/image13.emf"/><Relationship Id="rId4" Type="http://schemas.openxmlformats.org/officeDocument/2006/relationships/oleObject" Target="../embeddings/oleObject3.bin"/></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14.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15.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6.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6.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16.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7.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0.xml"/><Relationship Id="rId4" Type="http://schemas.openxmlformats.org/officeDocument/2006/relationships/image" Target="../media/image18.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1.xml"/><Relationship Id="rId4" Type="http://schemas.openxmlformats.org/officeDocument/2006/relationships/image" Target="../media/image19.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20.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3.xml"/><Relationship Id="rId4" Type="http://schemas.openxmlformats.org/officeDocument/2006/relationships/image" Target="../media/image2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4.xml"/><Relationship Id="rId4" Type="http://schemas.openxmlformats.org/officeDocument/2006/relationships/image" Target="../media/image2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5.xml"/><Relationship Id="rId4" Type="http://schemas.openxmlformats.org/officeDocument/2006/relationships/image" Target="../media/image2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6.xml"/><Relationship Id="rId4" Type="http://schemas.openxmlformats.org/officeDocument/2006/relationships/image" Target="../media/image22.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7.xml"/><Relationship Id="rId4" Type="http://schemas.openxmlformats.org/officeDocument/2006/relationships/image" Target="../media/image23.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8.xml"/><Relationship Id="rId4" Type="http://schemas.openxmlformats.org/officeDocument/2006/relationships/image" Target="../media/image24.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9.xml"/><Relationship Id="rId4" Type="http://schemas.openxmlformats.org/officeDocument/2006/relationships/image" Target="../media/image25.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0.xml"/><Relationship Id="rId4" Type="http://schemas.openxmlformats.org/officeDocument/2006/relationships/image" Target="../media/image26.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27.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28.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29.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4.xml"/><Relationship Id="rId4" Type="http://schemas.openxmlformats.org/officeDocument/2006/relationships/image" Target="../media/image30.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5.xml"/><Relationship Id="rId4" Type="http://schemas.openxmlformats.org/officeDocument/2006/relationships/image" Target="../media/image31.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6.xml"/><Relationship Id="rId4" Type="http://schemas.openxmlformats.org/officeDocument/2006/relationships/image" Target="../media/image32.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7.xml"/><Relationship Id="rId4" Type="http://schemas.openxmlformats.org/officeDocument/2006/relationships/image" Target="../media/image33.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8.xml"/><Relationship Id="rId4" Type="http://schemas.openxmlformats.org/officeDocument/2006/relationships/image" Target="../media/image32.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9.xml"/><Relationship Id="rId4" Type="http://schemas.openxmlformats.org/officeDocument/2006/relationships/image" Target="../media/image32.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32.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32.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2.xml"/><Relationship Id="rId4" Type="http://schemas.openxmlformats.org/officeDocument/2006/relationships/image" Target="../media/image32.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3.xml"/><Relationship Id="rId4" Type="http://schemas.openxmlformats.org/officeDocument/2006/relationships/image" Target="../media/image32.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4.xml"/><Relationship Id="rId4" Type="http://schemas.openxmlformats.org/officeDocument/2006/relationships/image" Target="../media/image34.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5.xml"/><Relationship Id="rId4" Type="http://schemas.openxmlformats.org/officeDocument/2006/relationships/image" Target="../media/image34.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6.xml"/><Relationship Id="rId4" Type="http://schemas.openxmlformats.org/officeDocument/2006/relationships/image" Target="../media/image34.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7.xml"/><Relationship Id="rId4" Type="http://schemas.openxmlformats.org/officeDocument/2006/relationships/image" Target="../media/image34.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8.xml"/><Relationship Id="rId4" Type="http://schemas.openxmlformats.org/officeDocument/2006/relationships/image" Target="../media/image34.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4" Type="http://schemas.openxmlformats.org/officeDocument/2006/relationships/image" Target="../media/image34.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0.xml"/><Relationship Id="rId4" Type="http://schemas.openxmlformats.org/officeDocument/2006/relationships/image" Target="../media/image35.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1.xml"/><Relationship Id="rId4" Type="http://schemas.openxmlformats.org/officeDocument/2006/relationships/image" Target="../media/image35.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2.xml"/><Relationship Id="rId4" Type="http://schemas.openxmlformats.org/officeDocument/2006/relationships/image" Target="../media/image35.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3.xml"/><Relationship Id="rId4" Type="http://schemas.openxmlformats.org/officeDocument/2006/relationships/image" Target="../media/image35.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4.xml"/><Relationship Id="rId4" Type="http://schemas.openxmlformats.org/officeDocument/2006/relationships/image" Target="../media/image35.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5.xml"/><Relationship Id="rId4" Type="http://schemas.openxmlformats.org/officeDocument/2006/relationships/image" Target="../media/image35.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6.xml"/><Relationship Id="rId4" Type="http://schemas.openxmlformats.org/officeDocument/2006/relationships/image" Target="../media/image35.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7.xml"/><Relationship Id="rId4" Type="http://schemas.openxmlformats.org/officeDocument/2006/relationships/image" Target="../media/image35.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8.xml"/><Relationship Id="rId4" Type="http://schemas.openxmlformats.org/officeDocument/2006/relationships/image" Target="../media/image22.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9.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0.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25.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25.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3.xml"/><Relationship Id="rId4" Type="http://schemas.openxmlformats.org/officeDocument/2006/relationships/image" Target="../media/image33.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4.xml"/><Relationship Id="rId4" Type="http://schemas.openxmlformats.org/officeDocument/2006/relationships/image" Target="../media/image33.emf"/></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5.xml"/><Relationship Id="rId4" Type="http://schemas.openxmlformats.org/officeDocument/2006/relationships/image" Target="../media/image39.emf"/></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6.xml"/><Relationship Id="rId4" Type="http://schemas.openxmlformats.org/officeDocument/2006/relationships/image" Target="../media/image33.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9.emf"/></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9.emf"/></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9.xml"/><Relationship Id="rId4" Type="http://schemas.openxmlformats.org/officeDocument/2006/relationships/image" Target="../media/image19.emf"/></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0.xml"/><Relationship Id="rId4" Type="http://schemas.openxmlformats.org/officeDocument/2006/relationships/image" Target="../media/image25.emf"/></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1.xml"/><Relationship Id="rId4" Type="http://schemas.openxmlformats.org/officeDocument/2006/relationships/image" Target="../media/image25.emf"/></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2.xml"/><Relationship Id="rId4" Type="http://schemas.openxmlformats.org/officeDocument/2006/relationships/image" Target="../media/image33.emf"/></Relationships>
</file>

<file path=ppt/slideLayouts/_rels/slideLayout7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3.xml"/><Relationship Id="rId4" Type="http://schemas.openxmlformats.org/officeDocument/2006/relationships/image" Target="../media/image33.emf"/></Relationships>
</file>

<file path=ppt/slideLayouts/_rels/slideLayout7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4.xml"/><Relationship Id="rId4" Type="http://schemas.openxmlformats.org/officeDocument/2006/relationships/image" Target="../media/image40.emf"/></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5.xml"/><Relationship Id="rId4" Type="http://schemas.openxmlformats.org/officeDocument/2006/relationships/image" Target="../media/image33.emf"/></Relationships>
</file>

<file path=ppt/slideLayouts/_rels/slideLayout8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6.xml"/><Relationship Id="rId4" Type="http://schemas.openxmlformats.org/officeDocument/2006/relationships/image" Target="../media/image19.emf"/></Relationships>
</file>

<file path=ppt/slideLayouts/_rels/slideLayout8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7.xml"/><Relationship Id="rId4" Type="http://schemas.openxmlformats.org/officeDocument/2006/relationships/image" Target="../media/image19.emf"/></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8.xml"/><Relationship Id="rId4" Type="http://schemas.openxmlformats.org/officeDocument/2006/relationships/image" Target="../media/image19.emf"/></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 Gradient 01">
    <p:bg>
      <p:bgPr>
        <a:gradFill>
          <a:gsLst>
            <a:gs pos="0">
              <a:srgbClr val="0038FF"/>
            </a:gs>
            <a:gs pos="100000">
              <a:srgbClr val="269AFF"/>
            </a:gs>
          </a:gsLst>
          <a:lin ang="1800000" scaled="0"/>
        </a:gra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C50FD3C-97BD-54F7-4590-D33FBF20AA35}"/>
              </a:ext>
            </a:extLst>
          </p:cNvPr>
          <p:cNvGraphicFramePr>
            <a:graphicFrameLocks noChangeAspect="1"/>
          </p:cNvGraphicFramePr>
          <p:nvPr>
            <p:custDataLst>
              <p:tags r:id="rId1"/>
            </p:custDataLst>
            <p:extLst>
              <p:ext uri="{D42A27DB-BD31-4B8C-83A1-F6EECF244321}">
                <p14:modId xmlns:p14="http://schemas.microsoft.com/office/powerpoint/2010/main" val="357607051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6C50FD3C-97BD-54F7-4590-D33FBF20AA3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pSp>
        <p:nvGrpSpPr>
          <p:cNvPr id="17" name="Logo">
            <a:extLst>
              <a:ext uri="{FF2B5EF4-FFF2-40B4-BE49-F238E27FC236}">
                <a16:creationId xmlns:a16="http://schemas.microsoft.com/office/drawing/2014/main" id="{D175470B-37F3-A745-7C8F-76C4CDBB7BBA}"/>
              </a:ext>
            </a:extLst>
          </p:cNvPr>
          <p:cNvGrpSpPr/>
          <p:nvPr/>
        </p:nvGrpSpPr>
        <p:grpSpPr>
          <a:xfrm>
            <a:off x="493713" y="474747"/>
            <a:ext cx="1621982" cy="392112"/>
            <a:chOff x="493713" y="474747"/>
            <a:chExt cx="1621982" cy="392112"/>
          </a:xfrm>
        </p:grpSpPr>
        <p:sp>
          <p:nvSpPr>
            <p:cNvPr id="8" name="Freeform 7">
              <a:extLst>
                <a:ext uri="{FF2B5EF4-FFF2-40B4-BE49-F238E27FC236}">
                  <a16:creationId xmlns:a16="http://schemas.microsoft.com/office/drawing/2014/main" id="{DF610916-CF70-8E2D-7C8D-1426060D8448}"/>
                </a:ext>
              </a:extLst>
            </p:cNvPr>
            <p:cNvSpPr/>
            <p:nvPr/>
          </p:nvSpPr>
          <p:spPr>
            <a:xfrm>
              <a:off x="635798" y="474747"/>
              <a:ext cx="1479897" cy="392112"/>
            </a:xfrm>
            <a:custGeom>
              <a:avLst/>
              <a:gdLst>
                <a:gd name="connsiteX0" fmla="*/ 353755 w 1479897"/>
                <a:gd name="connsiteY0" fmla="*/ 152308 h 392112"/>
                <a:gd name="connsiteX1" fmla="*/ 282226 w 1479897"/>
                <a:gd name="connsiteY1" fmla="*/ 266702 h 392112"/>
                <a:gd name="connsiteX2" fmla="*/ 353755 w 1479897"/>
                <a:gd name="connsiteY2" fmla="*/ 381094 h 392112"/>
                <a:gd name="connsiteX3" fmla="*/ 425285 w 1479897"/>
                <a:gd name="connsiteY3" fmla="*/ 266702 h 392112"/>
                <a:gd name="connsiteX4" fmla="*/ 353755 w 1479897"/>
                <a:gd name="connsiteY4" fmla="*/ 152308 h 392112"/>
                <a:gd name="connsiteX5" fmla="*/ 896795 w 1479897"/>
                <a:gd name="connsiteY5" fmla="*/ 148580 h 392112"/>
                <a:gd name="connsiteX6" fmla="*/ 831753 w 1479897"/>
                <a:gd name="connsiteY6" fmla="*/ 251145 h 392112"/>
                <a:gd name="connsiteX7" fmla="*/ 953726 w 1479897"/>
                <a:gd name="connsiteY7" fmla="*/ 251145 h 392112"/>
                <a:gd name="connsiteX8" fmla="*/ 953726 w 1479897"/>
                <a:gd name="connsiteY8" fmla="*/ 250659 h 392112"/>
                <a:gd name="connsiteX9" fmla="*/ 896795 w 1479897"/>
                <a:gd name="connsiteY9" fmla="*/ 148580 h 392112"/>
                <a:gd name="connsiteX10" fmla="*/ 500869 w 1479897"/>
                <a:gd name="connsiteY10" fmla="*/ 147123 h 392112"/>
                <a:gd name="connsiteX11" fmla="*/ 621220 w 1479897"/>
                <a:gd name="connsiteY11" fmla="*/ 147123 h 392112"/>
                <a:gd name="connsiteX12" fmla="*/ 621220 w 1479897"/>
                <a:gd name="connsiteY12" fmla="*/ 150849 h 392112"/>
                <a:gd name="connsiteX13" fmla="*/ 597377 w 1479897"/>
                <a:gd name="connsiteY13" fmla="*/ 181798 h 392112"/>
                <a:gd name="connsiteX14" fmla="*/ 664851 w 1479897"/>
                <a:gd name="connsiteY14" fmla="*/ 319523 h 392112"/>
                <a:gd name="connsiteX15" fmla="*/ 729731 w 1479897"/>
                <a:gd name="connsiteY15" fmla="*/ 179367 h 392112"/>
                <a:gd name="connsiteX16" fmla="*/ 694533 w 1479897"/>
                <a:gd name="connsiteY16" fmla="*/ 150849 h 392112"/>
                <a:gd name="connsiteX17" fmla="*/ 694533 w 1479897"/>
                <a:gd name="connsiteY17" fmla="*/ 147123 h 392112"/>
                <a:gd name="connsiteX18" fmla="*/ 782121 w 1479897"/>
                <a:gd name="connsiteY18" fmla="*/ 147123 h 392112"/>
                <a:gd name="connsiteX19" fmla="*/ 782121 w 1479897"/>
                <a:gd name="connsiteY19" fmla="*/ 150849 h 392112"/>
                <a:gd name="connsiteX20" fmla="*/ 747248 w 1479897"/>
                <a:gd name="connsiteY20" fmla="*/ 173534 h 392112"/>
                <a:gd name="connsiteX21" fmla="*/ 649280 w 1479897"/>
                <a:gd name="connsiteY21" fmla="*/ 385307 h 392112"/>
                <a:gd name="connsiteX22" fmla="*/ 639710 w 1479897"/>
                <a:gd name="connsiteY22" fmla="*/ 385307 h 392112"/>
                <a:gd name="connsiteX23" fmla="*/ 539959 w 1479897"/>
                <a:gd name="connsiteY23" fmla="*/ 181798 h 392112"/>
                <a:gd name="connsiteX24" fmla="*/ 500869 w 1479897"/>
                <a:gd name="connsiteY24" fmla="*/ 150849 h 392112"/>
                <a:gd name="connsiteX25" fmla="*/ 891928 w 1479897"/>
                <a:gd name="connsiteY25" fmla="*/ 141289 h 392112"/>
                <a:gd name="connsiteX26" fmla="*/ 1005143 w 1479897"/>
                <a:gd name="connsiteY26" fmla="*/ 258437 h 392112"/>
                <a:gd name="connsiteX27" fmla="*/ 1005143 w 1479897"/>
                <a:gd name="connsiteY27" fmla="*/ 263136 h 392112"/>
                <a:gd name="connsiteX28" fmla="*/ 831753 w 1479897"/>
                <a:gd name="connsiteY28" fmla="*/ 263136 h 392112"/>
                <a:gd name="connsiteX29" fmla="*/ 921448 w 1479897"/>
                <a:gd name="connsiteY29" fmla="*/ 362784 h 392112"/>
                <a:gd name="connsiteX30" fmla="*/ 994762 w 1479897"/>
                <a:gd name="connsiteY30" fmla="*/ 327461 h 392112"/>
                <a:gd name="connsiteX31" fmla="*/ 998493 w 1479897"/>
                <a:gd name="connsiteY31" fmla="*/ 328271 h 392112"/>
                <a:gd name="connsiteX32" fmla="*/ 897930 w 1479897"/>
                <a:gd name="connsiteY32" fmla="*/ 392111 h 392112"/>
                <a:gd name="connsiteX33" fmla="*/ 770604 w 1479897"/>
                <a:gd name="connsiteY33" fmla="*/ 264594 h 392112"/>
                <a:gd name="connsiteX34" fmla="*/ 891928 w 1479897"/>
                <a:gd name="connsiteY34" fmla="*/ 141289 h 392112"/>
                <a:gd name="connsiteX35" fmla="*/ 1191509 w 1479897"/>
                <a:gd name="connsiteY35" fmla="*/ 141128 h 392112"/>
                <a:gd name="connsiteX36" fmla="*/ 1269527 w 1479897"/>
                <a:gd name="connsiteY36" fmla="*/ 223439 h 392112"/>
                <a:gd name="connsiteX37" fmla="*/ 1269527 w 1479897"/>
                <a:gd name="connsiteY37" fmla="*/ 350633 h 392112"/>
                <a:gd name="connsiteX38" fmla="*/ 1307805 w 1479897"/>
                <a:gd name="connsiteY38" fmla="*/ 381581 h 392112"/>
                <a:gd name="connsiteX39" fmla="*/ 1307805 w 1479897"/>
                <a:gd name="connsiteY39" fmla="*/ 385307 h 392112"/>
                <a:gd name="connsiteX40" fmla="*/ 1177235 w 1479897"/>
                <a:gd name="connsiteY40" fmla="*/ 385307 h 392112"/>
                <a:gd name="connsiteX41" fmla="*/ 1177235 w 1479897"/>
                <a:gd name="connsiteY41" fmla="*/ 381581 h 392112"/>
                <a:gd name="connsiteX42" fmla="*/ 1214704 w 1479897"/>
                <a:gd name="connsiteY42" fmla="*/ 350471 h 392112"/>
                <a:gd name="connsiteX43" fmla="*/ 1214704 w 1479897"/>
                <a:gd name="connsiteY43" fmla="*/ 217282 h 392112"/>
                <a:gd name="connsiteX44" fmla="*/ 1172531 w 1479897"/>
                <a:gd name="connsiteY44" fmla="*/ 156521 h 392112"/>
                <a:gd name="connsiteX45" fmla="*/ 1104895 w 1479897"/>
                <a:gd name="connsiteY45" fmla="*/ 246610 h 392112"/>
                <a:gd name="connsiteX46" fmla="*/ 1104895 w 1479897"/>
                <a:gd name="connsiteY46" fmla="*/ 350633 h 392112"/>
                <a:gd name="connsiteX47" fmla="*/ 1143174 w 1479897"/>
                <a:gd name="connsiteY47" fmla="*/ 381581 h 392112"/>
                <a:gd name="connsiteX48" fmla="*/ 1143174 w 1479897"/>
                <a:gd name="connsiteY48" fmla="*/ 385307 h 392112"/>
                <a:gd name="connsiteX49" fmla="*/ 1012604 w 1479897"/>
                <a:gd name="connsiteY49" fmla="*/ 385307 h 392112"/>
                <a:gd name="connsiteX50" fmla="*/ 1012604 w 1479897"/>
                <a:gd name="connsiteY50" fmla="*/ 381581 h 392112"/>
                <a:gd name="connsiteX51" fmla="*/ 1050072 w 1479897"/>
                <a:gd name="connsiteY51" fmla="*/ 350633 h 392112"/>
                <a:gd name="connsiteX52" fmla="*/ 1050072 w 1479897"/>
                <a:gd name="connsiteY52" fmla="*/ 193950 h 392112"/>
                <a:gd name="connsiteX53" fmla="*/ 1012604 w 1479897"/>
                <a:gd name="connsiteY53" fmla="*/ 150849 h 392112"/>
                <a:gd name="connsiteX54" fmla="*/ 1012604 w 1479897"/>
                <a:gd name="connsiteY54" fmla="*/ 147123 h 392112"/>
                <a:gd name="connsiteX55" fmla="*/ 1105057 w 1479897"/>
                <a:gd name="connsiteY55" fmla="*/ 147123 h 392112"/>
                <a:gd name="connsiteX56" fmla="*/ 1105057 w 1479897"/>
                <a:gd name="connsiteY56" fmla="*/ 195084 h 392112"/>
                <a:gd name="connsiteX57" fmla="*/ 1191509 w 1479897"/>
                <a:gd name="connsiteY57" fmla="*/ 141128 h 392112"/>
                <a:gd name="connsiteX58" fmla="*/ 1392958 w 1479897"/>
                <a:gd name="connsiteY58" fmla="*/ 67404 h 392112"/>
                <a:gd name="connsiteX59" fmla="*/ 1396689 w 1479897"/>
                <a:gd name="connsiteY59" fmla="*/ 67404 h 392112"/>
                <a:gd name="connsiteX60" fmla="*/ 1396689 w 1479897"/>
                <a:gd name="connsiteY60" fmla="*/ 146961 h 392112"/>
                <a:gd name="connsiteX61" fmla="*/ 1464650 w 1479897"/>
                <a:gd name="connsiteY61" fmla="*/ 146961 h 392112"/>
                <a:gd name="connsiteX62" fmla="*/ 1464650 w 1479897"/>
                <a:gd name="connsiteY62" fmla="*/ 156520 h 392112"/>
                <a:gd name="connsiteX63" fmla="*/ 1396689 w 1479897"/>
                <a:gd name="connsiteY63" fmla="*/ 156520 h 392112"/>
                <a:gd name="connsiteX64" fmla="*/ 1396689 w 1479897"/>
                <a:gd name="connsiteY64" fmla="*/ 312555 h 392112"/>
                <a:gd name="connsiteX65" fmla="*/ 1437239 w 1479897"/>
                <a:gd name="connsiteY65" fmla="*/ 365863 h 392112"/>
                <a:gd name="connsiteX66" fmla="*/ 1476166 w 1479897"/>
                <a:gd name="connsiteY66" fmla="*/ 327300 h 392112"/>
                <a:gd name="connsiteX67" fmla="*/ 1479897 w 1479897"/>
                <a:gd name="connsiteY67" fmla="*/ 328271 h 392112"/>
                <a:gd name="connsiteX68" fmla="*/ 1406259 w 1479897"/>
                <a:gd name="connsiteY68" fmla="*/ 392111 h 392112"/>
                <a:gd name="connsiteX69" fmla="*/ 1342353 w 1479897"/>
                <a:gd name="connsiteY69" fmla="*/ 319036 h 392112"/>
                <a:gd name="connsiteX70" fmla="*/ 1342353 w 1479897"/>
                <a:gd name="connsiteY70" fmla="*/ 156520 h 392112"/>
                <a:gd name="connsiteX71" fmla="*/ 1287692 w 1479897"/>
                <a:gd name="connsiteY71" fmla="*/ 156520 h 392112"/>
                <a:gd name="connsiteX72" fmla="*/ 1287692 w 1479897"/>
                <a:gd name="connsiteY72" fmla="*/ 146961 h 392112"/>
                <a:gd name="connsiteX73" fmla="*/ 1392958 w 1479897"/>
                <a:gd name="connsiteY73" fmla="*/ 67404 h 392112"/>
                <a:gd name="connsiteX74" fmla="*/ 476215 w 1479897"/>
                <a:gd name="connsiteY74" fmla="*/ 5347 h 392112"/>
                <a:gd name="connsiteX75" fmla="*/ 476701 w 1479897"/>
                <a:gd name="connsiteY75" fmla="*/ 5347 h 392112"/>
                <a:gd name="connsiteX76" fmla="*/ 476701 w 1479897"/>
                <a:gd name="connsiteY76" fmla="*/ 336374 h 392112"/>
                <a:gd name="connsiteX77" fmla="*/ 515791 w 1479897"/>
                <a:gd name="connsiteY77" fmla="*/ 381743 h 392112"/>
                <a:gd name="connsiteX78" fmla="*/ 515791 w 1479897"/>
                <a:gd name="connsiteY78" fmla="*/ 385469 h 392112"/>
                <a:gd name="connsiteX79" fmla="*/ 420905 w 1479897"/>
                <a:gd name="connsiteY79" fmla="*/ 385469 h 392112"/>
                <a:gd name="connsiteX80" fmla="*/ 420905 w 1479897"/>
                <a:gd name="connsiteY80" fmla="*/ 344476 h 392112"/>
                <a:gd name="connsiteX81" fmla="*/ 341915 w 1479897"/>
                <a:gd name="connsiteY81" fmla="*/ 392112 h 392112"/>
                <a:gd name="connsiteX82" fmla="*/ 220915 w 1479897"/>
                <a:gd name="connsiteY82" fmla="*/ 266702 h 392112"/>
                <a:gd name="connsiteX83" fmla="*/ 341915 w 1479897"/>
                <a:gd name="connsiteY83" fmla="*/ 141290 h 392112"/>
                <a:gd name="connsiteX84" fmla="*/ 420905 w 1479897"/>
                <a:gd name="connsiteY84" fmla="*/ 188927 h 392112"/>
                <a:gd name="connsiteX85" fmla="*/ 420905 w 1479897"/>
                <a:gd name="connsiteY85" fmla="*/ 73886 h 392112"/>
                <a:gd name="connsiteX86" fmla="*/ 381491 w 1479897"/>
                <a:gd name="connsiteY86" fmla="*/ 30786 h 392112"/>
                <a:gd name="connsiteX87" fmla="*/ 381491 w 1479897"/>
                <a:gd name="connsiteY87" fmla="*/ 26897 h 392112"/>
                <a:gd name="connsiteX88" fmla="*/ 476215 w 1479897"/>
                <a:gd name="connsiteY88" fmla="*/ 5347 h 392112"/>
                <a:gd name="connsiteX89" fmla="*/ 26763 w 1479897"/>
                <a:gd name="connsiteY89" fmla="*/ 0 h 392112"/>
                <a:gd name="connsiteX90" fmla="*/ 27249 w 1479897"/>
                <a:gd name="connsiteY90" fmla="*/ 0 h 392112"/>
                <a:gd name="connsiteX91" fmla="*/ 197233 w 1479897"/>
                <a:gd name="connsiteY91" fmla="*/ 350633 h 392112"/>
                <a:gd name="connsiteX92" fmla="*/ 247028 w 1479897"/>
                <a:gd name="connsiteY92" fmla="*/ 381581 h 392112"/>
                <a:gd name="connsiteX93" fmla="*/ 247028 w 1479897"/>
                <a:gd name="connsiteY93" fmla="*/ 385307 h 392112"/>
                <a:gd name="connsiteX94" fmla="*/ 90344 w 1479897"/>
                <a:gd name="connsiteY94" fmla="*/ 385307 h 392112"/>
                <a:gd name="connsiteX95" fmla="*/ 90344 w 1479897"/>
                <a:gd name="connsiteY95" fmla="*/ 381581 h 392112"/>
                <a:gd name="connsiteX96" fmla="*/ 124244 w 1479897"/>
                <a:gd name="connsiteY96" fmla="*/ 350633 h 392112"/>
                <a:gd name="connsiteX97" fmla="*/ 0 w 1479897"/>
                <a:gd name="connsiteY97" fmla="*/ 94626 h 39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479897" h="392112">
                  <a:moveTo>
                    <a:pt x="353755" y="152308"/>
                  </a:moveTo>
                  <a:cubicBezTo>
                    <a:pt x="311908" y="152308"/>
                    <a:pt x="282226" y="195894"/>
                    <a:pt x="282226" y="266702"/>
                  </a:cubicBezTo>
                  <a:cubicBezTo>
                    <a:pt x="282226" y="337508"/>
                    <a:pt x="312070" y="381094"/>
                    <a:pt x="353755" y="381094"/>
                  </a:cubicBezTo>
                  <a:cubicBezTo>
                    <a:pt x="395440" y="381094"/>
                    <a:pt x="425123" y="337346"/>
                    <a:pt x="425285" y="266702"/>
                  </a:cubicBezTo>
                  <a:cubicBezTo>
                    <a:pt x="425285" y="195894"/>
                    <a:pt x="395440" y="152308"/>
                    <a:pt x="353755" y="152308"/>
                  </a:cubicBezTo>
                  <a:close/>
                  <a:moveTo>
                    <a:pt x="896795" y="148580"/>
                  </a:moveTo>
                  <a:cubicBezTo>
                    <a:pt x="852352" y="148580"/>
                    <a:pt x="831753" y="200268"/>
                    <a:pt x="831753" y="251145"/>
                  </a:cubicBezTo>
                  <a:lnTo>
                    <a:pt x="953726" y="251145"/>
                  </a:lnTo>
                  <a:lnTo>
                    <a:pt x="953726" y="250659"/>
                  </a:lnTo>
                  <a:cubicBezTo>
                    <a:pt x="953726" y="207235"/>
                    <a:pt x="939615" y="148580"/>
                    <a:pt x="896795" y="148580"/>
                  </a:cubicBezTo>
                  <a:close/>
                  <a:moveTo>
                    <a:pt x="500869" y="147123"/>
                  </a:moveTo>
                  <a:lnTo>
                    <a:pt x="621220" y="147123"/>
                  </a:lnTo>
                  <a:lnTo>
                    <a:pt x="621220" y="150849"/>
                  </a:lnTo>
                  <a:cubicBezTo>
                    <a:pt x="602081" y="152470"/>
                    <a:pt x="587969" y="162678"/>
                    <a:pt x="597377" y="181798"/>
                  </a:cubicBezTo>
                  <a:lnTo>
                    <a:pt x="664851" y="319523"/>
                  </a:lnTo>
                  <a:lnTo>
                    <a:pt x="729731" y="179367"/>
                  </a:lnTo>
                  <a:cubicBezTo>
                    <a:pt x="742869" y="151012"/>
                    <a:pt x="708483" y="151984"/>
                    <a:pt x="694533" y="150849"/>
                  </a:cubicBezTo>
                  <a:lnTo>
                    <a:pt x="694533" y="147123"/>
                  </a:lnTo>
                  <a:lnTo>
                    <a:pt x="782121" y="147123"/>
                  </a:lnTo>
                  <a:lnTo>
                    <a:pt x="782121" y="150849"/>
                  </a:lnTo>
                  <a:cubicBezTo>
                    <a:pt x="767847" y="151984"/>
                    <a:pt x="753898" y="159924"/>
                    <a:pt x="747248" y="173534"/>
                  </a:cubicBezTo>
                  <a:lnTo>
                    <a:pt x="649280" y="385307"/>
                  </a:lnTo>
                  <a:lnTo>
                    <a:pt x="639710" y="385307"/>
                  </a:lnTo>
                  <a:lnTo>
                    <a:pt x="539959" y="181798"/>
                  </a:lnTo>
                  <a:cubicBezTo>
                    <a:pt x="530876" y="163164"/>
                    <a:pt x="520333" y="152470"/>
                    <a:pt x="500869" y="150849"/>
                  </a:cubicBezTo>
                  <a:close/>
                  <a:moveTo>
                    <a:pt x="891928" y="141289"/>
                  </a:moveTo>
                  <a:cubicBezTo>
                    <a:pt x="969622" y="141289"/>
                    <a:pt x="1005143" y="207397"/>
                    <a:pt x="1005143" y="258437"/>
                  </a:cubicBezTo>
                  <a:lnTo>
                    <a:pt x="1005143" y="263136"/>
                  </a:lnTo>
                  <a:lnTo>
                    <a:pt x="831753" y="263136"/>
                  </a:lnTo>
                  <a:cubicBezTo>
                    <a:pt x="831753" y="313689"/>
                    <a:pt x="855271" y="363270"/>
                    <a:pt x="921448" y="362784"/>
                  </a:cubicBezTo>
                  <a:cubicBezTo>
                    <a:pt x="949671" y="362460"/>
                    <a:pt x="984382" y="347553"/>
                    <a:pt x="994762" y="327461"/>
                  </a:cubicBezTo>
                  <a:lnTo>
                    <a:pt x="998493" y="328271"/>
                  </a:lnTo>
                  <a:cubicBezTo>
                    <a:pt x="986328" y="361164"/>
                    <a:pt x="945617" y="392111"/>
                    <a:pt x="897930" y="392111"/>
                  </a:cubicBezTo>
                  <a:cubicBezTo>
                    <a:pt x="823643" y="392111"/>
                    <a:pt x="770604" y="334104"/>
                    <a:pt x="770604" y="264594"/>
                  </a:cubicBezTo>
                  <a:cubicBezTo>
                    <a:pt x="770604" y="201402"/>
                    <a:pt x="816506" y="141289"/>
                    <a:pt x="891928" y="141289"/>
                  </a:cubicBezTo>
                  <a:close/>
                  <a:moveTo>
                    <a:pt x="1191509" y="141128"/>
                  </a:moveTo>
                  <a:cubicBezTo>
                    <a:pt x="1240655" y="141128"/>
                    <a:pt x="1270012" y="173372"/>
                    <a:pt x="1269527" y="223439"/>
                  </a:cubicBezTo>
                  <a:lnTo>
                    <a:pt x="1269527" y="350633"/>
                  </a:lnTo>
                  <a:cubicBezTo>
                    <a:pt x="1269527" y="369753"/>
                    <a:pt x="1286557" y="379960"/>
                    <a:pt x="1307805" y="381581"/>
                  </a:cubicBezTo>
                  <a:lnTo>
                    <a:pt x="1307805" y="385307"/>
                  </a:lnTo>
                  <a:lnTo>
                    <a:pt x="1177235" y="385307"/>
                  </a:lnTo>
                  <a:lnTo>
                    <a:pt x="1177235" y="381581"/>
                  </a:lnTo>
                  <a:cubicBezTo>
                    <a:pt x="1197997" y="379960"/>
                    <a:pt x="1214704" y="369590"/>
                    <a:pt x="1214704" y="350471"/>
                  </a:cubicBezTo>
                  <a:lnTo>
                    <a:pt x="1214704" y="217282"/>
                  </a:lnTo>
                  <a:cubicBezTo>
                    <a:pt x="1214704" y="180987"/>
                    <a:pt x="1198159" y="156521"/>
                    <a:pt x="1172531" y="156521"/>
                  </a:cubicBezTo>
                  <a:cubicBezTo>
                    <a:pt x="1141228" y="156521"/>
                    <a:pt x="1104895" y="193626"/>
                    <a:pt x="1104895" y="246610"/>
                  </a:cubicBezTo>
                  <a:lnTo>
                    <a:pt x="1104895" y="350633"/>
                  </a:lnTo>
                  <a:cubicBezTo>
                    <a:pt x="1104895" y="369753"/>
                    <a:pt x="1121926" y="379960"/>
                    <a:pt x="1143174" y="381581"/>
                  </a:cubicBezTo>
                  <a:lnTo>
                    <a:pt x="1143174" y="385307"/>
                  </a:lnTo>
                  <a:lnTo>
                    <a:pt x="1012604" y="385307"/>
                  </a:lnTo>
                  <a:lnTo>
                    <a:pt x="1012604" y="381581"/>
                  </a:lnTo>
                  <a:cubicBezTo>
                    <a:pt x="1033365" y="379960"/>
                    <a:pt x="1050072" y="369753"/>
                    <a:pt x="1050072" y="350633"/>
                  </a:cubicBezTo>
                  <a:lnTo>
                    <a:pt x="1050072" y="193950"/>
                  </a:lnTo>
                  <a:cubicBezTo>
                    <a:pt x="1050072" y="158303"/>
                    <a:pt x="1033365" y="152470"/>
                    <a:pt x="1012604" y="150849"/>
                  </a:cubicBezTo>
                  <a:lnTo>
                    <a:pt x="1012604" y="147123"/>
                  </a:lnTo>
                  <a:lnTo>
                    <a:pt x="1105057" y="147123"/>
                  </a:lnTo>
                  <a:lnTo>
                    <a:pt x="1105057" y="195084"/>
                  </a:lnTo>
                  <a:cubicBezTo>
                    <a:pt x="1118195" y="166081"/>
                    <a:pt x="1146255" y="141128"/>
                    <a:pt x="1191509" y="141128"/>
                  </a:cubicBezTo>
                  <a:close/>
                  <a:moveTo>
                    <a:pt x="1392958" y="67404"/>
                  </a:moveTo>
                  <a:lnTo>
                    <a:pt x="1396689" y="67404"/>
                  </a:lnTo>
                  <a:lnTo>
                    <a:pt x="1396689" y="146961"/>
                  </a:lnTo>
                  <a:lnTo>
                    <a:pt x="1464650" y="146961"/>
                  </a:lnTo>
                  <a:lnTo>
                    <a:pt x="1464650" y="156520"/>
                  </a:lnTo>
                  <a:lnTo>
                    <a:pt x="1396689" y="156520"/>
                  </a:lnTo>
                  <a:lnTo>
                    <a:pt x="1396689" y="312555"/>
                  </a:lnTo>
                  <a:cubicBezTo>
                    <a:pt x="1396689" y="342693"/>
                    <a:pt x="1405123" y="365863"/>
                    <a:pt x="1437239" y="365863"/>
                  </a:cubicBezTo>
                  <a:cubicBezTo>
                    <a:pt x="1458487" y="365863"/>
                    <a:pt x="1471463" y="345933"/>
                    <a:pt x="1476166" y="327300"/>
                  </a:cubicBezTo>
                  <a:lnTo>
                    <a:pt x="1479897" y="328271"/>
                  </a:lnTo>
                  <a:cubicBezTo>
                    <a:pt x="1472760" y="363108"/>
                    <a:pt x="1442916" y="392111"/>
                    <a:pt x="1406259" y="392111"/>
                  </a:cubicBezTo>
                  <a:cubicBezTo>
                    <a:pt x="1362952" y="392111"/>
                    <a:pt x="1342353" y="365863"/>
                    <a:pt x="1342353" y="319036"/>
                  </a:cubicBezTo>
                  <a:lnTo>
                    <a:pt x="1342353" y="156520"/>
                  </a:lnTo>
                  <a:lnTo>
                    <a:pt x="1287692" y="156520"/>
                  </a:lnTo>
                  <a:lnTo>
                    <a:pt x="1287692" y="146961"/>
                  </a:lnTo>
                  <a:cubicBezTo>
                    <a:pt x="1348841" y="146961"/>
                    <a:pt x="1382416" y="110504"/>
                    <a:pt x="1392958" y="67404"/>
                  </a:cubicBezTo>
                  <a:close/>
                  <a:moveTo>
                    <a:pt x="476215" y="5347"/>
                  </a:moveTo>
                  <a:lnTo>
                    <a:pt x="476701" y="5347"/>
                  </a:lnTo>
                  <a:lnTo>
                    <a:pt x="476701" y="336374"/>
                  </a:lnTo>
                  <a:cubicBezTo>
                    <a:pt x="476701" y="373803"/>
                    <a:pt x="495354" y="379960"/>
                    <a:pt x="515791" y="381743"/>
                  </a:cubicBezTo>
                  <a:lnTo>
                    <a:pt x="515791" y="385469"/>
                  </a:lnTo>
                  <a:lnTo>
                    <a:pt x="420905" y="385469"/>
                  </a:lnTo>
                  <a:lnTo>
                    <a:pt x="420905" y="344476"/>
                  </a:lnTo>
                  <a:cubicBezTo>
                    <a:pt x="405821" y="374937"/>
                    <a:pt x="379545" y="392112"/>
                    <a:pt x="341915" y="392112"/>
                  </a:cubicBezTo>
                  <a:cubicBezTo>
                    <a:pt x="279144" y="392112"/>
                    <a:pt x="220915" y="344313"/>
                    <a:pt x="220915" y="266702"/>
                  </a:cubicBezTo>
                  <a:cubicBezTo>
                    <a:pt x="220915" y="189089"/>
                    <a:pt x="279144" y="141290"/>
                    <a:pt x="341915" y="141290"/>
                  </a:cubicBezTo>
                  <a:cubicBezTo>
                    <a:pt x="379545" y="141290"/>
                    <a:pt x="405821" y="158465"/>
                    <a:pt x="420905" y="188927"/>
                  </a:cubicBezTo>
                  <a:lnTo>
                    <a:pt x="420905" y="73886"/>
                  </a:lnTo>
                  <a:cubicBezTo>
                    <a:pt x="420905" y="38239"/>
                    <a:pt x="403388" y="32406"/>
                    <a:pt x="381491" y="30786"/>
                  </a:cubicBezTo>
                  <a:lnTo>
                    <a:pt x="381491" y="26897"/>
                  </a:lnTo>
                  <a:cubicBezTo>
                    <a:pt x="393494" y="26897"/>
                    <a:pt x="444587" y="29652"/>
                    <a:pt x="476215" y="5347"/>
                  </a:cubicBezTo>
                  <a:close/>
                  <a:moveTo>
                    <a:pt x="26763" y="0"/>
                  </a:moveTo>
                  <a:lnTo>
                    <a:pt x="27249" y="0"/>
                  </a:lnTo>
                  <a:lnTo>
                    <a:pt x="197233" y="350633"/>
                  </a:lnTo>
                  <a:cubicBezTo>
                    <a:pt x="206803" y="370401"/>
                    <a:pt x="222211" y="379960"/>
                    <a:pt x="247028" y="381581"/>
                  </a:cubicBezTo>
                  <a:lnTo>
                    <a:pt x="247028" y="385307"/>
                  </a:lnTo>
                  <a:lnTo>
                    <a:pt x="90344" y="385307"/>
                  </a:lnTo>
                  <a:lnTo>
                    <a:pt x="90344" y="381581"/>
                  </a:lnTo>
                  <a:cubicBezTo>
                    <a:pt x="114674" y="379960"/>
                    <a:pt x="134138" y="370887"/>
                    <a:pt x="124244" y="350633"/>
                  </a:cubicBezTo>
                  <a:lnTo>
                    <a:pt x="0" y="94626"/>
                  </a:lnTo>
                  <a:close/>
                </a:path>
              </a:pathLst>
            </a:custGeom>
            <a:solidFill>
              <a:schemeClr val="bg1"/>
            </a:solidFill>
            <a:ln w="1823" cap="flat">
              <a:noFill/>
              <a:prstDash val="solid"/>
              <a:miter/>
            </a:ln>
          </p:spPr>
          <p:txBody>
            <a:bodyPr wrap="square" rtlCol="0" anchor="ctr">
              <a:noAutofit/>
            </a:bodyPr>
            <a:lstStyle/>
            <a:p>
              <a:endParaRPr lang="en-US" b="0" i="0" noProof="0">
                <a:latin typeface="+mn-lt" panose="02000503000000020004" pitchFamily="2" charset="0"/>
              </a:endParaRPr>
            </a:p>
          </p:txBody>
        </p:sp>
        <p:sp>
          <p:nvSpPr>
            <p:cNvPr id="16" name="Freeform 15">
              <a:extLst>
                <a:ext uri="{FF2B5EF4-FFF2-40B4-BE49-F238E27FC236}">
                  <a16:creationId xmlns:a16="http://schemas.microsoft.com/office/drawing/2014/main" id="{C916EB68-07FB-5449-54F3-A0164D5E4249}"/>
                </a:ext>
              </a:extLst>
            </p:cNvPr>
            <p:cNvSpPr/>
            <p:nvPr/>
          </p:nvSpPr>
          <p:spPr>
            <a:xfrm>
              <a:off x="493713" y="704668"/>
              <a:ext cx="162198" cy="162029"/>
            </a:xfrm>
            <a:custGeom>
              <a:avLst/>
              <a:gdLst>
                <a:gd name="connsiteX0" fmla="*/ 182947 w 182946"/>
                <a:gd name="connsiteY0" fmla="*/ 91378 h 182756"/>
                <a:gd name="connsiteX1" fmla="*/ 91473 w 182946"/>
                <a:gd name="connsiteY1" fmla="*/ 182757 h 182756"/>
                <a:gd name="connsiteX2" fmla="*/ 0 w 182946"/>
                <a:gd name="connsiteY2" fmla="*/ 91378 h 182756"/>
                <a:gd name="connsiteX3" fmla="*/ 91473 w 182946"/>
                <a:gd name="connsiteY3" fmla="*/ 0 h 182756"/>
                <a:gd name="connsiteX4" fmla="*/ 182947 w 182946"/>
                <a:gd name="connsiteY4" fmla="*/ 91378 h 18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46" h="182756">
                  <a:moveTo>
                    <a:pt x="182947" y="91378"/>
                  </a:moveTo>
                  <a:cubicBezTo>
                    <a:pt x="182947" y="141845"/>
                    <a:pt x="141993" y="182757"/>
                    <a:pt x="91473" y="182757"/>
                  </a:cubicBezTo>
                  <a:cubicBezTo>
                    <a:pt x="40954" y="182757"/>
                    <a:pt x="0" y="141845"/>
                    <a:pt x="0" y="91378"/>
                  </a:cubicBezTo>
                  <a:cubicBezTo>
                    <a:pt x="0" y="40912"/>
                    <a:pt x="40954" y="0"/>
                    <a:pt x="91473" y="0"/>
                  </a:cubicBezTo>
                  <a:cubicBezTo>
                    <a:pt x="141993" y="0"/>
                    <a:pt x="182947" y="40912"/>
                    <a:pt x="182947" y="91378"/>
                  </a:cubicBezTo>
                  <a:close/>
                </a:path>
              </a:pathLst>
            </a:custGeom>
            <a:solidFill>
              <a:srgbClr val="E1B523"/>
            </a:solidFill>
            <a:ln w="1823" cap="flat">
              <a:noFill/>
              <a:prstDash val="solid"/>
              <a:miter/>
            </a:ln>
          </p:spPr>
          <p:txBody>
            <a:bodyPr rtlCol="0" anchor="ctr"/>
            <a:lstStyle/>
            <a:p>
              <a:endParaRPr lang="en-US" b="0" i="0" noProof="0">
                <a:latin typeface="+mn-lt" panose="02000503000000020004" pitchFamily="2" charset="0"/>
              </a:endParaRPr>
            </a:p>
          </p:txBody>
        </p:sp>
      </p:grpSp>
      <p:sp>
        <p:nvSpPr>
          <p:cNvPr id="2" name="Title 1"/>
          <p:cNvSpPr>
            <a:spLocks noGrp="1"/>
          </p:cNvSpPr>
          <p:nvPr>
            <p:ph type="ctrTitle"/>
          </p:nvPr>
        </p:nvSpPr>
        <p:spPr>
          <a:xfrm>
            <a:off x="493713" y="1663701"/>
            <a:ext cx="9326561" cy="1992312"/>
          </a:xfrm>
        </p:spPr>
        <p:txBody>
          <a:bodyPr vert="horz" anchor="b">
            <a:noAutofit/>
          </a:bodyPr>
          <a:lstStyle>
            <a:lvl1pPr algn="l">
              <a:defRPr sz="6000">
                <a:solidFill>
                  <a:schemeClr val="bg1"/>
                </a:solidFill>
              </a:defRPr>
            </a:lvl1pPr>
          </a:lstStyle>
          <a:p>
            <a:r>
              <a:rPr lang="en-US" noProof="0"/>
              <a:t>Click to edit Master title style</a:t>
            </a:r>
          </a:p>
        </p:txBody>
      </p:sp>
      <p:sp>
        <p:nvSpPr>
          <p:cNvPr id="3" name="Subtitle 2"/>
          <p:cNvSpPr>
            <a:spLocks noGrp="1"/>
          </p:cNvSpPr>
          <p:nvPr>
            <p:ph type="subTitle" idx="1" hasCustomPrompt="1"/>
          </p:nvPr>
        </p:nvSpPr>
        <p:spPr>
          <a:xfrm>
            <a:off x="493713" y="3902868"/>
            <a:ext cx="9326561" cy="1655762"/>
          </a:xfrm>
        </p:spPr>
        <p:txBody>
          <a:bodyPr>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5" name="Text Placeholder 4">
            <a:extLst>
              <a:ext uri="{FF2B5EF4-FFF2-40B4-BE49-F238E27FC236}">
                <a16:creationId xmlns:a16="http://schemas.microsoft.com/office/drawing/2014/main" id="{57CD79F8-DFAD-DBFC-7410-233179D7D123}"/>
              </a:ext>
            </a:extLst>
          </p:cNvPr>
          <p:cNvSpPr>
            <a:spLocks noGrp="1"/>
          </p:cNvSpPr>
          <p:nvPr>
            <p:ph type="body" sz="quarter" idx="10" hasCustomPrompt="1"/>
          </p:nvPr>
        </p:nvSpPr>
        <p:spPr>
          <a:xfrm>
            <a:off x="493713" y="5599028"/>
            <a:ext cx="9326562" cy="392112"/>
          </a:xfrm>
        </p:spPr>
        <p:txBody>
          <a:bodyPr anchor="b" anchorCtr="0">
            <a:noAutofit/>
          </a:bodyPr>
          <a:lstStyle>
            <a:lvl1pPr>
              <a:defRPr sz="1400">
                <a:solidFill>
                  <a:schemeClr val="bg1"/>
                </a:solidFill>
              </a:defRPr>
            </a:lvl1pPr>
          </a:lstStyle>
          <a:p>
            <a:pPr lvl="0"/>
            <a:r>
              <a:rPr lang="en-US" noProof="0"/>
              <a:t>Month Year</a:t>
            </a:r>
          </a:p>
        </p:txBody>
      </p:sp>
    </p:spTree>
    <p:extLst>
      <p:ext uri="{BB962C8B-B14F-4D97-AF65-F5344CB8AC3E}">
        <p14:creationId xmlns:p14="http://schemas.microsoft.com/office/powerpoint/2010/main" val="346833022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Gradient 02">
    <p:bg>
      <p:bgPr>
        <a:gradFill>
          <a:gsLst>
            <a:gs pos="0">
              <a:srgbClr val="3E13BA"/>
            </a:gs>
            <a:gs pos="100000">
              <a:srgbClr val="7552FF"/>
            </a:gs>
          </a:gsLst>
          <a:lin ang="1800000" scaled="0"/>
        </a:gradFill>
        <a:effectLst/>
      </p:bgPr>
    </p:bg>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CF775C93-A288-F731-F417-A38B8598215B}"/>
              </a:ext>
            </a:extLst>
          </p:cNvPr>
          <p:cNvGraphicFramePr>
            <a:graphicFrameLocks noChangeAspect="1"/>
          </p:cNvGraphicFramePr>
          <p:nvPr>
            <p:custDataLst>
              <p:tags r:id="rId1"/>
            </p:custDataLst>
            <p:extLst>
              <p:ext uri="{D42A27DB-BD31-4B8C-83A1-F6EECF244321}">
                <p14:modId xmlns:p14="http://schemas.microsoft.com/office/powerpoint/2010/main" val="3914644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2" name="think-cell data - do not delete" hidden="1">
                        <a:extLst>
                          <a:ext uri="{FF2B5EF4-FFF2-40B4-BE49-F238E27FC236}">
                            <a16:creationId xmlns:a16="http://schemas.microsoft.com/office/drawing/2014/main" id="{CF775C93-A288-F731-F417-A38B8598215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pSp>
        <p:nvGrpSpPr>
          <p:cNvPr id="24" name="Logo">
            <a:extLst>
              <a:ext uri="{FF2B5EF4-FFF2-40B4-BE49-F238E27FC236}">
                <a16:creationId xmlns:a16="http://schemas.microsoft.com/office/drawing/2014/main" id="{89047E21-B631-4D31-C595-BE0BDC966D1B}"/>
              </a:ext>
            </a:extLst>
          </p:cNvPr>
          <p:cNvGrpSpPr/>
          <p:nvPr/>
        </p:nvGrpSpPr>
        <p:grpSpPr>
          <a:xfrm>
            <a:off x="493713" y="474747"/>
            <a:ext cx="1621982" cy="392112"/>
            <a:chOff x="493713" y="474747"/>
            <a:chExt cx="1621982" cy="392112"/>
          </a:xfrm>
        </p:grpSpPr>
        <p:sp>
          <p:nvSpPr>
            <p:cNvPr id="25" name="Freeform 24">
              <a:extLst>
                <a:ext uri="{FF2B5EF4-FFF2-40B4-BE49-F238E27FC236}">
                  <a16:creationId xmlns:a16="http://schemas.microsoft.com/office/drawing/2014/main" id="{2AF6AA01-2BE1-C185-A102-CF466882DF8E}"/>
                </a:ext>
              </a:extLst>
            </p:cNvPr>
            <p:cNvSpPr/>
            <p:nvPr/>
          </p:nvSpPr>
          <p:spPr>
            <a:xfrm>
              <a:off x="635798" y="474747"/>
              <a:ext cx="1479897" cy="392112"/>
            </a:xfrm>
            <a:custGeom>
              <a:avLst/>
              <a:gdLst>
                <a:gd name="connsiteX0" fmla="*/ 353755 w 1479897"/>
                <a:gd name="connsiteY0" fmla="*/ 152308 h 392112"/>
                <a:gd name="connsiteX1" fmla="*/ 282226 w 1479897"/>
                <a:gd name="connsiteY1" fmla="*/ 266702 h 392112"/>
                <a:gd name="connsiteX2" fmla="*/ 353755 w 1479897"/>
                <a:gd name="connsiteY2" fmla="*/ 381094 h 392112"/>
                <a:gd name="connsiteX3" fmla="*/ 425285 w 1479897"/>
                <a:gd name="connsiteY3" fmla="*/ 266702 h 392112"/>
                <a:gd name="connsiteX4" fmla="*/ 353755 w 1479897"/>
                <a:gd name="connsiteY4" fmla="*/ 152308 h 392112"/>
                <a:gd name="connsiteX5" fmla="*/ 896795 w 1479897"/>
                <a:gd name="connsiteY5" fmla="*/ 148580 h 392112"/>
                <a:gd name="connsiteX6" fmla="*/ 831753 w 1479897"/>
                <a:gd name="connsiteY6" fmla="*/ 251145 h 392112"/>
                <a:gd name="connsiteX7" fmla="*/ 953726 w 1479897"/>
                <a:gd name="connsiteY7" fmla="*/ 251145 h 392112"/>
                <a:gd name="connsiteX8" fmla="*/ 953726 w 1479897"/>
                <a:gd name="connsiteY8" fmla="*/ 250659 h 392112"/>
                <a:gd name="connsiteX9" fmla="*/ 896795 w 1479897"/>
                <a:gd name="connsiteY9" fmla="*/ 148580 h 392112"/>
                <a:gd name="connsiteX10" fmla="*/ 500869 w 1479897"/>
                <a:gd name="connsiteY10" fmla="*/ 147123 h 392112"/>
                <a:gd name="connsiteX11" fmla="*/ 621220 w 1479897"/>
                <a:gd name="connsiteY11" fmla="*/ 147123 h 392112"/>
                <a:gd name="connsiteX12" fmla="*/ 621220 w 1479897"/>
                <a:gd name="connsiteY12" fmla="*/ 150849 h 392112"/>
                <a:gd name="connsiteX13" fmla="*/ 597377 w 1479897"/>
                <a:gd name="connsiteY13" fmla="*/ 181798 h 392112"/>
                <a:gd name="connsiteX14" fmla="*/ 664851 w 1479897"/>
                <a:gd name="connsiteY14" fmla="*/ 319523 h 392112"/>
                <a:gd name="connsiteX15" fmla="*/ 729731 w 1479897"/>
                <a:gd name="connsiteY15" fmla="*/ 179367 h 392112"/>
                <a:gd name="connsiteX16" fmla="*/ 694533 w 1479897"/>
                <a:gd name="connsiteY16" fmla="*/ 150849 h 392112"/>
                <a:gd name="connsiteX17" fmla="*/ 694533 w 1479897"/>
                <a:gd name="connsiteY17" fmla="*/ 147123 h 392112"/>
                <a:gd name="connsiteX18" fmla="*/ 782121 w 1479897"/>
                <a:gd name="connsiteY18" fmla="*/ 147123 h 392112"/>
                <a:gd name="connsiteX19" fmla="*/ 782121 w 1479897"/>
                <a:gd name="connsiteY19" fmla="*/ 150849 h 392112"/>
                <a:gd name="connsiteX20" fmla="*/ 747248 w 1479897"/>
                <a:gd name="connsiteY20" fmla="*/ 173534 h 392112"/>
                <a:gd name="connsiteX21" fmla="*/ 649280 w 1479897"/>
                <a:gd name="connsiteY21" fmla="*/ 385307 h 392112"/>
                <a:gd name="connsiteX22" fmla="*/ 639710 w 1479897"/>
                <a:gd name="connsiteY22" fmla="*/ 385307 h 392112"/>
                <a:gd name="connsiteX23" fmla="*/ 539959 w 1479897"/>
                <a:gd name="connsiteY23" fmla="*/ 181798 h 392112"/>
                <a:gd name="connsiteX24" fmla="*/ 500869 w 1479897"/>
                <a:gd name="connsiteY24" fmla="*/ 150849 h 392112"/>
                <a:gd name="connsiteX25" fmla="*/ 891928 w 1479897"/>
                <a:gd name="connsiteY25" fmla="*/ 141289 h 392112"/>
                <a:gd name="connsiteX26" fmla="*/ 1005143 w 1479897"/>
                <a:gd name="connsiteY26" fmla="*/ 258437 h 392112"/>
                <a:gd name="connsiteX27" fmla="*/ 1005143 w 1479897"/>
                <a:gd name="connsiteY27" fmla="*/ 263136 h 392112"/>
                <a:gd name="connsiteX28" fmla="*/ 831753 w 1479897"/>
                <a:gd name="connsiteY28" fmla="*/ 263136 h 392112"/>
                <a:gd name="connsiteX29" fmla="*/ 921448 w 1479897"/>
                <a:gd name="connsiteY29" fmla="*/ 362784 h 392112"/>
                <a:gd name="connsiteX30" fmla="*/ 994762 w 1479897"/>
                <a:gd name="connsiteY30" fmla="*/ 327461 h 392112"/>
                <a:gd name="connsiteX31" fmla="*/ 998493 w 1479897"/>
                <a:gd name="connsiteY31" fmla="*/ 328271 h 392112"/>
                <a:gd name="connsiteX32" fmla="*/ 897930 w 1479897"/>
                <a:gd name="connsiteY32" fmla="*/ 392111 h 392112"/>
                <a:gd name="connsiteX33" fmla="*/ 770604 w 1479897"/>
                <a:gd name="connsiteY33" fmla="*/ 264594 h 392112"/>
                <a:gd name="connsiteX34" fmla="*/ 891928 w 1479897"/>
                <a:gd name="connsiteY34" fmla="*/ 141289 h 392112"/>
                <a:gd name="connsiteX35" fmla="*/ 1191509 w 1479897"/>
                <a:gd name="connsiteY35" fmla="*/ 141128 h 392112"/>
                <a:gd name="connsiteX36" fmla="*/ 1269527 w 1479897"/>
                <a:gd name="connsiteY36" fmla="*/ 223439 h 392112"/>
                <a:gd name="connsiteX37" fmla="*/ 1269527 w 1479897"/>
                <a:gd name="connsiteY37" fmla="*/ 350633 h 392112"/>
                <a:gd name="connsiteX38" fmla="*/ 1307805 w 1479897"/>
                <a:gd name="connsiteY38" fmla="*/ 381581 h 392112"/>
                <a:gd name="connsiteX39" fmla="*/ 1307805 w 1479897"/>
                <a:gd name="connsiteY39" fmla="*/ 385307 h 392112"/>
                <a:gd name="connsiteX40" fmla="*/ 1177235 w 1479897"/>
                <a:gd name="connsiteY40" fmla="*/ 385307 h 392112"/>
                <a:gd name="connsiteX41" fmla="*/ 1177235 w 1479897"/>
                <a:gd name="connsiteY41" fmla="*/ 381581 h 392112"/>
                <a:gd name="connsiteX42" fmla="*/ 1214704 w 1479897"/>
                <a:gd name="connsiteY42" fmla="*/ 350471 h 392112"/>
                <a:gd name="connsiteX43" fmla="*/ 1214704 w 1479897"/>
                <a:gd name="connsiteY43" fmla="*/ 217282 h 392112"/>
                <a:gd name="connsiteX44" fmla="*/ 1172531 w 1479897"/>
                <a:gd name="connsiteY44" fmla="*/ 156521 h 392112"/>
                <a:gd name="connsiteX45" fmla="*/ 1104895 w 1479897"/>
                <a:gd name="connsiteY45" fmla="*/ 246610 h 392112"/>
                <a:gd name="connsiteX46" fmla="*/ 1104895 w 1479897"/>
                <a:gd name="connsiteY46" fmla="*/ 350633 h 392112"/>
                <a:gd name="connsiteX47" fmla="*/ 1143174 w 1479897"/>
                <a:gd name="connsiteY47" fmla="*/ 381581 h 392112"/>
                <a:gd name="connsiteX48" fmla="*/ 1143174 w 1479897"/>
                <a:gd name="connsiteY48" fmla="*/ 385307 h 392112"/>
                <a:gd name="connsiteX49" fmla="*/ 1012604 w 1479897"/>
                <a:gd name="connsiteY49" fmla="*/ 385307 h 392112"/>
                <a:gd name="connsiteX50" fmla="*/ 1012604 w 1479897"/>
                <a:gd name="connsiteY50" fmla="*/ 381581 h 392112"/>
                <a:gd name="connsiteX51" fmla="*/ 1050072 w 1479897"/>
                <a:gd name="connsiteY51" fmla="*/ 350633 h 392112"/>
                <a:gd name="connsiteX52" fmla="*/ 1050072 w 1479897"/>
                <a:gd name="connsiteY52" fmla="*/ 193950 h 392112"/>
                <a:gd name="connsiteX53" fmla="*/ 1012604 w 1479897"/>
                <a:gd name="connsiteY53" fmla="*/ 150849 h 392112"/>
                <a:gd name="connsiteX54" fmla="*/ 1012604 w 1479897"/>
                <a:gd name="connsiteY54" fmla="*/ 147123 h 392112"/>
                <a:gd name="connsiteX55" fmla="*/ 1105057 w 1479897"/>
                <a:gd name="connsiteY55" fmla="*/ 147123 h 392112"/>
                <a:gd name="connsiteX56" fmla="*/ 1105057 w 1479897"/>
                <a:gd name="connsiteY56" fmla="*/ 195084 h 392112"/>
                <a:gd name="connsiteX57" fmla="*/ 1191509 w 1479897"/>
                <a:gd name="connsiteY57" fmla="*/ 141128 h 392112"/>
                <a:gd name="connsiteX58" fmla="*/ 1392958 w 1479897"/>
                <a:gd name="connsiteY58" fmla="*/ 67404 h 392112"/>
                <a:gd name="connsiteX59" fmla="*/ 1396689 w 1479897"/>
                <a:gd name="connsiteY59" fmla="*/ 67404 h 392112"/>
                <a:gd name="connsiteX60" fmla="*/ 1396689 w 1479897"/>
                <a:gd name="connsiteY60" fmla="*/ 146961 h 392112"/>
                <a:gd name="connsiteX61" fmla="*/ 1464650 w 1479897"/>
                <a:gd name="connsiteY61" fmla="*/ 146961 h 392112"/>
                <a:gd name="connsiteX62" fmla="*/ 1464650 w 1479897"/>
                <a:gd name="connsiteY62" fmla="*/ 156520 h 392112"/>
                <a:gd name="connsiteX63" fmla="*/ 1396689 w 1479897"/>
                <a:gd name="connsiteY63" fmla="*/ 156520 h 392112"/>
                <a:gd name="connsiteX64" fmla="*/ 1396689 w 1479897"/>
                <a:gd name="connsiteY64" fmla="*/ 312555 h 392112"/>
                <a:gd name="connsiteX65" fmla="*/ 1437239 w 1479897"/>
                <a:gd name="connsiteY65" fmla="*/ 365863 h 392112"/>
                <a:gd name="connsiteX66" fmla="*/ 1476166 w 1479897"/>
                <a:gd name="connsiteY66" fmla="*/ 327300 h 392112"/>
                <a:gd name="connsiteX67" fmla="*/ 1479897 w 1479897"/>
                <a:gd name="connsiteY67" fmla="*/ 328271 h 392112"/>
                <a:gd name="connsiteX68" fmla="*/ 1406259 w 1479897"/>
                <a:gd name="connsiteY68" fmla="*/ 392111 h 392112"/>
                <a:gd name="connsiteX69" fmla="*/ 1342353 w 1479897"/>
                <a:gd name="connsiteY69" fmla="*/ 319036 h 392112"/>
                <a:gd name="connsiteX70" fmla="*/ 1342353 w 1479897"/>
                <a:gd name="connsiteY70" fmla="*/ 156520 h 392112"/>
                <a:gd name="connsiteX71" fmla="*/ 1287692 w 1479897"/>
                <a:gd name="connsiteY71" fmla="*/ 156520 h 392112"/>
                <a:gd name="connsiteX72" fmla="*/ 1287692 w 1479897"/>
                <a:gd name="connsiteY72" fmla="*/ 146961 h 392112"/>
                <a:gd name="connsiteX73" fmla="*/ 1392958 w 1479897"/>
                <a:gd name="connsiteY73" fmla="*/ 67404 h 392112"/>
                <a:gd name="connsiteX74" fmla="*/ 476215 w 1479897"/>
                <a:gd name="connsiteY74" fmla="*/ 5347 h 392112"/>
                <a:gd name="connsiteX75" fmla="*/ 476701 w 1479897"/>
                <a:gd name="connsiteY75" fmla="*/ 5347 h 392112"/>
                <a:gd name="connsiteX76" fmla="*/ 476701 w 1479897"/>
                <a:gd name="connsiteY76" fmla="*/ 336374 h 392112"/>
                <a:gd name="connsiteX77" fmla="*/ 515791 w 1479897"/>
                <a:gd name="connsiteY77" fmla="*/ 381743 h 392112"/>
                <a:gd name="connsiteX78" fmla="*/ 515791 w 1479897"/>
                <a:gd name="connsiteY78" fmla="*/ 385469 h 392112"/>
                <a:gd name="connsiteX79" fmla="*/ 420905 w 1479897"/>
                <a:gd name="connsiteY79" fmla="*/ 385469 h 392112"/>
                <a:gd name="connsiteX80" fmla="*/ 420905 w 1479897"/>
                <a:gd name="connsiteY80" fmla="*/ 344476 h 392112"/>
                <a:gd name="connsiteX81" fmla="*/ 341915 w 1479897"/>
                <a:gd name="connsiteY81" fmla="*/ 392112 h 392112"/>
                <a:gd name="connsiteX82" fmla="*/ 220915 w 1479897"/>
                <a:gd name="connsiteY82" fmla="*/ 266702 h 392112"/>
                <a:gd name="connsiteX83" fmla="*/ 341915 w 1479897"/>
                <a:gd name="connsiteY83" fmla="*/ 141290 h 392112"/>
                <a:gd name="connsiteX84" fmla="*/ 420905 w 1479897"/>
                <a:gd name="connsiteY84" fmla="*/ 188927 h 392112"/>
                <a:gd name="connsiteX85" fmla="*/ 420905 w 1479897"/>
                <a:gd name="connsiteY85" fmla="*/ 73886 h 392112"/>
                <a:gd name="connsiteX86" fmla="*/ 381491 w 1479897"/>
                <a:gd name="connsiteY86" fmla="*/ 30786 h 392112"/>
                <a:gd name="connsiteX87" fmla="*/ 381491 w 1479897"/>
                <a:gd name="connsiteY87" fmla="*/ 26897 h 392112"/>
                <a:gd name="connsiteX88" fmla="*/ 476215 w 1479897"/>
                <a:gd name="connsiteY88" fmla="*/ 5347 h 392112"/>
                <a:gd name="connsiteX89" fmla="*/ 26763 w 1479897"/>
                <a:gd name="connsiteY89" fmla="*/ 0 h 392112"/>
                <a:gd name="connsiteX90" fmla="*/ 27249 w 1479897"/>
                <a:gd name="connsiteY90" fmla="*/ 0 h 392112"/>
                <a:gd name="connsiteX91" fmla="*/ 197233 w 1479897"/>
                <a:gd name="connsiteY91" fmla="*/ 350633 h 392112"/>
                <a:gd name="connsiteX92" fmla="*/ 247028 w 1479897"/>
                <a:gd name="connsiteY92" fmla="*/ 381581 h 392112"/>
                <a:gd name="connsiteX93" fmla="*/ 247028 w 1479897"/>
                <a:gd name="connsiteY93" fmla="*/ 385307 h 392112"/>
                <a:gd name="connsiteX94" fmla="*/ 90344 w 1479897"/>
                <a:gd name="connsiteY94" fmla="*/ 385307 h 392112"/>
                <a:gd name="connsiteX95" fmla="*/ 90344 w 1479897"/>
                <a:gd name="connsiteY95" fmla="*/ 381581 h 392112"/>
                <a:gd name="connsiteX96" fmla="*/ 124244 w 1479897"/>
                <a:gd name="connsiteY96" fmla="*/ 350633 h 392112"/>
                <a:gd name="connsiteX97" fmla="*/ 0 w 1479897"/>
                <a:gd name="connsiteY97" fmla="*/ 94626 h 39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479897" h="392112">
                  <a:moveTo>
                    <a:pt x="353755" y="152308"/>
                  </a:moveTo>
                  <a:cubicBezTo>
                    <a:pt x="311908" y="152308"/>
                    <a:pt x="282226" y="195894"/>
                    <a:pt x="282226" y="266702"/>
                  </a:cubicBezTo>
                  <a:cubicBezTo>
                    <a:pt x="282226" y="337508"/>
                    <a:pt x="312070" y="381094"/>
                    <a:pt x="353755" y="381094"/>
                  </a:cubicBezTo>
                  <a:cubicBezTo>
                    <a:pt x="395440" y="381094"/>
                    <a:pt x="425123" y="337346"/>
                    <a:pt x="425285" y="266702"/>
                  </a:cubicBezTo>
                  <a:cubicBezTo>
                    <a:pt x="425285" y="195894"/>
                    <a:pt x="395440" y="152308"/>
                    <a:pt x="353755" y="152308"/>
                  </a:cubicBezTo>
                  <a:close/>
                  <a:moveTo>
                    <a:pt x="896795" y="148580"/>
                  </a:moveTo>
                  <a:cubicBezTo>
                    <a:pt x="852352" y="148580"/>
                    <a:pt x="831753" y="200268"/>
                    <a:pt x="831753" y="251145"/>
                  </a:cubicBezTo>
                  <a:lnTo>
                    <a:pt x="953726" y="251145"/>
                  </a:lnTo>
                  <a:lnTo>
                    <a:pt x="953726" y="250659"/>
                  </a:lnTo>
                  <a:cubicBezTo>
                    <a:pt x="953726" y="207235"/>
                    <a:pt x="939615" y="148580"/>
                    <a:pt x="896795" y="148580"/>
                  </a:cubicBezTo>
                  <a:close/>
                  <a:moveTo>
                    <a:pt x="500869" y="147123"/>
                  </a:moveTo>
                  <a:lnTo>
                    <a:pt x="621220" y="147123"/>
                  </a:lnTo>
                  <a:lnTo>
                    <a:pt x="621220" y="150849"/>
                  </a:lnTo>
                  <a:cubicBezTo>
                    <a:pt x="602081" y="152470"/>
                    <a:pt x="587969" y="162678"/>
                    <a:pt x="597377" y="181798"/>
                  </a:cubicBezTo>
                  <a:lnTo>
                    <a:pt x="664851" y="319523"/>
                  </a:lnTo>
                  <a:lnTo>
                    <a:pt x="729731" y="179367"/>
                  </a:lnTo>
                  <a:cubicBezTo>
                    <a:pt x="742869" y="151012"/>
                    <a:pt x="708483" y="151984"/>
                    <a:pt x="694533" y="150849"/>
                  </a:cubicBezTo>
                  <a:lnTo>
                    <a:pt x="694533" y="147123"/>
                  </a:lnTo>
                  <a:lnTo>
                    <a:pt x="782121" y="147123"/>
                  </a:lnTo>
                  <a:lnTo>
                    <a:pt x="782121" y="150849"/>
                  </a:lnTo>
                  <a:cubicBezTo>
                    <a:pt x="767847" y="151984"/>
                    <a:pt x="753898" y="159924"/>
                    <a:pt x="747248" y="173534"/>
                  </a:cubicBezTo>
                  <a:lnTo>
                    <a:pt x="649280" y="385307"/>
                  </a:lnTo>
                  <a:lnTo>
                    <a:pt x="639710" y="385307"/>
                  </a:lnTo>
                  <a:lnTo>
                    <a:pt x="539959" y="181798"/>
                  </a:lnTo>
                  <a:cubicBezTo>
                    <a:pt x="530876" y="163164"/>
                    <a:pt x="520333" y="152470"/>
                    <a:pt x="500869" y="150849"/>
                  </a:cubicBezTo>
                  <a:close/>
                  <a:moveTo>
                    <a:pt x="891928" y="141289"/>
                  </a:moveTo>
                  <a:cubicBezTo>
                    <a:pt x="969622" y="141289"/>
                    <a:pt x="1005143" y="207397"/>
                    <a:pt x="1005143" y="258437"/>
                  </a:cubicBezTo>
                  <a:lnTo>
                    <a:pt x="1005143" y="263136"/>
                  </a:lnTo>
                  <a:lnTo>
                    <a:pt x="831753" y="263136"/>
                  </a:lnTo>
                  <a:cubicBezTo>
                    <a:pt x="831753" y="313689"/>
                    <a:pt x="855271" y="363270"/>
                    <a:pt x="921448" y="362784"/>
                  </a:cubicBezTo>
                  <a:cubicBezTo>
                    <a:pt x="949671" y="362460"/>
                    <a:pt x="984382" y="347553"/>
                    <a:pt x="994762" y="327461"/>
                  </a:cubicBezTo>
                  <a:lnTo>
                    <a:pt x="998493" y="328271"/>
                  </a:lnTo>
                  <a:cubicBezTo>
                    <a:pt x="986328" y="361164"/>
                    <a:pt x="945617" y="392111"/>
                    <a:pt x="897930" y="392111"/>
                  </a:cubicBezTo>
                  <a:cubicBezTo>
                    <a:pt x="823643" y="392111"/>
                    <a:pt x="770604" y="334104"/>
                    <a:pt x="770604" y="264594"/>
                  </a:cubicBezTo>
                  <a:cubicBezTo>
                    <a:pt x="770604" y="201402"/>
                    <a:pt x="816506" y="141289"/>
                    <a:pt x="891928" y="141289"/>
                  </a:cubicBezTo>
                  <a:close/>
                  <a:moveTo>
                    <a:pt x="1191509" y="141128"/>
                  </a:moveTo>
                  <a:cubicBezTo>
                    <a:pt x="1240655" y="141128"/>
                    <a:pt x="1270012" y="173372"/>
                    <a:pt x="1269527" y="223439"/>
                  </a:cubicBezTo>
                  <a:lnTo>
                    <a:pt x="1269527" y="350633"/>
                  </a:lnTo>
                  <a:cubicBezTo>
                    <a:pt x="1269527" y="369753"/>
                    <a:pt x="1286557" y="379960"/>
                    <a:pt x="1307805" y="381581"/>
                  </a:cubicBezTo>
                  <a:lnTo>
                    <a:pt x="1307805" y="385307"/>
                  </a:lnTo>
                  <a:lnTo>
                    <a:pt x="1177235" y="385307"/>
                  </a:lnTo>
                  <a:lnTo>
                    <a:pt x="1177235" y="381581"/>
                  </a:lnTo>
                  <a:cubicBezTo>
                    <a:pt x="1197997" y="379960"/>
                    <a:pt x="1214704" y="369590"/>
                    <a:pt x="1214704" y="350471"/>
                  </a:cubicBezTo>
                  <a:lnTo>
                    <a:pt x="1214704" y="217282"/>
                  </a:lnTo>
                  <a:cubicBezTo>
                    <a:pt x="1214704" y="180987"/>
                    <a:pt x="1198159" y="156521"/>
                    <a:pt x="1172531" y="156521"/>
                  </a:cubicBezTo>
                  <a:cubicBezTo>
                    <a:pt x="1141228" y="156521"/>
                    <a:pt x="1104895" y="193626"/>
                    <a:pt x="1104895" y="246610"/>
                  </a:cubicBezTo>
                  <a:lnTo>
                    <a:pt x="1104895" y="350633"/>
                  </a:lnTo>
                  <a:cubicBezTo>
                    <a:pt x="1104895" y="369753"/>
                    <a:pt x="1121926" y="379960"/>
                    <a:pt x="1143174" y="381581"/>
                  </a:cubicBezTo>
                  <a:lnTo>
                    <a:pt x="1143174" y="385307"/>
                  </a:lnTo>
                  <a:lnTo>
                    <a:pt x="1012604" y="385307"/>
                  </a:lnTo>
                  <a:lnTo>
                    <a:pt x="1012604" y="381581"/>
                  </a:lnTo>
                  <a:cubicBezTo>
                    <a:pt x="1033365" y="379960"/>
                    <a:pt x="1050072" y="369753"/>
                    <a:pt x="1050072" y="350633"/>
                  </a:cubicBezTo>
                  <a:lnTo>
                    <a:pt x="1050072" y="193950"/>
                  </a:lnTo>
                  <a:cubicBezTo>
                    <a:pt x="1050072" y="158303"/>
                    <a:pt x="1033365" y="152470"/>
                    <a:pt x="1012604" y="150849"/>
                  </a:cubicBezTo>
                  <a:lnTo>
                    <a:pt x="1012604" y="147123"/>
                  </a:lnTo>
                  <a:lnTo>
                    <a:pt x="1105057" y="147123"/>
                  </a:lnTo>
                  <a:lnTo>
                    <a:pt x="1105057" y="195084"/>
                  </a:lnTo>
                  <a:cubicBezTo>
                    <a:pt x="1118195" y="166081"/>
                    <a:pt x="1146255" y="141128"/>
                    <a:pt x="1191509" y="141128"/>
                  </a:cubicBezTo>
                  <a:close/>
                  <a:moveTo>
                    <a:pt x="1392958" y="67404"/>
                  </a:moveTo>
                  <a:lnTo>
                    <a:pt x="1396689" y="67404"/>
                  </a:lnTo>
                  <a:lnTo>
                    <a:pt x="1396689" y="146961"/>
                  </a:lnTo>
                  <a:lnTo>
                    <a:pt x="1464650" y="146961"/>
                  </a:lnTo>
                  <a:lnTo>
                    <a:pt x="1464650" y="156520"/>
                  </a:lnTo>
                  <a:lnTo>
                    <a:pt x="1396689" y="156520"/>
                  </a:lnTo>
                  <a:lnTo>
                    <a:pt x="1396689" y="312555"/>
                  </a:lnTo>
                  <a:cubicBezTo>
                    <a:pt x="1396689" y="342693"/>
                    <a:pt x="1405123" y="365863"/>
                    <a:pt x="1437239" y="365863"/>
                  </a:cubicBezTo>
                  <a:cubicBezTo>
                    <a:pt x="1458487" y="365863"/>
                    <a:pt x="1471463" y="345933"/>
                    <a:pt x="1476166" y="327300"/>
                  </a:cubicBezTo>
                  <a:lnTo>
                    <a:pt x="1479897" y="328271"/>
                  </a:lnTo>
                  <a:cubicBezTo>
                    <a:pt x="1472760" y="363108"/>
                    <a:pt x="1442916" y="392111"/>
                    <a:pt x="1406259" y="392111"/>
                  </a:cubicBezTo>
                  <a:cubicBezTo>
                    <a:pt x="1362952" y="392111"/>
                    <a:pt x="1342353" y="365863"/>
                    <a:pt x="1342353" y="319036"/>
                  </a:cubicBezTo>
                  <a:lnTo>
                    <a:pt x="1342353" y="156520"/>
                  </a:lnTo>
                  <a:lnTo>
                    <a:pt x="1287692" y="156520"/>
                  </a:lnTo>
                  <a:lnTo>
                    <a:pt x="1287692" y="146961"/>
                  </a:lnTo>
                  <a:cubicBezTo>
                    <a:pt x="1348841" y="146961"/>
                    <a:pt x="1382416" y="110504"/>
                    <a:pt x="1392958" y="67404"/>
                  </a:cubicBezTo>
                  <a:close/>
                  <a:moveTo>
                    <a:pt x="476215" y="5347"/>
                  </a:moveTo>
                  <a:lnTo>
                    <a:pt x="476701" y="5347"/>
                  </a:lnTo>
                  <a:lnTo>
                    <a:pt x="476701" y="336374"/>
                  </a:lnTo>
                  <a:cubicBezTo>
                    <a:pt x="476701" y="373803"/>
                    <a:pt x="495354" y="379960"/>
                    <a:pt x="515791" y="381743"/>
                  </a:cubicBezTo>
                  <a:lnTo>
                    <a:pt x="515791" y="385469"/>
                  </a:lnTo>
                  <a:lnTo>
                    <a:pt x="420905" y="385469"/>
                  </a:lnTo>
                  <a:lnTo>
                    <a:pt x="420905" y="344476"/>
                  </a:lnTo>
                  <a:cubicBezTo>
                    <a:pt x="405821" y="374937"/>
                    <a:pt x="379545" y="392112"/>
                    <a:pt x="341915" y="392112"/>
                  </a:cubicBezTo>
                  <a:cubicBezTo>
                    <a:pt x="279144" y="392112"/>
                    <a:pt x="220915" y="344313"/>
                    <a:pt x="220915" y="266702"/>
                  </a:cubicBezTo>
                  <a:cubicBezTo>
                    <a:pt x="220915" y="189089"/>
                    <a:pt x="279144" y="141290"/>
                    <a:pt x="341915" y="141290"/>
                  </a:cubicBezTo>
                  <a:cubicBezTo>
                    <a:pt x="379545" y="141290"/>
                    <a:pt x="405821" y="158465"/>
                    <a:pt x="420905" y="188927"/>
                  </a:cubicBezTo>
                  <a:lnTo>
                    <a:pt x="420905" y="73886"/>
                  </a:lnTo>
                  <a:cubicBezTo>
                    <a:pt x="420905" y="38239"/>
                    <a:pt x="403388" y="32406"/>
                    <a:pt x="381491" y="30786"/>
                  </a:cubicBezTo>
                  <a:lnTo>
                    <a:pt x="381491" y="26897"/>
                  </a:lnTo>
                  <a:cubicBezTo>
                    <a:pt x="393494" y="26897"/>
                    <a:pt x="444587" y="29652"/>
                    <a:pt x="476215" y="5347"/>
                  </a:cubicBezTo>
                  <a:close/>
                  <a:moveTo>
                    <a:pt x="26763" y="0"/>
                  </a:moveTo>
                  <a:lnTo>
                    <a:pt x="27249" y="0"/>
                  </a:lnTo>
                  <a:lnTo>
                    <a:pt x="197233" y="350633"/>
                  </a:lnTo>
                  <a:cubicBezTo>
                    <a:pt x="206803" y="370401"/>
                    <a:pt x="222211" y="379960"/>
                    <a:pt x="247028" y="381581"/>
                  </a:cubicBezTo>
                  <a:lnTo>
                    <a:pt x="247028" y="385307"/>
                  </a:lnTo>
                  <a:lnTo>
                    <a:pt x="90344" y="385307"/>
                  </a:lnTo>
                  <a:lnTo>
                    <a:pt x="90344" y="381581"/>
                  </a:lnTo>
                  <a:cubicBezTo>
                    <a:pt x="114674" y="379960"/>
                    <a:pt x="134138" y="370887"/>
                    <a:pt x="124244" y="350633"/>
                  </a:cubicBezTo>
                  <a:lnTo>
                    <a:pt x="0" y="94626"/>
                  </a:lnTo>
                  <a:close/>
                </a:path>
              </a:pathLst>
            </a:custGeom>
            <a:solidFill>
              <a:schemeClr val="bg1"/>
            </a:solidFill>
            <a:ln w="1823" cap="flat">
              <a:noFill/>
              <a:prstDash val="solid"/>
              <a:miter/>
            </a:ln>
          </p:spPr>
          <p:txBody>
            <a:bodyPr wrap="square" rtlCol="0" anchor="ctr">
              <a:noAutofit/>
            </a:bodyPr>
            <a:lstStyle/>
            <a:p>
              <a:endParaRPr lang="en-US" b="0" i="0" noProof="0">
                <a:latin typeface="+mn-lt" panose="02000503000000020004" pitchFamily="2" charset="0"/>
              </a:endParaRPr>
            </a:p>
          </p:txBody>
        </p:sp>
        <p:sp>
          <p:nvSpPr>
            <p:cNvPr id="26" name="Freeform 25">
              <a:extLst>
                <a:ext uri="{FF2B5EF4-FFF2-40B4-BE49-F238E27FC236}">
                  <a16:creationId xmlns:a16="http://schemas.microsoft.com/office/drawing/2014/main" id="{1724A5BC-50EE-095B-9A89-5568A331D686}"/>
                </a:ext>
              </a:extLst>
            </p:cNvPr>
            <p:cNvSpPr/>
            <p:nvPr/>
          </p:nvSpPr>
          <p:spPr>
            <a:xfrm>
              <a:off x="493713" y="704668"/>
              <a:ext cx="162198" cy="162029"/>
            </a:xfrm>
            <a:custGeom>
              <a:avLst/>
              <a:gdLst>
                <a:gd name="connsiteX0" fmla="*/ 182947 w 182946"/>
                <a:gd name="connsiteY0" fmla="*/ 91378 h 182756"/>
                <a:gd name="connsiteX1" fmla="*/ 91473 w 182946"/>
                <a:gd name="connsiteY1" fmla="*/ 182757 h 182756"/>
                <a:gd name="connsiteX2" fmla="*/ 0 w 182946"/>
                <a:gd name="connsiteY2" fmla="*/ 91378 h 182756"/>
                <a:gd name="connsiteX3" fmla="*/ 91473 w 182946"/>
                <a:gd name="connsiteY3" fmla="*/ 0 h 182756"/>
                <a:gd name="connsiteX4" fmla="*/ 182947 w 182946"/>
                <a:gd name="connsiteY4" fmla="*/ 91378 h 18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46" h="182756">
                  <a:moveTo>
                    <a:pt x="182947" y="91378"/>
                  </a:moveTo>
                  <a:cubicBezTo>
                    <a:pt x="182947" y="141845"/>
                    <a:pt x="141993" y="182757"/>
                    <a:pt x="91473" y="182757"/>
                  </a:cubicBezTo>
                  <a:cubicBezTo>
                    <a:pt x="40954" y="182757"/>
                    <a:pt x="0" y="141845"/>
                    <a:pt x="0" y="91378"/>
                  </a:cubicBezTo>
                  <a:cubicBezTo>
                    <a:pt x="0" y="40912"/>
                    <a:pt x="40954" y="0"/>
                    <a:pt x="91473" y="0"/>
                  </a:cubicBezTo>
                  <a:cubicBezTo>
                    <a:pt x="141993" y="0"/>
                    <a:pt x="182947" y="40912"/>
                    <a:pt x="182947" y="91378"/>
                  </a:cubicBezTo>
                  <a:close/>
                </a:path>
              </a:pathLst>
            </a:custGeom>
            <a:solidFill>
              <a:srgbClr val="E1B523"/>
            </a:solidFill>
            <a:ln w="1823" cap="flat">
              <a:noFill/>
              <a:prstDash val="solid"/>
              <a:miter/>
            </a:ln>
          </p:spPr>
          <p:txBody>
            <a:bodyPr rtlCol="0" anchor="ctr"/>
            <a:lstStyle/>
            <a:p>
              <a:endParaRPr lang="en-US" b="0" i="0" noProof="0">
                <a:latin typeface="+mn-lt" panose="02000503000000020004" pitchFamily="2" charset="0"/>
              </a:endParaRPr>
            </a:p>
          </p:txBody>
        </p:sp>
      </p:grpSp>
      <p:sp>
        <p:nvSpPr>
          <p:cNvPr id="2" name="Title 1"/>
          <p:cNvSpPr>
            <a:spLocks noGrp="1"/>
          </p:cNvSpPr>
          <p:nvPr>
            <p:ph type="ctrTitle"/>
          </p:nvPr>
        </p:nvSpPr>
        <p:spPr>
          <a:xfrm>
            <a:off x="493713" y="1663701"/>
            <a:ext cx="9326561" cy="1992312"/>
          </a:xfrm>
        </p:spPr>
        <p:txBody>
          <a:bodyPr vert="horz" anchor="b">
            <a:noAutofit/>
          </a:bodyPr>
          <a:lstStyle>
            <a:lvl1pPr algn="l">
              <a:defRPr sz="6000">
                <a:solidFill>
                  <a:schemeClr val="bg1"/>
                </a:solidFill>
              </a:defRPr>
            </a:lvl1pPr>
          </a:lstStyle>
          <a:p>
            <a:r>
              <a:rPr lang="en-US" noProof="0"/>
              <a:t>Click to edit Master title style</a:t>
            </a:r>
          </a:p>
        </p:txBody>
      </p:sp>
      <p:sp>
        <p:nvSpPr>
          <p:cNvPr id="3" name="Subtitle 2"/>
          <p:cNvSpPr>
            <a:spLocks noGrp="1"/>
          </p:cNvSpPr>
          <p:nvPr>
            <p:ph type="subTitle" idx="1" hasCustomPrompt="1"/>
          </p:nvPr>
        </p:nvSpPr>
        <p:spPr>
          <a:xfrm>
            <a:off x="493713" y="3902868"/>
            <a:ext cx="9326561" cy="1655762"/>
          </a:xfrm>
        </p:spPr>
        <p:txBody>
          <a:bodyPr>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17" name="Text Placeholder 4">
            <a:extLst>
              <a:ext uri="{FF2B5EF4-FFF2-40B4-BE49-F238E27FC236}">
                <a16:creationId xmlns:a16="http://schemas.microsoft.com/office/drawing/2014/main" id="{F1640AA6-C110-7810-1E3A-782911B18605}"/>
              </a:ext>
            </a:extLst>
          </p:cNvPr>
          <p:cNvSpPr>
            <a:spLocks noGrp="1"/>
          </p:cNvSpPr>
          <p:nvPr>
            <p:ph type="body" sz="quarter" idx="10" hasCustomPrompt="1"/>
          </p:nvPr>
        </p:nvSpPr>
        <p:spPr>
          <a:xfrm>
            <a:off x="493713" y="5599028"/>
            <a:ext cx="9326562" cy="392112"/>
          </a:xfrm>
        </p:spPr>
        <p:txBody>
          <a:bodyPr anchor="b" anchorCtr="0">
            <a:noAutofit/>
          </a:bodyPr>
          <a:lstStyle>
            <a:lvl1pPr>
              <a:defRPr sz="1400">
                <a:solidFill>
                  <a:schemeClr val="bg1"/>
                </a:solidFill>
              </a:defRPr>
            </a:lvl1pPr>
          </a:lstStyle>
          <a:p>
            <a:pPr lvl="0"/>
            <a:r>
              <a:rPr lang="en-US" noProof="0"/>
              <a:t>Month Year</a:t>
            </a:r>
          </a:p>
        </p:txBody>
      </p:sp>
    </p:spTree>
    <p:extLst>
      <p:ext uri="{BB962C8B-B14F-4D97-AF65-F5344CB8AC3E}">
        <p14:creationId xmlns:p14="http://schemas.microsoft.com/office/powerpoint/2010/main" val="396545212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Gradient 03">
    <p:bg>
      <p:bgPr>
        <a:gradFill>
          <a:gsLst>
            <a:gs pos="0">
              <a:srgbClr val="6B7D00"/>
            </a:gs>
            <a:gs pos="100000">
              <a:srgbClr val="B5D208"/>
            </a:gs>
          </a:gsLst>
          <a:lin ang="1800000" scaled="0"/>
        </a:gradFill>
        <a:effectLst/>
      </p:bgPr>
    </p:bg>
    <p:spTree>
      <p:nvGrpSpPr>
        <p:cNvPr id="1" name=""/>
        <p:cNvGrpSpPr/>
        <p:nvPr/>
      </p:nvGrpSpPr>
      <p:grpSpPr>
        <a:xfrm>
          <a:off x="0" y="0"/>
          <a:ext cx="0" cy="0"/>
          <a:chOff x="0" y="0"/>
          <a:chExt cx="0" cy="0"/>
        </a:xfrm>
      </p:grpSpPr>
      <p:graphicFrame>
        <p:nvGraphicFramePr>
          <p:cNvPr id="14" name="think-cell data - do not delete">
            <a:extLst>
              <a:ext uri="{FF2B5EF4-FFF2-40B4-BE49-F238E27FC236}">
                <a16:creationId xmlns:a16="http://schemas.microsoft.com/office/drawing/2014/main" id="{2ACD9046-4330-FFE6-8432-E3C8AF6E9E82}"/>
              </a:ext>
            </a:extLst>
          </p:cNvPr>
          <p:cNvGraphicFramePr>
            <a:graphicFrameLocks noChangeAspect="1"/>
          </p:cNvGraphicFramePr>
          <p:nvPr>
            <p:custDataLst>
              <p:tags r:id="rId1"/>
            </p:custDataLst>
            <p:extLst>
              <p:ext uri="{D42A27DB-BD31-4B8C-83A1-F6EECF244321}">
                <p14:modId xmlns:p14="http://schemas.microsoft.com/office/powerpoint/2010/main" val="39949166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4" name="think-cell data - do not delete">
                        <a:extLst>
                          <a:ext uri="{FF2B5EF4-FFF2-40B4-BE49-F238E27FC236}">
                            <a16:creationId xmlns:a16="http://schemas.microsoft.com/office/drawing/2014/main" id="{2ACD9046-4330-FFE6-8432-E3C8AF6E9E8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pSp>
        <p:nvGrpSpPr>
          <p:cNvPr id="15" name="Logo">
            <a:extLst>
              <a:ext uri="{FF2B5EF4-FFF2-40B4-BE49-F238E27FC236}">
                <a16:creationId xmlns:a16="http://schemas.microsoft.com/office/drawing/2014/main" id="{9DA8456B-54F5-1226-B88E-AB25542600A8}"/>
              </a:ext>
            </a:extLst>
          </p:cNvPr>
          <p:cNvGrpSpPr/>
          <p:nvPr/>
        </p:nvGrpSpPr>
        <p:grpSpPr>
          <a:xfrm>
            <a:off x="493713" y="474747"/>
            <a:ext cx="1621982" cy="392112"/>
            <a:chOff x="493713" y="474747"/>
            <a:chExt cx="1621982" cy="392112"/>
          </a:xfrm>
        </p:grpSpPr>
        <p:sp>
          <p:nvSpPr>
            <p:cNvPr id="16" name="Freeform 15">
              <a:extLst>
                <a:ext uri="{FF2B5EF4-FFF2-40B4-BE49-F238E27FC236}">
                  <a16:creationId xmlns:a16="http://schemas.microsoft.com/office/drawing/2014/main" id="{E903B10E-FD42-F423-A60F-3EBF02DB407D}"/>
                </a:ext>
              </a:extLst>
            </p:cNvPr>
            <p:cNvSpPr/>
            <p:nvPr/>
          </p:nvSpPr>
          <p:spPr>
            <a:xfrm>
              <a:off x="635798" y="474747"/>
              <a:ext cx="1479897" cy="392112"/>
            </a:xfrm>
            <a:custGeom>
              <a:avLst/>
              <a:gdLst>
                <a:gd name="connsiteX0" fmla="*/ 353755 w 1479897"/>
                <a:gd name="connsiteY0" fmla="*/ 152308 h 392112"/>
                <a:gd name="connsiteX1" fmla="*/ 282226 w 1479897"/>
                <a:gd name="connsiteY1" fmla="*/ 266702 h 392112"/>
                <a:gd name="connsiteX2" fmla="*/ 353755 w 1479897"/>
                <a:gd name="connsiteY2" fmla="*/ 381094 h 392112"/>
                <a:gd name="connsiteX3" fmla="*/ 425285 w 1479897"/>
                <a:gd name="connsiteY3" fmla="*/ 266702 h 392112"/>
                <a:gd name="connsiteX4" fmla="*/ 353755 w 1479897"/>
                <a:gd name="connsiteY4" fmla="*/ 152308 h 392112"/>
                <a:gd name="connsiteX5" fmla="*/ 896795 w 1479897"/>
                <a:gd name="connsiteY5" fmla="*/ 148580 h 392112"/>
                <a:gd name="connsiteX6" fmla="*/ 831753 w 1479897"/>
                <a:gd name="connsiteY6" fmla="*/ 251145 h 392112"/>
                <a:gd name="connsiteX7" fmla="*/ 953726 w 1479897"/>
                <a:gd name="connsiteY7" fmla="*/ 251145 h 392112"/>
                <a:gd name="connsiteX8" fmla="*/ 953726 w 1479897"/>
                <a:gd name="connsiteY8" fmla="*/ 250659 h 392112"/>
                <a:gd name="connsiteX9" fmla="*/ 896795 w 1479897"/>
                <a:gd name="connsiteY9" fmla="*/ 148580 h 392112"/>
                <a:gd name="connsiteX10" fmla="*/ 500869 w 1479897"/>
                <a:gd name="connsiteY10" fmla="*/ 147123 h 392112"/>
                <a:gd name="connsiteX11" fmla="*/ 621220 w 1479897"/>
                <a:gd name="connsiteY11" fmla="*/ 147123 h 392112"/>
                <a:gd name="connsiteX12" fmla="*/ 621220 w 1479897"/>
                <a:gd name="connsiteY12" fmla="*/ 150849 h 392112"/>
                <a:gd name="connsiteX13" fmla="*/ 597377 w 1479897"/>
                <a:gd name="connsiteY13" fmla="*/ 181798 h 392112"/>
                <a:gd name="connsiteX14" fmla="*/ 664851 w 1479897"/>
                <a:gd name="connsiteY14" fmla="*/ 319523 h 392112"/>
                <a:gd name="connsiteX15" fmla="*/ 729731 w 1479897"/>
                <a:gd name="connsiteY15" fmla="*/ 179367 h 392112"/>
                <a:gd name="connsiteX16" fmla="*/ 694533 w 1479897"/>
                <a:gd name="connsiteY16" fmla="*/ 150849 h 392112"/>
                <a:gd name="connsiteX17" fmla="*/ 694533 w 1479897"/>
                <a:gd name="connsiteY17" fmla="*/ 147123 h 392112"/>
                <a:gd name="connsiteX18" fmla="*/ 782121 w 1479897"/>
                <a:gd name="connsiteY18" fmla="*/ 147123 h 392112"/>
                <a:gd name="connsiteX19" fmla="*/ 782121 w 1479897"/>
                <a:gd name="connsiteY19" fmla="*/ 150849 h 392112"/>
                <a:gd name="connsiteX20" fmla="*/ 747248 w 1479897"/>
                <a:gd name="connsiteY20" fmla="*/ 173534 h 392112"/>
                <a:gd name="connsiteX21" fmla="*/ 649280 w 1479897"/>
                <a:gd name="connsiteY21" fmla="*/ 385307 h 392112"/>
                <a:gd name="connsiteX22" fmla="*/ 639710 w 1479897"/>
                <a:gd name="connsiteY22" fmla="*/ 385307 h 392112"/>
                <a:gd name="connsiteX23" fmla="*/ 539959 w 1479897"/>
                <a:gd name="connsiteY23" fmla="*/ 181798 h 392112"/>
                <a:gd name="connsiteX24" fmla="*/ 500869 w 1479897"/>
                <a:gd name="connsiteY24" fmla="*/ 150849 h 392112"/>
                <a:gd name="connsiteX25" fmla="*/ 891928 w 1479897"/>
                <a:gd name="connsiteY25" fmla="*/ 141289 h 392112"/>
                <a:gd name="connsiteX26" fmla="*/ 1005143 w 1479897"/>
                <a:gd name="connsiteY26" fmla="*/ 258437 h 392112"/>
                <a:gd name="connsiteX27" fmla="*/ 1005143 w 1479897"/>
                <a:gd name="connsiteY27" fmla="*/ 263136 h 392112"/>
                <a:gd name="connsiteX28" fmla="*/ 831753 w 1479897"/>
                <a:gd name="connsiteY28" fmla="*/ 263136 h 392112"/>
                <a:gd name="connsiteX29" fmla="*/ 921448 w 1479897"/>
                <a:gd name="connsiteY29" fmla="*/ 362784 h 392112"/>
                <a:gd name="connsiteX30" fmla="*/ 994762 w 1479897"/>
                <a:gd name="connsiteY30" fmla="*/ 327461 h 392112"/>
                <a:gd name="connsiteX31" fmla="*/ 998493 w 1479897"/>
                <a:gd name="connsiteY31" fmla="*/ 328271 h 392112"/>
                <a:gd name="connsiteX32" fmla="*/ 897930 w 1479897"/>
                <a:gd name="connsiteY32" fmla="*/ 392111 h 392112"/>
                <a:gd name="connsiteX33" fmla="*/ 770604 w 1479897"/>
                <a:gd name="connsiteY33" fmla="*/ 264594 h 392112"/>
                <a:gd name="connsiteX34" fmla="*/ 891928 w 1479897"/>
                <a:gd name="connsiteY34" fmla="*/ 141289 h 392112"/>
                <a:gd name="connsiteX35" fmla="*/ 1191509 w 1479897"/>
                <a:gd name="connsiteY35" fmla="*/ 141128 h 392112"/>
                <a:gd name="connsiteX36" fmla="*/ 1269527 w 1479897"/>
                <a:gd name="connsiteY36" fmla="*/ 223439 h 392112"/>
                <a:gd name="connsiteX37" fmla="*/ 1269527 w 1479897"/>
                <a:gd name="connsiteY37" fmla="*/ 350633 h 392112"/>
                <a:gd name="connsiteX38" fmla="*/ 1307805 w 1479897"/>
                <a:gd name="connsiteY38" fmla="*/ 381581 h 392112"/>
                <a:gd name="connsiteX39" fmla="*/ 1307805 w 1479897"/>
                <a:gd name="connsiteY39" fmla="*/ 385307 h 392112"/>
                <a:gd name="connsiteX40" fmla="*/ 1177235 w 1479897"/>
                <a:gd name="connsiteY40" fmla="*/ 385307 h 392112"/>
                <a:gd name="connsiteX41" fmla="*/ 1177235 w 1479897"/>
                <a:gd name="connsiteY41" fmla="*/ 381581 h 392112"/>
                <a:gd name="connsiteX42" fmla="*/ 1214704 w 1479897"/>
                <a:gd name="connsiteY42" fmla="*/ 350471 h 392112"/>
                <a:gd name="connsiteX43" fmla="*/ 1214704 w 1479897"/>
                <a:gd name="connsiteY43" fmla="*/ 217282 h 392112"/>
                <a:gd name="connsiteX44" fmla="*/ 1172531 w 1479897"/>
                <a:gd name="connsiteY44" fmla="*/ 156521 h 392112"/>
                <a:gd name="connsiteX45" fmla="*/ 1104895 w 1479897"/>
                <a:gd name="connsiteY45" fmla="*/ 246610 h 392112"/>
                <a:gd name="connsiteX46" fmla="*/ 1104895 w 1479897"/>
                <a:gd name="connsiteY46" fmla="*/ 350633 h 392112"/>
                <a:gd name="connsiteX47" fmla="*/ 1143174 w 1479897"/>
                <a:gd name="connsiteY47" fmla="*/ 381581 h 392112"/>
                <a:gd name="connsiteX48" fmla="*/ 1143174 w 1479897"/>
                <a:gd name="connsiteY48" fmla="*/ 385307 h 392112"/>
                <a:gd name="connsiteX49" fmla="*/ 1012604 w 1479897"/>
                <a:gd name="connsiteY49" fmla="*/ 385307 h 392112"/>
                <a:gd name="connsiteX50" fmla="*/ 1012604 w 1479897"/>
                <a:gd name="connsiteY50" fmla="*/ 381581 h 392112"/>
                <a:gd name="connsiteX51" fmla="*/ 1050072 w 1479897"/>
                <a:gd name="connsiteY51" fmla="*/ 350633 h 392112"/>
                <a:gd name="connsiteX52" fmla="*/ 1050072 w 1479897"/>
                <a:gd name="connsiteY52" fmla="*/ 193950 h 392112"/>
                <a:gd name="connsiteX53" fmla="*/ 1012604 w 1479897"/>
                <a:gd name="connsiteY53" fmla="*/ 150849 h 392112"/>
                <a:gd name="connsiteX54" fmla="*/ 1012604 w 1479897"/>
                <a:gd name="connsiteY54" fmla="*/ 147123 h 392112"/>
                <a:gd name="connsiteX55" fmla="*/ 1105057 w 1479897"/>
                <a:gd name="connsiteY55" fmla="*/ 147123 h 392112"/>
                <a:gd name="connsiteX56" fmla="*/ 1105057 w 1479897"/>
                <a:gd name="connsiteY56" fmla="*/ 195084 h 392112"/>
                <a:gd name="connsiteX57" fmla="*/ 1191509 w 1479897"/>
                <a:gd name="connsiteY57" fmla="*/ 141128 h 392112"/>
                <a:gd name="connsiteX58" fmla="*/ 1392958 w 1479897"/>
                <a:gd name="connsiteY58" fmla="*/ 67404 h 392112"/>
                <a:gd name="connsiteX59" fmla="*/ 1396689 w 1479897"/>
                <a:gd name="connsiteY59" fmla="*/ 67404 h 392112"/>
                <a:gd name="connsiteX60" fmla="*/ 1396689 w 1479897"/>
                <a:gd name="connsiteY60" fmla="*/ 146961 h 392112"/>
                <a:gd name="connsiteX61" fmla="*/ 1464650 w 1479897"/>
                <a:gd name="connsiteY61" fmla="*/ 146961 h 392112"/>
                <a:gd name="connsiteX62" fmla="*/ 1464650 w 1479897"/>
                <a:gd name="connsiteY62" fmla="*/ 156520 h 392112"/>
                <a:gd name="connsiteX63" fmla="*/ 1396689 w 1479897"/>
                <a:gd name="connsiteY63" fmla="*/ 156520 h 392112"/>
                <a:gd name="connsiteX64" fmla="*/ 1396689 w 1479897"/>
                <a:gd name="connsiteY64" fmla="*/ 312555 h 392112"/>
                <a:gd name="connsiteX65" fmla="*/ 1437239 w 1479897"/>
                <a:gd name="connsiteY65" fmla="*/ 365863 h 392112"/>
                <a:gd name="connsiteX66" fmla="*/ 1476166 w 1479897"/>
                <a:gd name="connsiteY66" fmla="*/ 327300 h 392112"/>
                <a:gd name="connsiteX67" fmla="*/ 1479897 w 1479897"/>
                <a:gd name="connsiteY67" fmla="*/ 328271 h 392112"/>
                <a:gd name="connsiteX68" fmla="*/ 1406259 w 1479897"/>
                <a:gd name="connsiteY68" fmla="*/ 392111 h 392112"/>
                <a:gd name="connsiteX69" fmla="*/ 1342353 w 1479897"/>
                <a:gd name="connsiteY69" fmla="*/ 319036 h 392112"/>
                <a:gd name="connsiteX70" fmla="*/ 1342353 w 1479897"/>
                <a:gd name="connsiteY70" fmla="*/ 156520 h 392112"/>
                <a:gd name="connsiteX71" fmla="*/ 1287692 w 1479897"/>
                <a:gd name="connsiteY71" fmla="*/ 156520 h 392112"/>
                <a:gd name="connsiteX72" fmla="*/ 1287692 w 1479897"/>
                <a:gd name="connsiteY72" fmla="*/ 146961 h 392112"/>
                <a:gd name="connsiteX73" fmla="*/ 1392958 w 1479897"/>
                <a:gd name="connsiteY73" fmla="*/ 67404 h 392112"/>
                <a:gd name="connsiteX74" fmla="*/ 476215 w 1479897"/>
                <a:gd name="connsiteY74" fmla="*/ 5347 h 392112"/>
                <a:gd name="connsiteX75" fmla="*/ 476701 w 1479897"/>
                <a:gd name="connsiteY75" fmla="*/ 5347 h 392112"/>
                <a:gd name="connsiteX76" fmla="*/ 476701 w 1479897"/>
                <a:gd name="connsiteY76" fmla="*/ 336374 h 392112"/>
                <a:gd name="connsiteX77" fmla="*/ 515791 w 1479897"/>
                <a:gd name="connsiteY77" fmla="*/ 381743 h 392112"/>
                <a:gd name="connsiteX78" fmla="*/ 515791 w 1479897"/>
                <a:gd name="connsiteY78" fmla="*/ 385469 h 392112"/>
                <a:gd name="connsiteX79" fmla="*/ 420905 w 1479897"/>
                <a:gd name="connsiteY79" fmla="*/ 385469 h 392112"/>
                <a:gd name="connsiteX80" fmla="*/ 420905 w 1479897"/>
                <a:gd name="connsiteY80" fmla="*/ 344476 h 392112"/>
                <a:gd name="connsiteX81" fmla="*/ 341915 w 1479897"/>
                <a:gd name="connsiteY81" fmla="*/ 392112 h 392112"/>
                <a:gd name="connsiteX82" fmla="*/ 220915 w 1479897"/>
                <a:gd name="connsiteY82" fmla="*/ 266702 h 392112"/>
                <a:gd name="connsiteX83" fmla="*/ 341915 w 1479897"/>
                <a:gd name="connsiteY83" fmla="*/ 141290 h 392112"/>
                <a:gd name="connsiteX84" fmla="*/ 420905 w 1479897"/>
                <a:gd name="connsiteY84" fmla="*/ 188927 h 392112"/>
                <a:gd name="connsiteX85" fmla="*/ 420905 w 1479897"/>
                <a:gd name="connsiteY85" fmla="*/ 73886 h 392112"/>
                <a:gd name="connsiteX86" fmla="*/ 381491 w 1479897"/>
                <a:gd name="connsiteY86" fmla="*/ 30786 h 392112"/>
                <a:gd name="connsiteX87" fmla="*/ 381491 w 1479897"/>
                <a:gd name="connsiteY87" fmla="*/ 26897 h 392112"/>
                <a:gd name="connsiteX88" fmla="*/ 476215 w 1479897"/>
                <a:gd name="connsiteY88" fmla="*/ 5347 h 392112"/>
                <a:gd name="connsiteX89" fmla="*/ 26763 w 1479897"/>
                <a:gd name="connsiteY89" fmla="*/ 0 h 392112"/>
                <a:gd name="connsiteX90" fmla="*/ 27249 w 1479897"/>
                <a:gd name="connsiteY90" fmla="*/ 0 h 392112"/>
                <a:gd name="connsiteX91" fmla="*/ 197233 w 1479897"/>
                <a:gd name="connsiteY91" fmla="*/ 350633 h 392112"/>
                <a:gd name="connsiteX92" fmla="*/ 247028 w 1479897"/>
                <a:gd name="connsiteY92" fmla="*/ 381581 h 392112"/>
                <a:gd name="connsiteX93" fmla="*/ 247028 w 1479897"/>
                <a:gd name="connsiteY93" fmla="*/ 385307 h 392112"/>
                <a:gd name="connsiteX94" fmla="*/ 90344 w 1479897"/>
                <a:gd name="connsiteY94" fmla="*/ 385307 h 392112"/>
                <a:gd name="connsiteX95" fmla="*/ 90344 w 1479897"/>
                <a:gd name="connsiteY95" fmla="*/ 381581 h 392112"/>
                <a:gd name="connsiteX96" fmla="*/ 124244 w 1479897"/>
                <a:gd name="connsiteY96" fmla="*/ 350633 h 392112"/>
                <a:gd name="connsiteX97" fmla="*/ 0 w 1479897"/>
                <a:gd name="connsiteY97" fmla="*/ 94626 h 39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479897" h="392112">
                  <a:moveTo>
                    <a:pt x="353755" y="152308"/>
                  </a:moveTo>
                  <a:cubicBezTo>
                    <a:pt x="311908" y="152308"/>
                    <a:pt x="282226" y="195894"/>
                    <a:pt x="282226" y="266702"/>
                  </a:cubicBezTo>
                  <a:cubicBezTo>
                    <a:pt x="282226" y="337508"/>
                    <a:pt x="312070" y="381094"/>
                    <a:pt x="353755" y="381094"/>
                  </a:cubicBezTo>
                  <a:cubicBezTo>
                    <a:pt x="395440" y="381094"/>
                    <a:pt x="425123" y="337346"/>
                    <a:pt x="425285" y="266702"/>
                  </a:cubicBezTo>
                  <a:cubicBezTo>
                    <a:pt x="425285" y="195894"/>
                    <a:pt x="395440" y="152308"/>
                    <a:pt x="353755" y="152308"/>
                  </a:cubicBezTo>
                  <a:close/>
                  <a:moveTo>
                    <a:pt x="896795" y="148580"/>
                  </a:moveTo>
                  <a:cubicBezTo>
                    <a:pt x="852352" y="148580"/>
                    <a:pt x="831753" y="200268"/>
                    <a:pt x="831753" y="251145"/>
                  </a:cubicBezTo>
                  <a:lnTo>
                    <a:pt x="953726" y="251145"/>
                  </a:lnTo>
                  <a:lnTo>
                    <a:pt x="953726" y="250659"/>
                  </a:lnTo>
                  <a:cubicBezTo>
                    <a:pt x="953726" y="207235"/>
                    <a:pt x="939615" y="148580"/>
                    <a:pt x="896795" y="148580"/>
                  </a:cubicBezTo>
                  <a:close/>
                  <a:moveTo>
                    <a:pt x="500869" y="147123"/>
                  </a:moveTo>
                  <a:lnTo>
                    <a:pt x="621220" y="147123"/>
                  </a:lnTo>
                  <a:lnTo>
                    <a:pt x="621220" y="150849"/>
                  </a:lnTo>
                  <a:cubicBezTo>
                    <a:pt x="602081" y="152470"/>
                    <a:pt x="587969" y="162678"/>
                    <a:pt x="597377" y="181798"/>
                  </a:cubicBezTo>
                  <a:lnTo>
                    <a:pt x="664851" y="319523"/>
                  </a:lnTo>
                  <a:lnTo>
                    <a:pt x="729731" y="179367"/>
                  </a:lnTo>
                  <a:cubicBezTo>
                    <a:pt x="742869" y="151012"/>
                    <a:pt x="708483" y="151984"/>
                    <a:pt x="694533" y="150849"/>
                  </a:cubicBezTo>
                  <a:lnTo>
                    <a:pt x="694533" y="147123"/>
                  </a:lnTo>
                  <a:lnTo>
                    <a:pt x="782121" y="147123"/>
                  </a:lnTo>
                  <a:lnTo>
                    <a:pt x="782121" y="150849"/>
                  </a:lnTo>
                  <a:cubicBezTo>
                    <a:pt x="767847" y="151984"/>
                    <a:pt x="753898" y="159924"/>
                    <a:pt x="747248" y="173534"/>
                  </a:cubicBezTo>
                  <a:lnTo>
                    <a:pt x="649280" y="385307"/>
                  </a:lnTo>
                  <a:lnTo>
                    <a:pt x="639710" y="385307"/>
                  </a:lnTo>
                  <a:lnTo>
                    <a:pt x="539959" y="181798"/>
                  </a:lnTo>
                  <a:cubicBezTo>
                    <a:pt x="530876" y="163164"/>
                    <a:pt x="520333" y="152470"/>
                    <a:pt x="500869" y="150849"/>
                  </a:cubicBezTo>
                  <a:close/>
                  <a:moveTo>
                    <a:pt x="891928" y="141289"/>
                  </a:moveTo>
                  <a:cubicBezTo>
                    <a:pt x="969622" y="141289"/>
                    <a:pt x="1005143" y="207397"/>
                    <a:pt x="1005143" y="258437"/>
                  </a:cubicBezTo>
                  <a:lnTo>
                    <a:pt x="1005143" y="263136"/>
                  </a:lnTo>
                  <a:lnTo>
                    <a:pt x="831753" y="263136"/>
                  </a:lnTo>
                  <a:cubicBezTo>
                    <a:pt x="831753" y="313689"/>
                    <a:pt x="855271" y="363270"/>
                    <a:pt x="921448" y="362784"/>
                  </a:cubicBezTo>
                  <a:cubicBezTo>
                    <a:pt x="949671" y="362460"/>
                    <a:pt x="984382" y="347553"/>
                    <a:pt x="994762" y="327461"/>
                  </a:cubicBezTo>
                  <a:lnTo>
                    <a:pt x="998493" y="328271"/>
                  </a:lnTo>
                  <a:cubicBezTo>
                    <a:pt x="986328" y="361164"/>
                    <a:pt x="945617" y="392111"/>
                    <a:pt x="897930" y="392111"/>
                  </a:cubicBezTo>
                  <a:cubicBezTo>
                    <a:pt x="823643" y="392111"/>
                    <a:pt x="770604" y="334104"/>
                    <a:pt x="770604" y="264594"/>
                  </a:cubicBezTo>
                  <a:cubicBezTo>
                    <a:pt x="770604" y="201402"/>
                    <a:pt x="816506" y="141289"/>
                    <a:pt x="891928" y="141289"/>
                  </a:cubicBezTo>
                  <a:close/>
                  <a:moveTo>
                    <a:pt x="1191509" y="141128"/>
                  </a:moveTo>
                  <a:cubicBezTo>
                    <a:pt x="1240655" y="141128"/>
                    <a:pt x="1270012" y="173372"/>
                    <a:pt x="1269527" y="223439"/>
                  </a:cubicBezTo>
                  <a:lnTo>
                    <a:pt x="1269527" y="350633"/>
                  </a:lnTo>
                  <a:cubicBezTo>
                    <a:pt x="1269527" y="369753"/>
                    <a:pt x="1286557" y="379960"/>
                    <a:pt x="1307805" y="381581"/>
                  </a:cubicBezTo>
                  <a:lnTo>
                    <a:pt x="1307805" y="385307"/>
                  </a:lnTo>
                  <a:lnTo>
                    <a:pt x="1177235" y="385307"/>
                  </a:lnTo>
                  <a:lnTo>
                    <a:pt x="1177235" y="381581"/>
                  </a:lnTo>
                  <a:cubicBezTo>
                    <a:pt x="1197997" y="379960"/>
                    <a:pt x="1214704" y="369590"/>
                    <a:pt x="1214704" y="350471"/>
                  </a:cubicBezTo>
                  <a:lnTo>
                    <a:pt x="1214704" y="217282"/>
                  </a:lnTo>
                  <a:cubicBezTo>
                    <a:pt x="1214704" y="180987"/>
                    <a:pt x="1198159" y="156521"/>
                    <a:pt x="1172531" y="156521"/>
                  </a:cubicBezTo>
                  <a:cubicBezTo>
                    <a:pt x="1141228" y="156521"/>
                    <a:pt x="1104895" y="193626"/>
                    <a:pt x="1104895" y="246610"/>
                  </a:cubicBezTo>
                  <a:lnTo>
                    <a:pt x="1104895" y="350633"/>
                  </a:lnTo>
                  <a:cubicBezTo>
                    <a:pt x="1104895" y="369753"/>
                    <a:pt x="1121926" y="379960"/>
                    <a:pt x="1143174" y="381581"/>
                  </a:cubicBezTo>
                  <a:lnTo>
                    <a:pt x="1143174" y="385307"/>
                  </a:lnTo>
                  <a:lnTo>
                    <a:pt x="1012604" y="385307"/>
                  </a:lnTo>
                  <a:lnTo>
                    <a:pt x="1012604" y="381581"/>
                  </a:lnTo>
                  <a:cubicBezTo>
                    <a:pt x="1033365" y="379960"/>
                    <a:pt x="1050072" y="369753"/>
                    <a:pt x="1050072" y="350633"/>
                  </a:cubicBezTo>
                  <a:lnTo>
                    <a:pt x="1050072" y="193950"/>
                  </a:lnTo>
                  <a:cubicBezTo>
                    <a:pt x="1050072" y="158303"/>
                    <a:pt x="1033365" y="152470"/>
                    <a:pt x="1012604" y="150849"/>
                  </a:cubicBezTo>
                  <a:lnTo>
                    <a:pt x="1012604" y="147123"/>
                  </a:lnTo>
                  <a:lnTo>
                    <a:pt x="1105057" y="147123"/>
                  </a:lnTo>
                  <a:lnTo>
                    <a:pt x="1105057" y="195084"/>
                  </a:lnTo>
                  <a:cubicBezTo>
                    <a:pt x="1118195" y="166081"/>
                    <a:pt x="1146255" y="141128"/>
                    <a:pt x="1191509" y="141128"/>
                  </a:cubicBezTo>
                  <a:close/>
                  <a:moveTo>
                    <a:pt x="1392958" y="67404"/>
                  </a:moveTo>
                  <a:lnTo>
                    <a:pt x="1396689" y="67404"/>
                  </a:lnTo>
                  <a:lnTo>
                    <a:pt x="1396689" y="146961"/>
                  </a:lnTo>
                  <a:lnTo>
                    <a:pt x="1464650" y="146961"/>
                  </a:lnTo>
                  <a:lnTo>
                    <a:pt x="1464650" y="156520"/>
                  </a:lnTo>
                  <a:lnTo>
                    <a:pt x="1396689" y="156520"/>
                  </a:lnTo>
                  <a:lnTo>
                    <a:pt x="1396689" y="312555"/>
                  </a:lnTo>
                  <a:cubicBezTo>
                    <a:pt x="1396689" y="342693"/>
                    <a:pt x="1405123" y="365863"/>
                    <a:pt x="1437239" y="365863"/>
                  </a:cubicBezTo>
                  <a:cubicBezTo>
                    <a:pt x="1458487" y="365863"/>
                    <a:pt x="1471463" y="345933"/>
                    <a:pt x="1476166" y="327300"/>
                  </a:cubicBezTo>
                  <a:lnTo>
                    <a:pt x="1479897" y="328271"/>
                  </a:lnTo>
                  <a:cubicBezTo>
                    <a:pt x="1472760" y="363108"/>
                    <a:pt x="1442916" y="392111"/>
                    <a:pt x="1406259" y="392111"/>
                  </a:cubicBezTo>
                  <a:cubicBezTo>
                    <a:pt x="1362952" y="392111"/>
                    <a:pt x="1342353" y="365863"/>
                    <a:pt x="1342353" y="319036"/>
                  </a:cubicBezTo>
                  <a:lnTo>
                    <a:pt x="1342353" y="156520"/>
                  </a:lnTo>
                  <a:lnTo>
                    <a:pt x="1287692" y="156520"/>
                  </a:lnTo>
                  <a:lnTo>
                    <a:pt x="1287692" y="146961"/>
                  </a:lnTo>
                  <a:cubicBezTo>
                    <a:pt x="1348841" y="146961"/>
                    <a:pt x="1382416" y="110504"/>
                    <a:pt x="1392958" y="67404"/>
                  </a:cubicBezTo>
                  <a:close/>
                  <a:moveTo>
                    <a:pt x="476215" y="5347"/>
                  </a:moveTo>
                  <a:lnTo>
                    <a:pt x="476701" y="5347"/>
                  </a:lnTo>
                  <a:lnTo>
                    <a:pt x="476701" y="336374"/>
                  </a:lnTo>
                  <a:cubicBezTo>
                    <a:pt x="476701" y="373803"/>
                    <a:pt x="495354" y="379960"/>
                    <a:pt x="515791" y="381743"/>
                  </a:cubicBezTo>
                  <a:lnTo>
                    <a:pt x="515791" y="385469"/>
                  </a:lnTo>
                  <a:lnTo>
                    <a:pt x="420905" y="385469"/>
                  </a:lnTo>
                  <a:lnTo>
                    <a:pt x="420905" y="344476"/>
                  </a:lnTo>
                  <a:cubicBezTo>
                    <a:pt x="405821" y="374937"/>
                    <a:pt x="379545" y="392112"/>
                    <a:pt x="341915" y="392112"/>
                  </a:cubicBezTo>
                  <a:cubicBezTo>
                    <a:pt x="279144" y="392112"/>
                    <a:pt x="220915" y="344313"/>
                    <a:pt x="220915" y="266702"/>
                  </a:cubicBezTo>
                  <a:cubicBezTo>
                    <a:pt x="220915" y="189089"/>
                    <a:pt x="279144" y="141290"/>
                    <a:pt x="341915" y="141290"/>
                  </a:cubicBezTo>
                  <a:cubicBezTo>
                    <a:pt x="379545" y="141290"/>
                    <a:pt x="405821" y="158465"/>
                    <a:pt x="420905" y="188927"/>
                  </a:cubicBezTo>
                  <a:lnTo>
                    <a:pt x="420905" y="73886"/>
                  </a:lnTo>
                  <a:cubicBezTo>
                    <a:pt x="420905" y="38239"/>
                    <a:pt x="403388" y="32406"/>
                    <a:pt x="381491" y="30786"/>
                  </a:cubicBezTo>
                  <a:lnTo>
                    <a:pt x="381491" y="26897"/>
                  </a:lnTo>
                  <a:cubicBezTo>
                    <a:pt x="393494" y="26897"/>
                    <a:pt x="444587" y="29652"/>
                    <a:pt x="476215" y="5347"/>
                  </a:cubicBezTo>
                  <a:close/>
                  <a:moveTo>
                    <a:pt x="26763" y="0"/>
                  </a:moveTo>
                  <a:lnTo>
                    <a:pt x="27249" y="0"/>
                  </a:lnTo>
                  <a:lnTo>
                    <a:pt x="197233" y="350633"/>
                  </a:lnTo>
                  <a:cubicBezTo>
                    <a:pt x="206803" y="370401"/>
                    <a:pt x="222211" y="379960"/>
                    <a:pt x="247028" y="381581"/>
                  </a:cubicBezTo>
                  <a:lnTo>
                    <a:pt x="247028" y="385307"/>
                  </a:lnTo>
                  <a:lnTo>
                    <a:pt x="90344" y="385307"/>
                  </a:lnTo>
                  <a:lnTo>
                    <a:pt x="90344" y="381581"/>
                  </a:lnTo>
                  <a:cubicBezTo>
                    <a:pt x="114674" y="379960"/>
                    <a:pt x="134138" y="370887"/>
                    <a:pt x="124244" y="350633"/>
                  </a:cubicBezTo>
                  <a:lnTo>
                    <a:pt x="0" y="94626"/>
                  </a:lnTo>
                  <a:close/>
                </a:path>
              </a:pathLst>
            </a:custGeom>
            <a:solidFill>
              <a:schemeClr val="bg1"/>
            </a:solidFill>
            <a:ln w="1823" cap="flat">
              <a:noFill/>
              <a:prstDash val="solid"/>
              <a:miter/>
            </a:ln>
          </p:spPr>
          <p:txBody>
            <a:bodyPr wrap="square" rtlCol="0" anchor="ctr">
              <a:noAutofit/>
            </a:bodyPr>
            <a:lstStyle/>
            <a:p>
              <a:endParaRPr lang="en-US" b="0" i="0" noProof="0">
                <a:latin typeface="+mn-lt" panose="02000503000000020004" pitchFamily="2" charset="0"/>
              </a:endParaRPr>
            </a:p>
          </p:txBody>
        </p:sp>
        <p:sp>
          <p:nvSpPr>
            <p:cNvPr id="17" name="Freeform 16">
              <a:extLst>
                <a:ext uri="{FF2B5EF4-FFF2-40B4-BE49-F238E27FC236}">
                  <a16:creationId xmlns:a16="http://schemas.microsoft.com/office/drawing/2014/main" id="{21ADBF12-412F-65B9-CEE1-392AD0195A67}"/>
                </a:ext>
              </a:extLst>
            </p:cNvPr>
            <p:cNvSpPr/>
            <p:nvPr/>
          </p:nvSpPr>
          <p:spPr>
            <a:xfrm>
              <a:off x="493713" y="704668"/>
              <a:ext cx="162198" cy="162029"/>
            </a:xfrm>
            <a:custGeom>
              <a:avLst/>
              <a:gdLst>
                <a:gd name="connsiteX0" fmla="*/ 182947 w 182946"/>
                <a:gd name="connsiteY0" fmla="*/ 91378 h 182756"/>
                <a:gd name="connsiteX1" fmla="*/ 91473 w 182946"/>
                <a:gd name="connsiteY1" fmla="*/ 182757 h 182756"/>
                <a:gd name="connsiteX2" fmla="*/ 0 w 182946"/>
                <a:gd name="connsiteY2" fmla="*/ 91378 h 182756"/>
                <a:gd name="connsiteX3" fmla="*/ 91473 w 182946"/>
                <a:gd name="connsiteY3" fmla="*/ 0 h 182756"/>
                <a:gd name="connsiteX4" fmla="*/ 182947 w 182946"/>
                <a:gd name="connsiteY4" fmla="*/ 91378 h 18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46" h="182756">
                  <a:moveTo>
                    <a:pt x="182947" y="91378"/>
                  </a:moveTo>
                  <a:cubicBezTo>
                    <a:pt x="182947" y="141845"/>
                    <a:pt x="141993" y="182757"/>
                    <a:pt x="91473" y="182757"/>
                  </a:cubicBezTo>
                  <a:cubicBezTo>
                    <a:pt x="40954" y="182757"/>
                    <a:pt x="0" y="141845"/>
                    <a:pt x="0" y="91378"/>
                  </a:cubicBezTo>
                  <a:cubicBezTo>
                    <a:pt x="0" y="40912"/>
                    <a:pt x="40954" y="0"/>
                    <a:pt x="91473" y="0"/>
                  </a:cubicBezTo>
                  <a:cubicBezTo>
                    <a:pt x="141993" y="0"/>
                    <a:pt x="182947" y="40912"/>
                    <a:pt x="182947" y="91378"/>
                  </a:cubicBezTo>
                  <a:close/>
                </a:path>
              </a:pathLst>
            </a:custGeom>
            <a:solidFill>
              <a:srgbClr val="E1B523"/>
            </a:solidFill>
            <a:ln w="1823" cap="flat">
              <a:noFill/>
              <a:prstDash val="solid"/>
              <a:miter/>
            </a:ln>
          </p:spPr>
          <p:txBody>
            <a:bodyPr rtlCol="0" anchor="ctr"/>
            <a:lstStyle/>
            <a:p>
              <a:endParaRPr lang="en-US" b="0" i="0" noProof="0">
                <a:latin typeface="+mn-lt" panose="02000503000000020004" pitchFamily="2" charset="0"/>
              </a:endParaRPr>
            </a:p>
          </p:txBody>
        </p:sp>
      </p:grpSp>
      <p:sp>
        <p:nvSpPr>
          <p:cNvPr id="2" name="Title 1"/>
          <p:cNvSpPr>
            <a:spLocks noGrp="1"/>
          </p:cNvSpPr>
          <p:nvPr>
            <p:ph type="ctrTitle"/>
          </p:nvPr>
        </p:nvSpPr>
        <p:spPr>
          <a:xfrm>
            <a:off x="493713" y="1665963"/>
            <a:ext cx="9326562" cy="1990050"/>
          </a:xfrm>
        </p:spPr>
        <p:txBody>
          <a:bodyPr vert="horz" anchor="b">
            <a:noAutofit/>
          </a:bodyPr>
          <a:lstStyle>
            <a:lvl1pPr algn="l">
              <a:defRPr sz="6000">
                <a:solidFill>
                  <a:schemeClr val="bg1"/>
                </a:solidFill>
              </a:defRPr>
            </a:lvl1pPr>
          </a:lstStyle>
          <a:p>
            <a:r>
              <a:rPr lang="en-US" noProof="0"/>
              <a:t>Click to edit Master title style</a:t>
            </a:r>
          </a:p>
        </p:txBody>
      </p:sp>
      <p:sp>
        <p:nvSpPr>
          <p:cNvPr id="3" name="Subtitle 2"/>
          <p:cNvSpPr>
            <a:spLocks noGrp="1"/>
          </p:cNvSpPr>
          <p:nvPr>
            <p:ph type="subTitle" idx="1" hasCustomPrompt="1"/>
          </p:nvPr>
        </p:nvSpPr>
        <p:spPr>
          <a:xfrm>
            <a:off x="493713" y="3902868"/>
            <a:ext cx="9326561" cy="1655762"/>
          </a:xfrm>
        </p:spPr>
        <p:txBody>
          <a:bodyPr>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Text Placeholder 4">
            <a:extLst>
              <a:ext uri="{FF2B5EF4-FFF2-40B4-BE49-F238E27FC236}">
                <a16:creationId xmlns:a16="http://schemas.microsoft.com/office/drawing/2014/main" id="{F58650F3-919D-09CA-2EA4-4654381CEBCC}"/>
              </a:ext>
            </a:extLst>
          </p:cNvPr>
          <p:cNvSpPr>
            <a:spLocks noGrp="1"/>
          </p:cNvSpPr>
          <p:nvPr>
            <p:ph type="body" sz="quarter" idx="10" hasCustomPrompt="1"/>
          </p:nvPr>
        </p:nvSpPr>
        <p:spPr>
          <a:xfrm>
            <a:off x="493713" y="5599028"/>
            <a:ext cx="9326562" cy="392112"/>
          </a:xfrm>
        </p:spPr>
        <p:txBody>
          <a:bodyPr anchor="b" anchorCtr="0">
            <a:noAutofit/>
          </a:bodyPr>
          <a:lstStyle>
            <a:lvl1pPr>
              <a:defRPr sz="1400">
                <a:solidFill>
                  <a:schemeClr val="bg1"/>
                </a:solidFill>
              </a:defRPr>
            </a:lvl1pPr>
          </a:lstStyle>
          <a:p>
            <a:pPr lvl="0"/>
            <a:r>
              <a:rPr lang="en-US" noProof="0"/>
              <a:t>Month Year</a:t>
            </a:r>
          </a:p>
        </p:txBody>
      </p:sp>
    </p:spTree>
    <p:extLst>
      <p:ext uri="{BB962C8B-B14F-4D97-AF65-F5344CB8AC3E}">
        <p14:creationId xmlns:p14="http://schemas.microsoft.com/office/powerpoint/2010/main" val="361711229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Cover, Gradient 04">
    <p:bg>
      <p:bgPr>
        <a:gradFill>
          <a:gsLst>
            <a:gs pos="0">
              <a:srgbClr val="982B09"/>
            </a:gs>
            <a:gs pos="100000">
              <a:srgbClr val="FA6526"/>
            </a:gs>
          </a:gsLst>
          <a:lin ang="1800000" scaled="0"/>
        </a:gradFill>
        <a:effectLst/>
      </p:bgPr>
    </p:bg>
    <p:spTree>
      <p:nvGrpSpPr>
        <p:cNvPr id="1" name=""/>
        <p:cNvGrpSpPr/>
        <p:nvPr/>
      </p:nvGrpSpPr>
      <p:grpSpPr>
        <a:xfrm>
          <a:off x="0" y="0"/>
          <a:ext cx="0" cy="0"/>
          <a:chOff x="0" y="0"/>
          <a:chExt cx="0" cy="0"/>
        </a:xfrm>
      </p:grpSpPr>
      <p:graphicFrame>
        <p:nvGraphicFramePr>
          <p:cNvPr id="22" name="think-cell data - do not delete">
            <a:extLst>
              <a:ext uri="{FF2B5EF4-FFF2-40B4-BE49-F238E27FC236}">
                <a16:creationId xmlns:a16="http://schemas.microsoft.com/office/drawing/2014/main" id="{6AE05E1F-99D7-9921-A5BA-5EC558C8392F}"/>
              </a:ext>
            </a:extLst>
          </p:cNvPr>
          <p:cNvGraphicFramePr>
            <a:graphicFrameLocks noChangeAspect="1"/>
          </p:cNvGraphicFramePr>
          <p:nvPr>
            <p:custDataLst>
              <p:tags r:id="rId1"/>
            </p:custDataLst>
            <p:extLst>
              <p:ext uri="{D42A27DB-BD31-4B8C-83A1-F6EECF244321}">
                <p14:modId xmlns:p14="http://schemas.microsoft.com/office/powerpoint/2010/main" val="2023089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2" name="think-cell data - do not delete">
                        <a:extLst>
                          <a:ext uri="{FF2B5EF4-FFF2-40B4-BE49-F238E27FC236}">
                            <a16:creationId xmlns:a16="http://schemas.microsoft.com/office/drawing/2014/main" id="{6AE05E1F-99D7-9921-A5BA-5EC558C8392F}"/>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93713" y="1663701"/>
            <a:ext cx="9326561" cy="1992312"/>
          </a:xfrm>
        </p:spPr>
        <p:txBody>
          <a:bodyPr vert="horz" anchor="b">
            <a:noAutofit/>
          </a:bodyPr>
          <a:lstStyle>
            <a:lvl1pPr algn="l">
              <a:defRPr sz="6000">
                <a:solidFill>
                  <a:schemeClr val="bg1"/>
                </a:solidFill>
              </a:defRPr>
            </a:lvl1pPr>
          </a:lstStyle>
          <a:p>
            <a:r>
              <a:rPr lang="en-US" noProof="0"/>
              <a:t>Click to edit Master title style</a:t>
            </a:r>
          </a:p>
        </p:txBody>
      </p:sp>
      <p:sp>
        <p:nvSpPr>
          <p:cNvPr id="3" name="Subtitle 2"/>
          <p:cNvSpPr>
            <a:spLocks noGrp="1"/>
          </p:cNvSpPr>
          <p:nvPr>
            <p:ph type="subTitle" idx="1" hasCustomPrompt="1"/>
          </p:nvPr>
        </p:nvSpPr>
        <p:spPr>
          <a:xfrm>
            <a:off x="493713" y="3902868"/>
            <a:ext cx="9326561" cy="1655762"/>
          </a:xfrm>
        </p:spPr>
        <p:txBody>
          <a:bodyPr>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Text Placeholder 4">
            <a:extLst>
              <a:ext uri="{FF2B5EF4-FFF2-40B4-BE49-F238E27FC236}">
                <a16:creationId xmlns:a16="http://schemas.microsoft.com/office/drawing/2014/main" id="{65551D92-CD78-7202-5181-68FB726E00F5}"/>
              </a:ext>
            </a:extLst>
          </p:cNvPr>
          <p:cNvSpPr>
            <a:spLocks noGrp="1"/>
          </p:cNvSpPr>
          <p:nvPr>
            <p:ph type="body" sz="quarter" idx="10" hasCustomPrompt="1"/>
          </p:nvPr>
        </p:nvSpPr>
        <p:spPr>
          <a:xfrm>
            <a:off x="493713" y="5599028"/>
            <a:ext cx="9326562" cy="392112"/>
          </a:xfrm>
        </p:spPr>
        <p:txBody>
          <a:bodyPr anchor="b" anchorCtr="0">
            <a:noAutofit/>
          </a:bodyPr>
          <a:lstStyle>
            <a:lvl1pPr>
              <a:defRPr sz="1400">
                <a:solidFill>
                  <a:schemeClr val="bg1"/>
                </a:solidFill>
              </a:defRPr>
            </a:lvl1pPr>
          </a:lstStyle>
          <a:p>
            <a:pPr lvl="0"/>
            <a:r>
              <a:rPr lang="en-US" noProof="0"/>
              <a:t>Month Year</a:t>
            </a:r>
          </a:p>
        </p:txBody>
      </p:sp>
      <p:grpSp>
        <p:nvGrpSpPr>
          <p:cNvPr id="5" name="Logo">
            <a:extLst>
              <a:ext uri="{FF2B5EF4-FFF2-40B4-BE49-F238E27FC236}">
                <a16:creationId xmlns:a16="http://schemas.microsoft.com/office/drawing/2014/main" id="{3698CBF4-9898-929A-07FC-7F032003BD47}"/>
              </a:ext>
            </a:extLst>
          </p:cNvPr>
          <p:cNvGrpSpPr/>
          <p:nvPr/>
        </p:nvGrpSpPr>
        <p:grpSpPr>
          <a:xfrm>
            <a:off x="493713" y="474747"/>
            <a:ext cx="1621982" cy="392112"/>
            <a:chOff x="493713" y="474747"/>
            <a:chExt cx="1621982" cy="392112"/>
          </a:xfrm>
        </p:grpSpPr>
        <p:sp>
          <p:nvSpPr>
            <p:cNvPr id="6" name="Freeform 5">
              <a:extLst>
                <a:ext uri="{FF2B5EF4-FFF2-40B4-BE49-F238E27FC236}">
                  <a16:creationId xmlns:a16="http://schemas.microsoft.com/office/drawing/2014/main" id="{E34F36A6-149F-0611-39E8-D860956E255A}"/>
                </a:ext>
              </a:extLst>
            </p:cNvPr>
            <p:cNvSpPr/>
            <p:nvPr/>
          </p:nvSpPr>
          <p:spPr>
            <a:xfrm>
              <a:off x="635798" y="474747"/>
              <a:ext cx="1479897" cy="392112"/>
            </a:xfrm>
            <a:custGeom>
              <a:avLst/>
              <a:gdLst>
                <a:gd name="connsiteX0" fmla="*/ 353755 w 1479897"/>
                <a:gd name="connsiteY0" fmla="*/ 152308 h 392112"/>
                <a:gd name="connsiteX1" fmla="*/ 282226 w 1479897"/>
                <a:gd name="connsiteY1" fmla="*/ 266702 h 392112"/>
                <a:gd name="connsiteX2" fmla="*/ 353755 w 1479897"/>
                <a:gd name="connsiteY2" fmla="*/ 381094 h 392112"/>
                <a:gd name="connsiteX3" fmla="*/ 425285 w 1479897"/>
                <a:gd name="connsiteY3" fmla="*/ 266702 h 392112"/>
                <a:gd name="connsiteX4" fmla="*/ 353755 w 1479897"/>
                <a:gd name="connsiteY4" fmla="*/ 152308 h 392112"/>
                <a:gd name="connsiteX5" fmla="*/ 896795 w 1479897"/>
                <a:gd name="connsiteY5" fmla="*/ 148580 h 392112"/>
                <a:gd name="connsiteX6" fmla="*/ 831753 w 1479897"/>
                <a:gd name="connsiteY6" fmla="*/ 251145 h 392112"/>
                <a:gd name="connsiteX7" fmla="*/ 953726 w 1479897"/>
                <a:gd name="connsiteY7" fmla="*/ 251145 h 392112"/>
                <a:gd name="connsiteX8" fmla="*/ 953726 w 1479897"/>
                <a:gd name="connsiteY8" fmla="*/ 250659 h 392112"/>
                <a:gd name="connsiteX9" fmla="*/ 896795 w 1479897"/>
                <a:gd name="connsiteY9" fmla="*/ 148580 h 392112"/>
                <a:gd name="connsiteX10" fmla="*/ 500869 w 1479897"/>
                <a:gd name="connsiteY10" fmla="*/ 147123 h 392112"/>
                <a:gd name="connsiteX11" fmla="*/ 621220 w 1479897"/>
                <a:gd name="connsiteY11" fmla="*/ 147123 h 392112"/>
                <a:gd name="connsiteX12" fmla="*/ 621220 w 1479897"/>
                <a:gd name="connsiteY12" fmla="*/ 150849 h 392112"/>
                <a:gd name="connsiteX13" fmla="*/ 597377 w 1479897"/>
                <a:gd name="connsiteY13" fmla="*/ 181798 h 392112"/>
                <a:gd name="connsiteX14" fmla="*/ 664851 w 1479897"/>
                <a:gd name="connsiteY14" fmla="*/ 319523 h 392112"/>
                <a:gd name="connsiteX15" fmla="*/ 729731 w 1479897"/>
                <a:gd name="connsiteY15" fmla="*/ 179367 h 392112"/>
                <a:gd name="connsiteX16" fmla="*/ 694533 w 1479897"/>
                <a:gd name="connsiteY16" fmla="*/ 150849 h 392112"/>
                <a:gd name="connsiteX17" fmla="*/ 694533 w 1479897"/>
                <a:gd name="connsiteY17" fmla="*/ 147123 h 392112"/>
                <a:gd name="connsiteX18" fmla="*/ 782121 w 1479897"/>
                <a:gd name="connsiteY18" fmla="*/ 147123 h 392112"/>
                <a:gd name="connsiteX19" fmla="*/ 782121 w 1479897"/>
                <a:gd name="connsiteY19" fmla="*/ 150849 h 392112"/>
                <a:gd name="connsiteX20" fmla="*/ 747248 w 1479897"/>
                <a:gd name="connsiteY20" fmla="*/ 173534 h 392112"/>
                <a:gd name="connsiteX21" fmla="*/ 649280 w 1479897"/>
                <a:gd name="connsiteY21" fmla="*/ 385307 h 392112"/>
                <a:gd name="connsiteX22" fmla="*/ 639710 w 1479897"/>
                <a:gd name="connsiteY22" fmla="*/ 385307 h 392112"/>
                <a:gd name="connsiteX23" fmla="*/ 539959 w 1479897"/>
                <a:gd name="connsiteY23" fmla="*/ 181798 h 392112"/>
                <a:gd name="connsiteX24" fmla="*/ 500869 w 1479897"/>
                <a:gd name="connsiteY24" fmla="*/ 150849 h 392112"/>
                <a:gd name="connsiteX25" fmla="*/ 891928 w 1479897"/>
                <a:gd name="connsiteY25" fmla="*/ 141289 h 392112"/>
                <a:gd name="connsiteX26" fmla="*/ 1005143 w 1479897"/>
                <a:gd name="connsiteY26" fmla="*/ 258437 h 392112"/>
                <a:gd name="connsiteX27" fmla="*/ 1005143 w 1479897"/>
                <a:gd name="connsiteY27" fmla="*/ 263136 h 392112"/>
                <a:gd name="connsiteX28" fmla="*/ 831753 w 1479897"/>
                <a:gd name="connsiteY28" fmla="*/ 263136 h 392112"/>
                <a:gd name="connsiteX29" fmla="*/ 921448 w 1479897"/>
                <a:gd name="connsiteY29" fmla="*/ 362784 h 392112"/>
                <a:gd name="connsiteX30" fmla="*/ 994762 w 1479897"/>
                <a:gd name="connsiteY30" fmla="*/ 327461 h 392112"/>
                <a:gd name="connsiteX31" fmla="*/ 998493 w 1479897"/>
                <a:gd name="connsiteY31" fmla="*/ 328271 h 392112"/>
                <a:gd name="connsiteX32" fmla="*/ 897930 w 1479897"/>
                <a:gd name="connsiteY32" fmla="*/ 392111 h 392112"/>
                <a:gd name="connsiteX33" fmla="*/ 770604 w 1479897"/>
                <a:gd name="connsiteY33" fmla="*/ 264594 h 392112"/>
                <a:gd name="connsiteX34" fmla="*/ 891928 w 1479897"/>
                <a:gd name="connsiteY34" fmla="*/ 141289 h 392112"/>
                <a:gd name="connsiteX35" fmla="*/ 1191509 w 1479897"/>
                <a:gd name="connsiteY35" fmla="*/ 141128 h 392112"/>
                <a:gd name="connsiteX36" fmla="*/ 1269527 w 1479897"/>
                <a:gd name="connsiteY36" fmla="*/ 223439 h 392112"/>
                <a:gd name="connsiteX37" fmla="*/ 1269527 w 1479897"/>
                <a:gd name="connsiteY37" fmla="*/ 350633 h 392112"/>
                <a:gd name="connsiteX38" fmla="*/ 1307805 w 1479897"/>
                <a:gd name="connsiteY38" fmla="*/ 381581 h 392112"/>
                <a:gd name="connsiteX39" fmla="*/ 1307805 w 1479897"/>
                <a:gd name="connsiteY39" fmla="*/ 385307 h 392112"/>
                <a:gd name="connsiteX40" fmla="*/ 1177235 w 1479897"/>
                <a:gd name="connsiteY40" fmla="*/ 385307 h 392112"/>
                <a:gd name="connsiteX41" fmla="*/ 1177235 w 1479897"/>
                <a:gd name="connsiteY41" fmla="*/ 381581 h 392112"/>
                <a:gd name="connsiteX42" fmla="*/ 1214704 w 1479897"/>
                <a:gd name="connsiteY42" fmla="*/ 350471 h 392112"/>
                <a:gd name="connsiteX43" fmla="*/ 1214704 w 1479897"/>
                <a:gd name="connsiteY43" fmla="*/ 217282 h 392112"/>
                <a:gd name="connsiteX44" fmla="*/ 1172531 w 1479897"/>
                <a:gd name="connsiteY44" fmla="*/ 156521 h 392112"/>
                <a:gd name="connsiteX45" fmla="*/ 1104895 w 1479897"/>
                <a:gd name="connsiteY45" fmla="*/ 246610 h 392112"/>
                <a:gd name="connsiteX46" fmla="*/ 1104895 w 1479897"/>
                <a:gd name="connsiteY46" fmla="*/ 350633 h 392112"/>
                <a:gd name="connsiteX47" fmla="*/ 1143174 w 1479897"/>
                <a:gd name="connsiteY47" fmla="*/ 381581 h 392112"/>
                <a:gd name="connsiteX48" fmla="*/ 1143174 w 1479897"/>
                <a:gd name="connsiteY48" fmla="*/ 385307 h 392112"/>
                <a:gd name="connsiteX49" fmla="*/ 1012604 w 1479897"/>
                <a:gd name="connsiteY49" fmla="*/ 385307 h 392112"/>
                <a:gd name="connsiteX50" fmla="*/ 1012604 w 1479897"/>
                <a:gd name="connsiteY50" fmla="*/ 381581 h 392112"/>
                <a:gd name="connsiteX51" fmla="*/ 1050072 w 1479897"/>
                <a:gd name="connsiteY51" fmla="*/ 350633 h 392112"/>
                <a:gd name="connsiteX52" fmla="*/ 1050072 w 1479897"/>
                <a:gd name="connsiteY52" fmla="*/ 193950 h 392112"/>
                <a:gd name="connsiteX53" fmla="*/ 1012604 w 1479897"/>
                <a:gd name="connsiteY53" fmla="*/ 150849 h 392112"/>
                <a:gd name="connsiteX54" fmla="*/ 1012604 w 1479897"/>
                <a:gd name="connsiteY54" fmla="*/ 147123 h 392112"/>
                <a:gd name="connsiteX55" fmla="*/ 1105057 w 1479897"/>
                <a:gd name="connsiteY55" fmla="*/ 147123 h 392112"/>
                <a:gd name="connsiteX56" fmla="*/ 1105057 w 1479897"/>
                <a:gd name="connsiteY56" fmla="*/ 195084 h 392112"/>
                <a:gd name="connsiteX57" fmla="*/ 1191509 w 1479897"/>
                <a:gd name="connsiteY57" fmla="*/ 141128 h 392112"/>
                <a:gd name="connsiteX58" fmla="*/ 1392958 w 1479897"/>
                <a:gd name="connsiteY58" fmla="*/ 67404 h 392112"/>
                <a:gd name="connsiteX59" fmla="*/ 1396689 w 1479897"/>
                <a:gd name="connsiteY59" fmla="*/ 67404 h 392112"/>
                <a:gd name="connsiteX60" fmla="*/ 1396689 w 1479897"/>
                <a:gd name="connsiteY60" fmla="*/ 146961 h 392112"/>
                <a:gd name="connsiteX61" fmla="*/ 1464650 w 1479897"/>
                <a:gd name="connsiteY61" fmla="*/ 146961 h 392112"/>
                <a:gd name="connsiteX62" fmla="*/ 1464650 w 1479897"/>
                <a:gd name="connsiteY62" fmla="*/ 156520 h 392112"/>
                <a:gd name="connsiteX63" fmla="*/ 1396689 w 1479897"/>
                <a:gd name="connsiteY63" fmla="*/ 156520 h 392112"/>
                <a:gd name="connsiteX64" fmla="*/ 1396689 w 1479897"/>
                <a:gd name="connsiteY64" fmla="*/ 312555 h 392112"/>
                <a:gd name="connsiteX65" fmla="*/ 1437239 w 1479897"/>
                <a:gd name="connsiteY65" fmla="*/ 365863 h 392112"/>
                <a:gd name="connsiteX66" fmla="*/ 1476166 w 1479897"/>
                <a:gd name="connsiteY66" fmla="*/ 327300 h 392112"/>
                <a:gd name="connsiteX67" fmla="*/ 1479897 w 1479897"/>
                <a:gd name="connsiteY67" fmla="*/ 328271 h 392112"/>
                <a:gd name="connsiteX68" fmla="*/ 1406259 w 1479897"/>
                <a:gd name="connsiteY68" fmla="*/ 392111 h 392112"/>
                <a:gd name="connsiteX69" fmla="*/ 1342353 w 1479897"/>
                <a:gd name="connsiteY69" fmla="*/ 319036 h 392112"/>
                <a:gd name="connsiteX70" fmla="*/ 1342353 w 1479897"/>
                <a:gd name="connsiteY70" fmla="*/ 156520 h 392112"/>
                <a:gd name="connsiteX71" fmla="*/ 1287692 w 1479897"/>
                <a:gd name="connsiteY71" fmla="*/ 156520 h 392112"/>
                <a:gd name="connsiteX72" fmla="*/ 1287692 w 1479897"/>
                <a:gd name="connsiteY72" fmla="*/ 146961 h 392112"/>
                <a:gd name="connsiteX73" fmla="*/ 1392958 w 1479897"/>
                <a:gd name="connsiteY73" fmla="*/ 67404 h 392112"/>
                <a:gd name="connsiteX74" fmla="*/ 476215 w 1479897"/>
                <a:gd name="connsiteY74" fmla="*/ 5347 h 392112"/>
                <a:gd name="connsiteX75" fmla="*/ 476701 w 1479897"/>
                <a:gd name="connsiteY75" fmla="*/ 5347 h 392112"/>
                <a:gd name="connsiteX76" fmla="*/ 476701 w 1479897"/>
                <a:gd name="connsiteY76" fmla="*/ 336374 h 392112"/>
                <a:gd name="connsiteX77" fmla="*/ 515791 w 1479897"/>
                <a:gd name="connsiteY77" fmla="*/ 381743 h 392112"/>
                <a:gd name="connsiteX78" fmla="*/ 515791 w 1479897"/>
                <a:gd name="connsiteY78" fmla="*/ 385469 h 392112"/>
                <a:gd name="connsiteX79" fmla="*/ 420905 w 1479897"/>
                <a:gd name="connsiteY79" fmla="*/ 385469 h 392112"/>
                <a:gd name="connsiteX80" fmla="*/ 420905 w 1479897"/>
                <a:gd name="connsiteY80" fmla="*/ 344476 h 392112"/>
                <a:gd name="connsiteX81" fmla="*/ 341915 w 1479897"/>
                <a:gd name="connsiteY81" fmla="*/ 392112 h 392112"/>
                <a:gd name="connsiteX82" fmla="*/ 220915 w 1479897"/>
                <a:gd name="connsiteY82" fmla="*/ 266702 h 392112"/>
                <a:gd name="connsiteX83" fmla="*/ 341915 w 1479897"/>
                <a:gd name="connsiteY83" fmla="*/ 141290 h 392112"/>
                <a:gd name="connsiteX84" fmla="*/ 420905 w 1479897"/>
                <a:gd name="connsiteY84" fmla="*/ 188927 h 392112"/>
                <a:gd name="connsiteX85" fmla="*/ 420905 w 1479897"/>
                <a:gd name="connsiteY85" fmla="*/ 73886 h 392112"/>
                <a:gd name="connsiteX86" fmla="*/ 381491 w 1479897"/>
                <a:gd name="connsiteY86" fmla="*/ 30786 h 392112"/>
                <a:gd name="connsiteX87" fmla="*/ 381491 w 1479897"/>
                <a:gd name="connsiteY87" fmla="*/ 26897 h 392112"/>
                <a:gd name="connsiteX88" fmla="*/ 476215 w 1479897"/>
                <a:gd name="connsiteY88" fmla="*/ 5347 h 392112"/>
                <a:gd name="connsiteX89" fmla="*/ 26763 w 1479897"/>
                <a:gd name="connsiteY89" fmla="*/ 0 h 392112"/>
                <a:gd name="connsiteX90" fmla="*/ 27249 w 1479897"/>
                <a:gd name="connsiteY90" fmla="*/ 0 h 392112"/>
                <a:gd name="connsiteX91" fmla="*/ 197233 w 1479897"/>
                <a:gd name="connsiteY91" fmla="*/ 350633 h 392112"/>
                <a:gd name="connsiteX92" fmla="*/ 247028 w 1479897"/>
                <a:gd name="connsiteY92" fmla="*/ 381581 h 392112"/>
                <a:gd name="connsiteX93" fmla="*/ 247028 w 1479897"/>
                <a:gd name="connsiteY93" fmla="*/ 385307 h 392112"/>
                <a:gd name="connsiteX94" fmla="*/ 90344 w 1479897"/>
                <a:gd name="connsiteY94" fmla="*/ 385307 h 392112"/>
                <a:gd name="connsiteX95" fmla="*/ 90344 w 1479897"/>
                <a:gd name="connsiteY95" fmla="*/ 381581 h 392112"/>
                <a:gd name="connsiteX96" fmla="*/ 124244 w 1479897"/>
                <a:gd name="connsiteY96" fmla="*/ 350633 h 392112"/>
                <a:gd name="connsiteX97" fmla="*/ 0 w 1479897"/>
                <a:gd name="connsiteY97" fmla="*/ 94626 h 39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479897" h="392112">
                  <a:moveTo>
                    <a:pt x="353755" y="152308"/>
                  </a:moveTo>
                  <a:cubicBezTo>
                    <a:pt x="311908" y="152308"/>
                    <a:pt x="282226" y="195894"/>
                    <a:pt x="282226" y="266702"/>
                  </a:cubicBezTo>
                  <a:cubicBezTo>
                    <a:pt x="282226" y="337508"/>
                    <a:pt x="312070" y="381094"/>
                    <a:pt x="353755" y="381094"/>
                  </a:cubicBezTo>
                  <a:cubicBezTo>
                    <a:pt x="395440" y="381094"/>
                    <a:pt x="425123" y="337346"/>
                    <a:pt x="425285" y="266702"/>
                  </a:cubicBezTo>
                  <a:cubicBezTo>
                    <a:pt x="425285" y="195894"/>
                    <a:pt x="395440" y="152308"/>
                    <a:pt x="353755" y="152308"/>
                  </a:cubicBezTo>
                  <a:close/>
                  <a:moveTo>
                    <a:pt x="896795" y="148580"/>
                  </a:moveTo>
                  <a:cubicBezTo>
                    <a:pt x="852352" y="148580"/>
                    <a:pt x="831753" y="200268"/>
                    <a:pt x="831753" y="251145"/>
                  </a:cubicBezTo>
                  <a:lnTo>
                    <a:pt x="953726" y="251145"/>
                  </a:lnTo>
                  <a:lnTo>
                    <a:pt x="953726" y="250659"/>
                  </a:lnTo>
                  <a:cubicBezTo>
                    <a:pt x="953726" y="207235"/>
                    <a:pt x="939615" y="148580"/>
                    <a:pt x="896795" y="148580"/>
                  </a:cubicBezTo>
                  <a:close/>
                  <a:moveTo>
                    <a:pt x="500869" y="147123"/>
                  </a:moveTo>
                  <a:lnTo>
                    <a:pt x="621220" y="147123"/>
                  </a:lnTo>
                  <a:lnTo>
                    <a:pt x="621220" y="150849"/>
                  </a:lnTo>
                  <a:cubicBezTo>
                    <a:pt x="602081" y="152470"/>
                    <a:pt x="587969" y="162678"/>
                    <a:pt x="597377" y="181798"/>
                  </a:cubicBezTo>
                  <a:lnTo>
                    <a:pt x="664851" y="319523"/>
                  </a:lnTo>
                  <a:lnTo>
                    <a:pt x="729731" y="179367"/>
                  </a:lnTo>
                  <a:cubicBezTo>
                    <a:pt x="742869" y="151012"/>
                    <a:pt x="708483" y="151984"/>
                    <a:pt x="694533" y="150849"/>
                  </a:cubicBezTo>
                  <a:lnTo>
                    <a:pt x="694533" y="147123"/>
                  </a:lnTo>
                  <a:lnTo>
                    <a:pt x="782121" y="147123"/>
                  </a:lnTo>
                  <a:lnTo>
                    <a:pt x="782121" y="150849"/>
                  </a:lnTo>
                  <a:cubicBezTo>
                    <a:pt x="767847" y="151984"/>
                    <a:pt x="753898" y="159924"/>
                    <a:pt x="747248" y="173534"/>
                  </a:cubicBezTo>
                  <a:lnTo>
                    <a:pt x="649280" y="385307"/>
                  </a:lnTo>
                  <a:lnTo>
                    <a:pt x="639710" y="385307"/>
                  </a:lnTo>
                  <a:lnTo>
                    <a:pt x="539959" y="181798"/>
                  </a:lnTo>
                  <a:cubicBezTo>
                    <a:pt x="530876" y="163164"/>
                    <a:pt x="520333" y="152470"/>
                    <a:pt x="500869" y="150849"/>
                  </a:cubicBezTo>
                  <a:close/>
                  <a:moveTo>
                    <a:pt x="891928" y="141289"/>
                  </a:moveTo>
                  <a:cubicBezTo>
                    <a:pt x="969622" y="141289"/>
                    <a:pt x="1005143" y="207397"/>
                    <a:pt x="1005143" y="258437"/>
                  </a:cubicBezTo>
                  <a:lnTo>
                    <a:pt x="1005143" y="263136"/>
                  </a:lnTo>
                  <a:lnTo>
                    <a:pt x="831753" y="263136"/>
                  </a:lnTo>
                  <a:cubicBezTo>
                    <a:pt x="831753" y="313689"/>
                    <a:pt x="855271" y="363270"/>
                    <a:pt x="921448" y="362784"/>
                  </a:cubicBezTo>
                  <a:cubicBezTo>
                    <a:pt x="949671" y="362460"/>
                    <a:pt x="984382" y="347553"/>
                    <a:pt x="994762" y="327461"/>
                  </a:cubicBezTo>
                  <a:lnTo>
                    <a:pt x="998493" y="328271"/>
                  </a:lnTo>
                  <a:cubicBezTo>
                    <a:pt x="986328" y="361164"/>
                    <a:pt x="945617" y="392111"/>
                    <a:pt x="897930" y="392111"/>
                  </a:cubicBezTo>
                  <a:cubicBezTo>
                    <a:pt x="823643" y="392111"/>
                    <a:pt x="770604" y="334104"/>
                    <a:pt x="770604" y="264594"/>
                  </a:cubicBezTo>
                  <a:cubicBezTo>
                    <a:pt x="770604" y="201402"/>
                    <a:pt x="816506" y="141289"/>
                    <a:pt x="891928" y="141289"/>
                  </a:cubicBezTo>
                  <a:close/>
                  <a:moveTo>
                    <a:pt x="1191509" y="141128"/>
                  </a:moveTo>
                  <a:cubicBezTo>
                    <a:pt x="1240655" y="141128"/>
                    <a:pt x="1270012" y="173372"/>
                    <a:pt x="1269527" y="223439"/>
                  </a:cubicBezTo>
                  <a:lnTo>
                    <a:pt x="1269527" y="350633"/>
                  </a:lnTo>
                  <a:cubicBezTo>
                    <a:pt x="1269527" y="369753"/>
                    <a:pt x="1286557" y="379960"/>
                    <a:pt x="1307805" y="381581"/>
                  </a:cubicBezTo>
                  <a:lnTo>
                    <a:pt x="1307805" y="385307"/>
                  </a:lnTo>
                  <a:lnTo>
                    <a:pt x="1177235" y="385307"/>
                  </a:lnTo>
                  <a:lnTo>
                    <a:pt x="1177235" y="381581"/>
                  </a:lnTo>
                  <a:cubicBezTo>
                    <a:pt x="1197997" y="379960"/>
                    <a:pt x="1214704" y="369590"/>
                    <a:pt x="1214704" y="350471"/>
                  </a:cubicBezTo>
                  <a:lnTo>
                    <a:pt x="1214704" y="217282"/>
                  </a:lnTo>
                  <a:cubicBezTo>
                    <a:pt x="1214704" y="180987"/>
                    <a:pt x="1198159" y="156521"/>
                    <a:pt x="1172531" y="156521"/>
                  </a:cubicBezTo>
                  <a:cubicBezTo>
                    <a:pt x="1141228" y="156521"/>
                    <a:pt x="1104895" y="193626"/>
                    <a:pt x="1104895" y="246610"/>
                  </a:cubicBezTo>
                  <a:lnTo>
                    <a:pt x="1104895" y="350633"/>
                  </a:lnTo>
                  <a:cubicBezTo>
                    <a:pt x="1104895" y="369753"/>
                    <a:pt x="1121926" y="379960"/>
                    <a:pt x="1143174" y="381581"/>
                  </a:cubicBezTo>
                  <a:lnTo>
                    <a:pt x="1143174" y="385307"/>
                  </a:lnTo>
                  <a:lnTo>
                    <a:pt x="1012604" y="385307"/>
                  </a:lnTo>
                  <a:lnTo>
                    <a:pt x="1012604" y="381581"/>
                  </a:lnTo>
                  <a:cubicBezTo>
                    <a:pt x="1033365" y="379960"/>
                    <a:pt x="1050072" y="369753"/>
                    <a:pt x="1050072" y="350633"/>
                  </a:cubicBezTo>
                  <a:lnTo>
                    <a:pt x="1050072" y="193950"/>
                  </a:lnTo>
                  <a:cubicBezTo>
                    <a:pt x="1050072" y="158303"/>
                    <a:pt x="1033365" y="152470"/>
                    <a:pt x="1012604" y="150849"/>
                  </a:cubicBezTo>
                  <a:lnTo>
                    <a:pt x="1012604" y="147123"/>
                  </a:lnTo>
                  <a:lnTo>
                    <a:pt x="1105057" y="147123"/>
                  </a:lnTo>
                  <a:lnTo>
                    <a:pt x="1105057" y="195084"/>
                  </a:lnTo>
                  <a:cubicBezTo>
                    <a:pt x="1118195" y="166081"/>
                    <a:pt x="1146255" y="141128"/>
                    <a:pt x="1191509" y="141128"/>
                  </a:cubicBezTo>
                  <a:close/>
                  <a:moveTo>
                    <a:pt x="1392958" y="67404"/>
                  </a:moveTo>
                  <a:lnTo>
                    <a:pt x="1396689" y="67404"/>
                  </a:lnTo>
                  <a:lnTo>
                    <a:pt x="1396689" y="146961"/>
                  </a:lnTo>
                  <a:lnTo>
                    <a:pt x="1464650" y="146961"/>
                  </a:lnTo>
                  <a:lnTo>
                    <a:pt x="1464650" y="156520"/>
                  </a:lnTo>
                  <a:lnTo>
                    <a:pt x="1396689" y="156520"/>
                  </a:lnTo>
                  <a:lnTo>
                    <a:pt x="1396689" y="312555"/>
                  </a:lnTo>
                  <a:cubicBezTo>
                    <a:pt x="1396689" y="342693"/>
                    <a:pt x="1405123" y="365863"/>
                    <a:pt x="1437239" y="365863"/>
                  </a:cubicBezTo>
                  <a:cubicBezTo>
                    <a:pt x="1458487" y="365863"/>
                    <a:pt x="1471463" y="345933"/>
                    <a:pt x="1476166" y="327300"/>
                  </a:cubicBezTo>
                  <a:lnTo>
                    <a:pt x="1479897" y="328271"/>
                  </a:lnTo>
                  <a:cubicBezTo>
                    <a:pt x="1472760" y="363108"/>
                    <a:pt x="1442916" y="392111"/>
                    <a:pt x="1406259" y="392111"/>
                  </a:cubicBezTo>
                  <a:cubicBezTo>
                    <a:pt x="1362952" y="392111"/>
                    <a:pt x="1342353" y="365863"/>
                    <a:pt x="1342353" y="319036"/>
                  </a:cubicBezTo>
                  <a:lnTo>
                    <a:pt x="1342353" y="156520"/>
                  </a:lnTo>
                  <a:lnTo>
                    <a:pt x="1287692" y="156520"/>
                  </a:lnTo>
                  <a:lnTo>
                    <a:pt x="1287692" y="146961"/>
                  </a:lnTo>
                  <a:cubicBezTo>
                    <a:pt x="1348841" y="146961"/>
                    <a:pt x="1382416" y="110504"/>
                    <a:pt x="1392958" y="67404"/>
                  </a:cubicBezTo>
                  <a:close/>
                  <a:moveTo>
                    <a:pt x="476215" y="5347"/>
                  </a:moveTo>
                  <a:lnTo>
                    <a:pt x="476701" y="5347"/>
                  </a:lnTo>
                  <a:lnTo>
                    <a:pt x="476701" y="336374"/>
                  </a:lnTo>
                  <a:cubicBezTo>
                    <a:pt x="476701" y="373803"/>
                    <a:pt x="495354" y="379960"/>
                    <a:pt x="515791" y="381743"/>
                  </a:cubicBezTo>
                  <a:lnTo>
                    <a:pt x="515791" y="385469"/>
                  </a:lnTo>
                  <a:lnTo>
                    <a:pt x="420905" y="385469"/>
                  </a:lnTo>
                  <a:lnTo>
                    <a:pt x="420905" y="344476"/>
                  </a:lnTo>
                  <a:cubicBezTo>
                    <a:pt x="405821" y="374937"/>
                    <a:pt x="379545" y="392112"/>
                    <a:pt x="341915" y="392112"/>
                  </a:cubicBezTo>
                  <a:cubicBezTo>
                    <a:pt x="279144" y="392112"/>
                    <a:pt x="220915" y="344313"/>
                    <a:pt x="220915" y="266702"/>
                  </a:cubicBezTo>
                  <a:cubicBezTo>
                    <a:pt x="220915" y="189089"/>
                    <a:pt x="279144" y="141290"/>
                    <a:pt x="341915" y="141290"/>
                  </a:cubicBezTo>
                  <a:cubicBezTo>
                    <a:pt x="379545" y="141290"/>
                    <a:pt x="405821" y="158465"/>
                    <a:pt x="420905" y="188927"/>
                  </a:cubicBezTo>
                  <a:lnTo>
                    <a:pt x="420905" y="73886"/>
                  </a:lnTo>
                  <a:cubicBezTo>
                    <a:pt x="420905" y="38239"/>
                    <a:pt x="403388" y="32406"/>
                    <a:pt x="381491" y="30786"/>
                  </a:cubicBezTo>
                  <a:lnTo>
                    <a:pt x="381491" y="26897"/>
                  </a:lnTo>
                  <a:cubicBezTo>
                    <a:pt x="393494" y="26897"/>
                    <a:pt x="444587" y="29652"/>
                    <a:pt x="476215" y="5347"/>
                  </a:cubicBezTo>
                  <a:close/>
                  <a:moveTo>
                    <a:pt x="26763" y="0"/>
                  </a:moveTo>
                  <a:lnTo>
                    <a:pt x="27249" y="0"/>
                  </a:lnTo>
                  <a:lnTo>
                    <a:pt x="197233" y="350633"/>
                  </a:lnTo>
                  <a:cubicBezTo>
                    <a:pt x="206803" y="370401"/>
                    <a:pt x="222211" y="379960"/>
                    <a:pt x="247028" y="381581"/>
                  </a:cubicBezTo>
                  <a:lnTo>
                    <a:pt x="247028" y="385307"/>
                  </a:lnTo>
                  <a:lnTo>
                    <a:pt x="90344" y="385307"/>
                  </a:lnTo>
                  <a:lnTo>
                    <a:pt x="90344" y="381581"/>
                  </a:lnTo>
                  <a:cubicBezTo>
                    <a:pt x="114674" y="379960"/>
                    <a:pt x="134138" y="370887"/>
                    <a:pt x="124244" y="350633"/>
                  </a:cubicBezTo>
                  <a:lnTo>
                    <a:pt x="0" y="94626"/>
                  </a:lnTo>
                  <a:close/>
                </a:path>
              </a:pathLst>
            </a:custGeom>
            <a:solidFill>
              <a:schemeClr val="bg1"/>
            </a:solidFill>
            <a:ln w="1823" cap="flat">
              <a:noFill/>
              <a:prstDash val="solid"/>
              <a:miter/>
            </a:ln>
          </p:spPr>
          <p:txBody>
            <a:bodyPr wrap="square" rtlCol="0" anchor="ctr">
              <a:noAutofit/>
            </a:bodyPr>
            <a:lstStyle/>
            <a:p>
              <a:endParaRPr lang="en-US" b="0" i="0">
                <a:latin typeface="+mn-lt" panose="02000503000000020004" pitchFamily="2" charset="0"/>
              </a:endParaRPr>
            </a:p>
          </p:txBody>
        </p:sp>
        <p:sp>
          <p:nvSpPr>
            <p:cNvPr id="7" name="Freeform 6">
              <a:extLst>
                <a:ext uri="{FF2B5EF4-FFF2-40B4-BE49-F238E27FC236}">
                  <a16:creationId xmlns:a16="http://schemas.microsoft.com/office/drawing/2014/main" id="{D3058213-F812-F565-9DB9-865410E18D13}"/>
                </a:ext>
              </a:extLst>
            </p:cNvPr>
            <p:cNvSpPr/>
            <p:nvPr/>
          </p:nvSpPr>
          <p:spPr>
            <a:xfrm>
              <a:off x="493713" y="704668"/>
              <a:ext cx="162198" cy="162029"/>
            </a:xfrm>
            <a:custGeom>
              <a:avLst/>
              <a:gdLst>
                <a:gd name="connsiteX0" fmla="*/ 182947 w 182946"/>
                <a:gd name="connsiteY0" fmla="*/ 91378 h 182756"/>
                <a:gd name="connsiteX1" fmla="*/ 91473 w 182946"/>
                <a:gd name="connsiteY1" fmla="*/ 182757 h 182756"/>
                <a:gd name="connsiteX2" fmla="*/ 0 w 182946"/>
                <a:gd name="connsiteY2" fmla="*/ 91378 h 182756"/>
                <a:gd name="connsiteX3" fmla="*/ 91473 w 182946"/>
                <a:gd name="connsiteY3" fmla="*/ 0 h 182756"/>
                <a:gd name="connsiteX4" fmla="*/ 182947 w 182946"/>
                <a:gd name="connsiteY4" fmla="*/ 91378 h 18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46" h="182756">
                  <a:moveTo>
                    <a:pt x="182947" y="91378"/>
                  </a:moveTo>
                  <a:cubicBezTo>
                    <a:pt x="182947" y="141845"/>
                    <a:pt x="141993" y="182757"/>
                    <a:pt x="91473" y="182757"/>
                  </a:cubicBezTo>
                  <a:cubicBezTo>
                    <a:pt x="40954" y="182757"/>
                    <a:pt x="0" y="141845"/>
                    <a:pt x="0" y="91378"/>
                  </a:cubicBezTo>
                  <a:cubicBezTo>
                    <a:pt x="0" y="40912"/>
                    <a:pt x="40954" y="0"/>
                    <a:pt x="91473" y="0"/>
                  </a:cubicBezTo>
                  <a:cubicBezTo>
                    <a:pt x="141993" y="0"/>
                    <a:pt x="182947" y="40912"/>
                    <a:pt x="182947" y="91378"/>
                  </a:cubicBezTo>
                  <a:close/>
                </a:path>
              </a:pathLst>
            </a:custGeom>
            <a:solidFill>
              <a:srgbClr val="E1B523"/>
            </a:solidFill>
            <a:ln w="1823" cap="flat">
              <a:noFill/>
              <a:prstDash val="solid"/>
              <a:miter/>
            </a:ln>
          </p:spPr>
          <p:txBody>
            <a:bodyPr rtlCol="0" anchor="ctr"/>
            <a:lstStyle/>
            <a:p>
              <a:endParaRPr lang="en-US" b="0" i="0">
                <a:latin typeface="+mn-lt" panose="02000503000000020004" pitchFamily="2" charset="0"/>
              </a:endParaRPr>
            </a:p>
          </p:txBody>
        </p:sp>
      </p:grpSp>
    </p:spTree>
    <p:extLst>
      <p:ext uri="{BB962C8B-B14F-4D97-AF65-F5344CB8AC3E}">
        <p14:creationId xmlns:p14="http://schemas.microsoft.com/office/powerpoint/2010/main" val="73369120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Cover, Gradient 05">
    <p:bg>
      <p:bgPr>
        <a:gradFill>
          <a:gsLst>
            <a:gs pos="0">
              <a:srgbClr val="AA5200"/>
            </a:gs>
            <a:gs pos="100000">
              <a:srgbClr val="FF9600"/>
            </a:gs>
          </a:gsLst>
          <a:lin ang="1800000" scaled="0"/>
        </a:gradFill>
        <a:effectLst/>
      </p:bgPr>
    </p:bg>
    <p:spTree>
      <p:nvGrpSpPr>
        <p:cNvPr id="1" name=""/>
        <p:cNvGrpSpPr/>
        <p:nvPr/>
      </p:nvGrpSpPr>
      <p:grpSpPr>
        <a:xfrm>
          <a:off x="0" y="0"/>
          <a:ext cx="0" cy="0"/>
          <a:chOff x="0" y="0"/>
          <a:chExt cx="0" cy="0"/>
        </a:xfrm>
      </p:grpSpPr>
      <p:graphicFrame>
        <p:nvGraphicFramePr>
          <p:cNvPr id="22" name="think-cell data - do not delete">
            <a:extLst>
              <a:ext uri="{FF2B5EF4-FFF2-40B4-BE49-F238E27FC236}">
                <a16:creationId xmlns:a16="http://schemas.microsoft.com/office/drawing/2014/main" id="{97764318-0B44-CC83-BF2E-36B4247253E8}"/>
              </a:ext>
            </a:extLst>
          </p:cNvPr>
          <p:cNvGraphicFramePr>
            <a:graphicFrameLocks noChangeAspect="1"/>
          </p:cNvGraphicFramePr>
          <p:nvPr>
            <p:custDataLst>
              <p:tags r:id="rId1"/>
            </p:custDataLst>
            <p:extLst>
              <p:ext uri="{D42A27DB-BD31-4B8C-83A1-F6EECF244321}">
                <p14:modId xmlns:p14="http://schemas.microsoft.com/office/powerpoint/2010/main" val="129793948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2" name="think-cell data - do not delete">
                        <a:extLst>
                          <a:ext uri="{FF2B5EF4-FFF2-40B4-BE49-F238E27FC236}">
                            <a16:creationId xmlns:a16="http://schemas.microsoft.com/office/drawing/2014/main" id="{97764318-0B44-CC83-BF2E-36B4247253E8}"/>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pSp>
        <p:nvGrpSpPr>
          <p:cNvPr id="24" name="Logo">
            <a:extLst>
              <a:ext uri="{FF2B5EF4-FFF2-40B4-BE49-F238E27FC236}">
                <a16:creationId xmlns:a16="http://schemas.microsoft.com/office/drawing/2014/main" id="{0E4B67D2-69A2-0C2F-4A19-B1FB958E85A3}"/>
              </a:ext>
            </a:extLst>
          </p:cNvPr>
          <p:cNvGrpSpPr/>
          <p:nvPr/>
        </p:nvGrpSpPr>
        <p:grpSpPr>
          <a:xfrm>
            <a:off x="493713" y="474747"/>
            <a:ext cx="1621982" cy="392112"/>
            <a:chOff x="493713" y="474747"/>
            <a:chExt cx="1621982" cy="392112"/>
          </a:xfrm>
        </p:grpSpPr>
        <p:sp>
          <p:nvSpPr>
            <p:cNvPr id="25" name="Freeform 24">
              <a:extLst>
                <a:ext uri="{FF2B5EF4-FFF2-40B4-BE49-F238E27FC236}">
                  <a16:creationId xmlns:a16="http://schemas.microsoft.com/office/drawing/2014/main" id="{604C67AF-724D-4113-29A8-89B198085DCB}"/>
                </a:ext>
              </a:extLst>
            </p:cNvPr>
            <p:cNvSpPr/>
            <p:nvPr/>
          </p:nvSpPr>
          <p:spPr>
            <a:xfrm>
              <a:off x="635798" y="474747"/>
              <a:ext cx="1479897" cy="392112"/>
            </a:xfrm>
            <a:custGeom>
              <a:avLst/>
              <a:gdLst>
                <a:gd name="connsiteX0" fmla="*/ 353755 w 1479897"/>
                <a:gd name="connsiteY0" fmla="*/ 152308 h 392112"/>
                <a:gd name="connsiteX1" fmla="*/ 282226 w 1479897"/>
                <a:gd name="connsiteY1" fmla="*/ 266702 h 392112"/>
                <a:gd name="connsiteX2" fmla="*/ 353755 w 1479897"/>
                <a:gd name="connsiteY2" fmla="*/ 381094 h 392112"/>
                <a:gd name="connsiteX3" fmla="*/ 425285 w 1479897"/>
                <a:gd name="connsiteY3" fmla="*/ 266702 h 392112"/>
                <a:gd name="connsiteX4" fmla="*/ 353755 w 1479897"/>
                <a:gd name="connsiteY4" fmla="*/ 152308 h 392112"/>
                <a:gd name="connsiteX5" fmla="*/ 896795 w 1479897"/>
                <a:gd name="connsiteY5" fmla="*/ 148580 h 392112"/>
                <a:gd name="connsiteX6" fmla="*/ 831753 w 1479897"/>
                <a:gd name="connsiteY6" fmla="*/ 251145 h 392112"/>
                <a:gd name="connsiteX7" fmla="*/ 953726 w 1479897"/>
                <a:gd name="connsiteY7" fmla="*/ 251145 h 392112"/>
                <a:gd name="connsiteX8" fmla="*/ 953726 w 1479897"/>
                <a:gd name="connsiteY8" fmla="*/ 250659 h 392112"/>
                <a:gd name="connsiteX9" fmla="*/ 896795 w 1479897"/>
                <a:gd name="connsiteY9" fmla="*/ 148580 h 392112"/>
                <a:gd name="connsiteX10" fmla="*/ 500869 w 1479897"/>
                <a:gd name="connsiteY10" fmla="*/ 147123 h 392112"/>
                <a:gd name="connsiteX11" fmla="*/ 621220 w 1479897"/>
                <a:gd name="connsiteY11" fmla="*/ 147123 h 392112"/>
                <a:gd name="connsiteX12" fmla="*/ 621220 w 1479897"/>
                <a:gd name="connsiteY12" fmla="*/ 150849 h 392112"/>
                <a:gd name="connsiteX13" fmla="*/ 597377 w 1479897"/>
                <a:gd name="connsiteY13" fmla="*/ 181798 h 392112"/>
                <a:gd name="connsiteX14" fmla="*/ 664851 w 1479897"/>
                <a:gd name="connsiteY14" fmla="*/ 319523 h 392112"/>
                <a:gd name="connsiteX15" fmla="*/ 729731 w 1479897"/>
                <a:gd name="connsiteY15" fmla="*/ 179367 h 392112"/>
                <a:gd name="connsiteX16" fmla="*/ 694533 w 1479897"/>
                <a:gd name="connsiteY16" fmla="*/ 150849 h 392112"/>
                <a:gd name="connsiteX17" fmla="*/ 694533 w 1479897"/>
                <a:gd name="connsiteY17" fmla="*/ 147123 h 392112"/>
                <a:gd name="connsiteX18" fmla="*/ 782121 w 1479897"/>
                <a:gd name="connsiteY18" fmla="*/ 147123 h 392112"/>
                <a:gd name="connsiteX19" fmla="*/ 782121 w 1479897"/>
                <a:gd name="connsiteY19" fmla="*/ 150849 h 392112"/>
                <a:gd name="connsiteX20" fmla="*/ 747248 w 1479897"/>
                <a:gd name="connsiteY20" fmla="*/ 173534 h 392112"/>
                <a:gd name="connsiteX21" fmla="*/ 649280 w 1479897"/>
                <a:gd name="connsiteY21" fmla="*/ 385307 h 392112"/>
                <a:gd name="connsiteX22" fmla="*/ 639710 w 1479897"/>
                <a:gd name="connsiteY22" fmla="*/ 385307 h 392112"/>
                <a:gd name="connsiteX23" fmla="*/ 539959 w 1479897"/>
                <a:gd name="connsiteY23" fmla="*/ 181798 h 392112"/>
                <a:gd name="connsiteX24" fmla="*/ 500869 w 1479897"/>
                <a:gd name="connsiteY24" fmla="*/ 150849 h 392112"/>
                <a:gd name="connsiteX25" fmla="*/ 891928 w 1479897"/>
                <a:gd name="connsiteY25" fmla="*/ 141289 h 392112"/>
                <a:gd name="connsiteX26" fmla="*/ 1005143 w 1479897"/>
                <a:gd name="connsiteY26" fmla="*/ 258437 h 392112"/>
                <a:gd name="connsiteX27" fmla="*/ 1005143 w 1479897"/>
                <a:gd name="connsiteY27" fmla="*/ 263136 h 392112"/>
                <a:gd name="connsiteX28" fmla="*/ 831753 w 1479897"/>
                <a:gd name="connsiteY28" fmla="*/ 263136 h 392112"/>
                <a:gd name="connsiteX29" fmla="*/ 921448 w 1479897"/>
                <a:gd name="connsiteY29" fmla="*/ 362784 h 392112"/>
                <a:gd name="connsiteX30" fmla="*/ 994762 w 1479897"/>
                <a:gd name="connsiteY30" fmla="*/ 327461 h 392112"/>
                <a:gd name="connsiteX31" fmla="*/ 998493 w 1479897"/>
                <a:gd name="connsiteY31" fmla="*/ 328271 h 392112"/>
                <a:gd name="connsiteX32" fmla="*/ 897930 w 1479897"/>
                <a:gd name="connsiteY32" fmla="*/ 392111 h 392112"/>
                <a:gd name="connsiteX33" fmla="*/ 770604 w 1479897"/>
                <a:gd name="connsiteY33" fmla="*/ 264594 h 392112"/>
                <a:gd name="connsiteX34" fmla="*/ 891928 w 1479897"/>
                <a:gd name="connsiteY34" fmla="*/ 141289 h 392112"/>
                <a:gd name="connsiteX35" fmla="*/ 1191509 w 1479897"/>
                <a:gd name="connsiteY35" fmla="*/ 141128 h 392112"/>
                <a:gd name="connsiteX36" fmla="*/ 1269527 w 1479897"/>
                <a:gd name="connsiteY36" fmla="*/ 223439 h 392112"/>
                <a:gd name="connsiteX37" fmla="*/ 1269527 w 1479897"/>
                <a:gd name="connsiteY37" fmla="*/ 350633 h 392112"/>
                <a:gd name="connsiteX38" fmla="*/ 1307805 w 1479897"/>
                <a:gd name="connsiteY38" fmla="*/ 381581 h 392112"/>
                <a:gd name="connsiteX39" fmla="*/ 1307805 w 1479897"/>
                <a:gd name="connsiteY39" fmla="*/ 385307 h 392112"/>
                <a:gd name="connsiteX40" fmla="*/ 1177235 w 1479897"/>
                <a:gd name="connsiteY40" fmla="*/ 385307 h 392112"/>
                <a:gd name="connsiteX41" fmla="*/ 1177235 w 1479897"/>
                <a:gd name="connsiteY41" fmla="*/ 381581 h 392112"/>
                <a:gd name="connsiteX42" fmla="*/ 1214704 w 1479897"/>
                <a:gd name="connsiteY42" fmla="*/ 350471 h 392112"/>
                <a:gd name="connsiteX43" fmla="*/ 1214704 w 1479897"/>
                <a:gd name="connsiteY43" fmla="*/ 217282 h 392112"/>
                <a:gd name="connsiteX44" fmla="*/ 1172531 w 1479897"/>
                <a:gd name="connsiteY44" fmla="*/ 156521 h 392112"/>
                <a:gd name="connsiteX45" fmla="*/ 1104895 w 1479897"/>
                <a:gd name="connsiteY45" fmla="*/ 246610 h 392112"/>
                <a:gd name="connsiteX46" fmla="*/ 1104895 w 1479897"/>
                <a:gd name="connsiteY46" fmla="*/ 350633 h 392112"/>
                <a:gd name="connsiteX47" fmla="*/ 1143174 w 1479897"/>
                <a:gd name="connsiteY47" fmla="*/ 381581 h 392112"/>
                <a:gd name="connsiteX48" fmla="*/ 1143174 w 1479897"/>
                <a:gd name="connsiteY48" fmla="*/ 385307 h 392112"/>
                <a:gd name="connsiteX49" fmla="*/ 1012604 w 1479897"/>
                <a:gd name="connsiteY49" fmla="*/ 385307 h 392112"/>
                <a:gd name="connsiteX50" fmla="*/ 1012604 w 1479897"/>
                <a:gd name="connsiteY50" fmla="*/ 381581 h 392112"/>
                <a:gd name="connsiteX51" fmla="*/ 1050072 w 1479897"/>
                <a:gd name="connsiteY51" fmla="*/ 350633 h 392112"/>
                <a:gd name="connsiteX52" fmla="*/ 1050072 w 1479897"/>
                <a:gd name="connsiteY52" fmla="*/ 193950 h 392112"/>
                <a:gd name="connsiteX53" fmla="*/ 1012604 w 1479897"/>
                <a:gd name="connsiteY53" fmla="*/ 150849 h 392112"/>
                <a:gd name="connsiteX54" fmla="*/ 1012604 w 1479897"/>
                <a:gd name="connsiteY54" fmla="*/ 147123 h 392112"/>
                <a:gd name="connsiteX55" fmla="*/ 1105057 w 1479897"/>
                <a:gd name="connsiteY55" fmla="*/ 147123 h 392112"/>
                <a:gd name="connsiteX56" fmla="*/ 1105057 w 1479897"/>
                <a:gd name="connsiteY56" fmla="*/ 195084 h 392112"/>
                <a:gd name="connsiteX57" fmla="*/ 1191509 w 1479897"/>
                <a:gd name="connsiteY57" fmla="*/ 141128 h 392112"/>
                <a:gd name="connsiteX58" fmla="*/ 1392958 w 1479897"/>
                <a:gd name="connsiteY58" fmla="*/ 67404 h 392112"/>
                <a:gd name="connsiteX59" fmla="*/ 1396689 w 1479897"/>
                <a:gd name="connsiteY59" fmla="*/ 67404 h 392112"/>
                <a:gd name="connsiteX60" fmla="*/ 1396689 w 1479897"/>
                <a:gd name="connsiteY60" fmla="*/ 146961 h 392112"/>
                <a:gd name="connsiteX61" fmla="*/ 1464650 w 1479897"/>
                <a:gd name="connsiteY61" fmla="*/ 146961 h 392112"/>
                <a:gd name="connsiteX62" fmla="*/ 1464650 w 1479897"/>
                <a:gd name="connsiteY62" fmla="*/ 156520 h 392112"/>
                <a:gd name="connsiteX63" fmla="*/ 1396689 w 1479897"/>
                <a:gd name="connsiteY63" fmla="*/ 156520 h 392112"/>
                <a:gd name="connsiteX64" fmla="*/ 1396689 w 1479897"/>
                <a:gd name="connsiteY64" fmla="*/ 312555 h 392112"/>
                <a:gd name="connsiteX65" fmla="*/ 1437239 w 1479897"/>
                <a:gd name="connsiteY65" fmla="*/ 365863 h 392112"/>
                <a:gd name="connsiteX66" fmla="*/ 1476166 w 1479897"/>
                <a:gd name="connsiteY66" fmla="*/ 327300 h 392112"/>
                <a:gd name="connsiteX67" fmla="*/ 1479897 w 1479897"/>
                <a:gd name="connsiteY67" fmla="*/ 328271 h 392112"/>
                <a:gd name="connsiteX68" fmla="*/ 1406259 w 1479897"/>
                <a:gd name="connsiteY68" fmla="*/ 392111 h 392112"/>
                <a:gd name="connsiteX69" fmla="*/ 1342353 w 1479897"/>
                <a:gd name="connsiteY69" fmla="*/ 319036 h 392112"/>
                <a:gd name="connsiteX70" fmla="*/ 1342353 w 1479897"/>
                <a:gd name="connsiteY70" fmla="*/ 156520 h 392112"/>
                <a:gd name="connsiteX71" fmla="*/ 1287692 w 1479897"/>
                <a:gd name="connsiteY71" fmla="*/ 156520 h 392112"/>
                <a:gd name="connsiteX72" fmla="*/ 1287692 w 1479897"/>
                <a:gd name="connsiteY72" fmla="*/ 146961 h 392112"/>
                <a:gd name="connsiteX73" fmla="*/ 1392958 w 1479897"/>
                <a:gd name="connsiteY73" fmla="*/ 67404 h 392112"/>
                <a:gd name="connsiteX74" fmla="*/ 476215 w 1479897"/>
                <a:gd name="connsiteY74" fmla="*/ 5347 h 392112"/>
                <a:gd name="connsiteX75" fmla="*/ 476701 w 1479897"/>
                <a:gd name="connsiteY75" fmla="*/ 5347 h 392112"/>
                <a:gd name="connsiteX76" fmla="*/ 476701 w 1479897"/>
                <a:gd name="connsiteY76" fmla="*/ 336374 h 392112"/>
                <a:gd name="connsiteX77" fmla="*/ 515791 w 1479897"/>
                <a:gd name="connsiteY77" fmla="*/ 381743 h 392112"/>
                <a:gd name="connsiteX78" fmla="*/ 515791 w 1479897"/>
                <a:gd name="connsiteY78" fmla="*/ 385469 h 392112"/>
                <a:gd name="connsiteX79" fmla="*/ 420905 w 1479897"/>
                <a:gd name="connsiteY79" fmla="*/ 385469 h 392112"/>
                <a:gd name="connsiteX80" fmla="*/ 420905 w 1479897"/>
                <a:gd name="connsiteY80" fmla="*/ 344476 h 392112"/>
                <a:gd name="connsiteX81" fmla="*/ 341915 w 1479897"/>
                <a:gd name="connsiteY81" fmla="*/ 392112 h 392112"/>
                <a:gd name="connsiteX82" fmla="*/ 220915 w 1479897"/>
                <a:gd name="connsiteY82" fmla="*/ 266702 h 392112"/>
                <a:gd name="connsiteX83" fmla="*/ 341915 w 1479897"/>
                <a:gd name="connsiteY83" fmla="*/ 141290 h 392112"/>
                <a:gd name="connsiteX84" fmla="*/ 420905 w 1479897"/>
                <a:gd name="connsiteY84" fmla="*/ 188927 h 392112"/>
                <a:gd name="connsiteX85" fmla="*/ 420905 w 1479897"/>
                <a:gd name="connsiteY85" fmla="*/ 73886 h 392112"/>
                <a:gd name="connsiteX86" fmla="*/ 381491 w 1479897"/>
                <a:gd name="connsiteY86" fmla="*/ 30786 h 392112"/>
                <a:gd name="connsiteX87" fmla="*/ 381491 w 1479897"/>
                <a:gd name="connsiteY87" fmla="*/ 26897 h 392112"/>
                <a:gd name="connsiteX88" fmla="*/ 476215 w 1479897"/>
                <a:gd name="connsiteY88" fmla="*/ 5347 h 392112"/>
                <a:gd name="connsiteX89" fmla="*/ 26763 w 1479897"/>
                <a:gd name="connsiteY89" fmla="*/ 0 h 392112"/>
                <a:gd name="connsiteX90" fmla="*/ 27249 w 1479897"/>
                <a:gd name="connsiteY90" fmla="*/ 0 h 392112"/>
                <a:gd name="connsiteX91" fmla="*/ 197233 w 1479897"/>
                <a:gd name="connsiteY91" fmla="*/ 350633 h 392112"/>
                <a:gd name="connsiteX92" fmla="*/ 247028 w 1479897"/>
                <a:gd name="connsiteY92" fmla="*/ 381581 h 392112"/>
                <a:gd name="connsiteX93" fmla="*/ 247028 w 1479897"/>
                <a:gd name="connsiteY93" fmla="*/ 385307 h 392112"/>
                <a:gd name="connsiteX94" fmla="*/ 90344 w 1479897"/>
                <a:gd name="connsiteY94" fmla="*/ 385307 h 392112"/>
                <a:gd name="connsiteX95" fmla="*/ 90344 w 1479897"/>
                <a:gd name="connsiteY95" fmla="*/ 381581 h 392112"/>
                <a:gd name="connsiteX96" fmla="*/ 124244 w 1479897"/>
                <a:gd name="connsiteY96" fmla="*/ 350633 h 392112"/>
                <a:gd name="connsiteX97" fmla="*/ 0 w 1479897"/>
                <a:gd name="connsiteY97" fmla="*/ 94626 h 39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479897" h="392112">
                  <a:moveTo>
                    <a:pt x="353755" y="152308"/>
                  </a:moveTo>
                  <a:cubicBezTo>
                    <a:pt x="311908" y="152308"/>
                    <a:pt x="282226" y="195894"/>
                    <a:pt x="282226" y="266702"/>
                  </a:cubicBezTo>
                  <a:cubicBezTo>
                    <a:pt x="282226" y="337508"/>
                    <a:pt x="312070" y="381094"/>
                    <a:pt x="353755" y="381094"/>
                  </a:cubicBezTo>
                  <a:cubicBezTo>
                    <a:pt x="395440" y="381094"/>
                    <a:pt x="425123" y="337346"/>
                    <a:pt x="425285" y="266702"/>
                  </a:cubicBezTo>
                  <a:cubicBezTo>
                    <a:pt x="425285" y="195894"/>
                    <a:pt x="395440" y="152308"/>
                    <a:pt x="353755" y="152308"/>
                  </a:cubicBezTo>
                  <a:close/>
                  <a:moveTo>
                    <a:pt x="896795" y="148580"/>
                  </a:moveTo>
                  <a:cubicBezTo>
                    <a:pt x="852352" y="148580"/>
                    <a:pt x="831753" y="200268"/>
                    <a:pt x="831753" y="251145"/>
                  </a:cubicBezTo>
                  <a:lnTo>
                    <a:pt x="953726" y="251145"/>
                  </a:lnTo>
                  <a:lnTo>
                    <a:pt x="953726" y="250659"/>
                  </a:lnTo>
                  <a:cubicBezTo>
                    <a:pt x="953726" y="207235"/>
                    <a:pt x="939615" y="148580"/>
                    <a:pt x="896795" y="148580"/>
                  </a:cubicBezTo>
                  <a:close/>
                  <a:moveTo>
                    <a:pt x="500869" y="147123"/>
                  </a:moveTo>
                  <a:lnTo>
                    <a:pt x="621220" y="147123"/>
                  </a:lnTo>
                  <a:lnTo>
                    <a:pt x="621220" y="150849"/>
                  </a:lnTo>
                  <a:cubicBezTo>
                    <a:pt x="602081" y="152470"/>
                    <a:pt x="587969" y="162678"/>
                    <a:pt x="597377" y="181798"/>
                  </a:cubicBezTo>
                  <a:lnTo>
                    <a:pt x="664851" y="319523"/>
                  </a:lnTo>
                  <a:lnTo>
                    <a:pt x="729731" y="179367"/>
                  </a:lnTo>
                  <a:cubicBezTo>
                    <a:pt x="742869" y="151012"/>
                    <a:pt x="708483" y="151984"/>
                    <a:pt x="694533" y="150849"/>
                  </a:cubicBezTo>
                  <a:lnTo>
                    <a:pt x="694533" y="147123"/>
                  </a:lnTo>
                  <a:lnTo>
                    <a:pt x="782121" y="147123"/>
                  </a:lnTo>
                  <a:lnTo>
                    <a:pt x="782121" y="150849"/>
                  </a:lnTo>
                  <a:cubicBezTo>
                    <a:pt x="767847" y="151984"/>
                    <a:pt x="753898" y="159924"/>
                    <a:pt x="747248" y="173534"/>
                  </a:cubicBezTo>
                  <a:lnTo>
                    <a:pt x="649280" y="385307"/>
                  </a:lnTo>
                  <a:lnTo>
                    <a:pt x="639710" y="385307"/>
                  </a:lnTo>
                  <a:lnTo>
                    <a:pt x="539959" y="181798"/>
                  </a:lnTo>
                  <a:cubicBezTo>
                    <a:pt x="530876" y="163164"/>
                    <a:pt x="520333" y="152470"/>
                    <a:pt x="500869" y="150849"/>
                  </a:cubicBezTo>
                  <a:close/>
                  <a:moveTo>
                    <a:pt x="891928" y="141289"/>
                  </a:moveTo>
                  <a:cubicBezTo>
                    <a:pt x="969622" y="141289"/>
                    <a:pt x="1005143" y="207397"/>
                    <a:pt x="1005143" y="258437"/>
                  </a:cubicBezTo>
                  <a:lnTo>
                    <a:pt x="1005143" y="263136"/>
                  </a:lnTo>
                  <a:lnTo>
                    <a:pt x="831753" y="263136"/>
                  </a:lnTo>
                  <a:cubicBezTo>
                    <a:pt x="831753" y="313689"/>
                    <a:pt x="855271" y="363270"/>
                    <a:pt x="921448" y="362784"/>
                  </a:cubicBezTo>
                  <a:cubicBezTo>
                    <a:pt x="949671" y="362460"/>
                    <a:pt x="984382" y="347553"/>
                    <a:pt x="994762" y="327461"/>
                  </a:cubicBezTo>
                  <a:lnTo>
                    <a:pt x="998493" y="328271"/>
                  </a:lnTo>
                  <a:cubicBezTo>
                    <a:pt x="986328" y="361164"/>
                    <a:pt x="945617" y="392111"/>
                    <a:pt x="897930" y="392111"/>
                  </a:cubicBezTo>
                  <a:cubicBezTo>
                    <a:pt x="823643" y="392111"/>
                    <a:pt x="770604" y="334104"/>
                    <a:pt x="770604" y="264594"/>
                  </a:cubicBezTo>
                  <a:cubicBezTo>
                    <a:pt x="770604" y="201402"/>
                    <a:pt x="816506" y="141289"/>
                    <a:pt x="891928" y="141289"/>
                  </a:cubicBezTo>
                  <a:close/>
                  <a:moveTo>
                    <a:pt x="1191509" y="141128"/>
                  </a:moveTo>
                  <a:cubicBezTo>
                    <a:pt x="1240655" y="141128"/>
                    <a:pt x="1270012" y="173372"/>
                    <a:pt x="1269527" y="223439"/>
                  </a:cubicBezTo>
                  <a:lnTo>
                    <a:pt x="1269527" y="350633"/>
                  </a:lnTo>
                  <a:cubicBezTo>
                    <a:pt x="1269527" y="369753"/>
                    <a:pt x="1286557" y="379960"/>
                    <a:pt x="1307805" y="381581"/>
                  </a:cubicBezTo>
                  <a:lnTo>
                    <a:pt x="1307805" y="385307"/>
                  </a:lnTo>
                  <a:lnTo>
                    <a:pt x="1177235" y="385307"/>
                  </a:lnTo>
                  <a:lnTo>
                    <a:pt x="1177235" y="381581"/>
                  </a:lnTo>
                  <a:cubicBezTo>
                    <a:pt x="1197997" y="379960"/>
                    <a:pt x="1214704" y="369590"/>
                    <a:pt x="1214704" y="350471"/>
                  </a:cubicBezTo>
                  <a:lnTo>
                    <a:pt x="1214704" y="217282"/>
                  </a:lnTo>
                  <a:cubicBezTo>
                    <a:pt x="1214704" y="180987"/>
                    <a:pt x="1198159" y="156521"/>
                    <a:pt x="1172531" y="156521"/>
                  </a:cubicBezTo>
                  <a:cubicBezTo>
                    <a:pt x="1141228" y="156521"/>
                    <a:pt x="1104895" y="193626"/>
                    <a:pt x="1104895" y="246610"/>
                  </a:cubicBezTo>
                  <a:lnTo>
                    <a:pt x="1104895" y="350633"/>
                  </a:lnTo>
                  <a:cubicBezTo>
                    <a:pt x="1104895" y="369753"/>
                    <a:pt x="1121926" y="379960"/>
                    <a:pt x="1143174" y="381581"/>
                  </a:cubicBezTo>
                  <a:lnTo>
                    <a:pt x="1143174" y="385307"/>
                  </a:lnTo>
                  <a:lnTo>
                    <a:pt x="1012604" y="385307"/>
                  </a:lnTo>
                  <a:lnTo>
                    <a:pt x="1012604" y="381581"/>
                  </a:lnTo>
                  <a:cubicBezTo>
                    <a:pt x="1033365" y="379960"/>
                    <a:pt x="1050072" y="369753"/>
                    <a:pt x="1050072" y="350633"/>
                  </a:cubicBezTo>
                  <a:lnTo>
                    <a:pt x="1050072" y="193950"/>
                  </a:lnTo>
                  <a:cubicBezTo>
                    <a:pt x="1050072" y="158303"/>
                    <a:pt x="1033365" y="152470"/>
                    <a:pt x="1012604" y="150849"/>
                  </a:cubicBezTo>
                  <a:lnTo>
                    <a:pt x="1012604" y="147123"/>
                  </a:lnTo>
                  <a:lnTo>
                    <a:pt x="1105057" y="147123"/>
                  </a:lnTo>
                  <a:lnTo>
                    <a:pt x="1105057" y="195084"/>
                  </a:lnTo>
                  <a:cubicBezTo>
                    <a:pt x="1118195" y="166081"/>
                    <a:pt x="1146255" y="141128"/>
                    <a:pt x="1191509" y="141128"/>
                  </a:cubicBezTo>
                  <a:close/>
                  <a:moveTo>
                    <a:pt x="1392958" y="67404"/>
                  </a:moveTo>
                  <a:lnTo>
                    <a:pt x="1396689" y="67404"/>
                  </a:lnTo>
                  <a:lnTo>
                    <a:pt x="1396689" y="146961"/>
                  </a:lnTo>
                  <a:lnTo>
                    <a:pt x="1464650" y="146961"/>
                  </a:lnTo>
                  <a:lnTo>
                    <a:pt x="1464650" y="156520"/>
                  </a:lnTo>
                  <a:lnTo>
                    <a:pt x="1396689" y="156520"/>
                  </a:lnTo>
                  <a:lnTo>
                    <a:pt x="1396689" y="312555"/>
                  </a:lnTo>
                  <a:cubicBezTo>
                    <a:pt x="1396689" y="342693"/>
                    <a:pt x="1405123" y="365863"/>
                    <a:pt x="1437239" y="365863"/>
                  </a:cubicBezTo>
                  <a:cubicBezTo>
                    <a:pt x="1458487" y="365863"/>
                    <a:pt x="1471463" y="345933"/>
                    <a:pt x="1476166" y="327300"/>
                  </a:cubicBezTo>
                  <a:lnTo>
                    <a:pt x="1479897" y="328271"/>
                  </a:lnTo>
                  <a:cubicBezTo>
                    <a:pt x="1472760" y="363108"/>
                    <a:pt x="1442916" y="392111"/>
                    <a:pt x="1406259" y="392111"/>
                  </a:cubicBezTo>
                  <a:cubicBezTo>
                    <a:pt x="1362952" y="392111"/>
                    <a:pt x="1342353" y="365863"/>
                    <a:pt x="1342353" y="319036"/>
                  </a:cubicBezTo>
                  <a:lnTo>
                    <a:pt x="1342353" y="156520"/>
                  </a:lnTo>
                  <a:lnTo>
                    <a:pt x="1287692" y="156520"/>
                  </a:lnTo>
                  <a:lnTo>
                    <a:pt x="1287692" y="146961"/>
                  </a:lnTo>
                  <a:cubicBezTo>
                    <a:pt x="1348841" y="146961"/>
                    <a:pt x="1382416" y="110504"/>
                    <a:pt x="1392958" y="67404"/>
                  </a:cubicBezTo>
                  <a:close/>
                  <a:moveTo>
                    <a:pt x="476215" y="5347"/>
                  </a:moveTo>
                  <a:lnTo>
                    <a:pt x="476701" y="5347"/>
                  </a:lnTo>
                  <a:lnTo>
                    <a:pt x="476701" y="336374"/>
                  </a:lnTo>
                  <a:cubicBezTo>
                    <a:pt x="476701" y="373803"/>
                    <a:pt x="495354" y="379960"/>
                    <a:pt x="515791" y="381743"/>
                  </a:cubicBezTo>
                  <a:lnTo>
                    <a:pt x="515791" y="385469"/>
                  </a:lnTo>
                  <a:lnTo>
                    <a:pt x="420905" y="385469"/>
                  </a:lnTo>
                  <a:lnTo>
                    <a:pt x="420905" y="344476"/>
                  </a:lnTo>
                  <a:cubicBezTo>
                    <a:pt x="405821" y="374937"/>
                    <a:pt x="379545" y="392112"/>
                    <a:pt x="341915" y="392112"/>
                  </a:cubicBezTo>
                  <a:cubicBezTo>
                    <a:pt x="279144" y="392112"/>
                    <a:pt x="220915" y="344313"/>
                    <a:pt x="220915" y="266702"/>
                  </a:cubicBezTo>
                  <a:cubicBezTo>
                    <a:pt x="220915" y="189089"/>
                    <a:pt x="279144" y="141290"/>
                    <a:pt x="341915" y="141290"/>
                  </a:cubicBezTo>
                  <a:cubicBezTo>
                    <a:pt x="379545" y="141290"/>
                    <a:pt x="405821" y="158465"/>
                    <a:pt x="420905" y="188927"/>
                  </a:cubicBezTo>
                  <a:lnTo>
                    <a:pt x="420905" y="73886"/>
                  </a:lnTo>
                  <a:cubicBezTo>
                    <a:pt x="420905" y="38239"/>
                    <a:pt x="403388" y="32406"/>
                    <a:pt x="381491" y="30786"/>
                  </a:cubicBezTo>
                  <a:lnTo>
                    <a:pt x="381491" y="26897"/>
                  </a:lnTo>
                  <a:cubicBezTo>
                    <a:pt x="393494" y="26897"/>
                    <a:pt x="444587" y="29652"/>
                    <a:pt x="476215" y="5347"/>
                  </a:cubicBezTo>
                  <a:close/>
                  <a:moveTo>
                    <a:pt x="26763" y="0"/>
                  </a:moveTo>
                  <a:lnTo>
                    <a:pt x="27249" y="0"/>
                  </a:lnTo>
                  <a:lnTo>
                    <a:pt x="197233" y="350633"/>
                  </a:lnTo>
                  <a:cubicBezTo>
                    <a:pt x="206803" y="370401"/>
                    <a:pt x="222211" y="379960"/>
                    <a:pt x="247028" y="381581"/>
                  </a:cubicBezTo>
                  <a:lnTo>
                    <a:pt x="247028" y="385307"/>
                  </a:lnTo>
                  <a:lnTo>
                    <a:pt x="90344" y="385307"/>
                  </a:lnTo>
                  <a:lnTo>
                    <a:pt x="90344" y="381581"/>
                  </a:lnTo>
                  <a:cubicBezTo>
                    <a:pt x="114674" y="379960"/>
                    <a:pt x="134138" y="370887"/>
                    <a:pt x="124244" y="350633"/>
                  </a:cubicBezTo>
                  <a:lnTo>
                    <a:pt x="0" y="94626"/>
                  </a:lnTo>
                  <a:close/>
                </a:path>
              </a:pathLst>
            </a:custGeom>
            <a:solidFill>
              <a:schemeClr val="bg1"/>
            </a:solidFill>
            <a:ln w="1823" cap="flat">
              <a:noFill/>
              <a:prstDash val="solid"/>
              <a:miter/>
            </a:ln>
          </p:spPr>
          <p:txBody>
            <a:bodyPr wrap="square" rtlCol="0" anchor="ctr">
              <a:noAutofit/>
            </a:bodyPr>
            <a:lstStyle/>
            <a:p>
              <a:endParaRPr lang="en-US" b="0" i="0">
                <a:latin typeface="+mn-lt" panose="02000503000000020004" pitchFamily="2" charset="0"/>
              </a:endParaRPr>
            </a:p>
          </p:txBody>
        </p:sp>
        <p:sp>
          <p:nvSpPr>
            <p:cNvPr id="26" name="Freeform 25">
              <a:extLst>
                <a:ext uri="{FF2B5EF4-FFF2-40B4-BE49-F238E27FC236}">
                  <a16:creationId xmlns:a16="http://schemas.microsoft.com/office/drawing/2014/main" id="{5BDD895A-7CEA-33DE-9F43-F6F51D835F07}"/>
                </a:ext>
              </a:extLst>
            </p:cNvPr>
            <p:cNvSpPr/>
            <p:nvPr/>
          </p:nvSpPr>
          <p:spPr>
            <a:xfrm>
              <a:off x="493713" y="704668"/>
              <a:ext cx="162198" cy="162029"/>
            </a:xfrm>
            <a:custGeom>
              <a:avLst/>
              <a:gdLst>
                <a:gd name="connsiteX0" fmla="*/ 182947 w 182946"/>
                <a:gd name="connsiteY0" fmla="*/ 91378 h 182756"/>
                <a:gd name="connsiteX1" fmla="*/ 91473 w 182946"/>
                <a:gd name="connsiteY1" fmla="*/ 182757 h 182756"/>
                <a:gd name="connsiteX2" fmla="*/ 0 w 182946"/>
                <a:gd name="connsiteY2" fmla="*/ 91378 h 182756"/>
                <a:gd name="connsiteX3" fmla="*/ 91473 w 182946"/>
                <a:gd name="connsiteY3" fmla="*/ 0 h 182756"/>
                <a:gd name="connsiteX4" fmla="*/ 182947 w 182946"/>
                <a:gd name="connsiteY4" fmla="*/ 91378 h 18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46" h="182756">
                  <a:moveTo>
                    <a:pt x="182947" y="91378"/>
                  </a:moveTo>
                  <a:cubicBezTo>
                    <a:pt x="182947" y="141845"/>
                    <a:pt x="141993" y="182757"/>
                    <a:pt x="91473" y="182757"/>
                  </a:cubicBezTo>
                  <a:cubicBezTo>
                    <a:pt x="40954" y="182757"/>
                    <a:pt x="0" y="141845"/>
                    <a:pt x="0" y="91378"/>
                  </a:cubicBezTo>
                  <a:cubicBezTo>
                    <a:pt x="0" y="40912"/>
                    <a:pt x="40954" y="0"/>
                    <a:pt x="91473" y="0"/>
                  </a:cubicBezTo>
                  <a:cubicBezTo>
                    <a:pt x="141993" y="0"/>
                    <a:pt x="182947" y="40912"/>
                    <a:pt x="182947" y="91378"/>
                  </a:cubicBezTo>
                  <a:close/>
                </a:path>
              </a:pathLst>
            </a:custGeom>
            <a:solidFill>
              <a:srgbClr val="E1B523"/>
            </a:solidFill>
            <a:ln w="1823" cap="flat">
              <a:noFill/>
              <a:prstDash val="solid"/>
              <a:miter/>
            </a:ln>
          </p:spPr>
          <p:txBody>
            <a:bodyPr rtlCol="0" anchor="ctr"/>
            <a:lstStyle/>
            <a:p>
              <a:endParaRPr lang="en-US" b="0" i="0">
                <a:latin typeface="+mn-lt" panose="02000503000000020004" pitchFamily="2" charset="0"/>
              </a:endParaRPr>
            </a:p>
          </p:txBody>
        </p:sp>
      </p:grpSp>
      <p:sp>
        <p:nvSpPr>
          <p:cNvPr id="2" name="Title 1"/>
          <p:cNvSpPr>
            <a:spLocks noGrp="1"/>
          </p:cNvSpPr>
          <p:nvPr>
            <p:ph type="ctrTitle"/>
          </p:nvPr>
        </p:nvSpPr>
        <p:spPr>
          <a:xfrm>
            <a:off x="493713" y="1663701"/>
            <a:ext cx="9326561" cy="1992312"/>
          </a:xfrm>
        </p:spPr>
        <p:txBody>
          <a:bodyPr vert="horz" anchor="b">
            <a:noAutofit/>
          </a:bodyPr>
          <a:lstStyle>
            <a:lvl1pPr algn="l">
              <a:defRPr sz="6000">
                <a:solidFill>
                  <a:schemeClr val="bg1"/>
                </a:solidFill>
              </a:defRPr>
            </a:lvl1pPr>
          </a:lstStyle>
          <a:p>
            <a:r>
              <a:rPr lang="en-US" noProof="0"/>
              <a:t>Click to edit Master title style</a:t>
            </a:r>
          </a:p>
        </p:txBody>
      </p:sp>
      <p:sp>
        <p:nvSpPr>
          <p:cNvPr id="3" name="Subtitle 2"/>
          <p:cNvSpPr>
            <a:spLocks noGrp="1"/>
          </p:cNvSpPr>
          <p:nvPr>
            <p:ph type="subTitle" idx="1" hasCustomPrompt="1"/>
          </p:nvPr>
        </p:nvSpPr>
        <p:spPr>
          <a:xfrm>
            <a:off x="493713" y="3902868"/>
            <a:ext cx="9326561" cy="1655762"/>
          </a:xfrm>
        </p:spPr>
        <p:txBody>
          <a:bodyPr>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Text Placeholder 4">
            <a:extLst>
              <a:ext uri="{FF2B5EF4-FFF2-40B4-BE49-F238E27FC236}">
                <a16:creationId xmlns:a16="http://schemas.microsoft.com/office/drawing/2014/main" id="{6EFA15A1-08FE-2216-9983-E6A3B345F9B2}"/>
              </a:ext>
            </a:extLst>
          </p:cNvPr>
          <p:cNvSpPr>
            <a:spLocks noGrp="1"/>
          </p:cNvSpPr>
          <p:nvPr>
            <p:ph type="body" sz="quarter" idx="10" hasCustomPrompt="1"/>
          </p:nvPr>
        </p:nvSpPr>
        <p:spPr>
          <a:xfrm>
            <a:off x="493713" y="5599028"/>
            <a:ext cx="9326562" cy="392112"/>
          </a:xfrm>
        </p:spPr>
        <p:txBody>
          <a:bodyPr anchor="b" anchorCtr="0">
            <a:noAutofit/>
          </a:bodyPr>
          <a:lstStyle>
            <a:lvl1pPr>
              <a:defRPr sz="1400">
                <a:solidFill>
                  <a:schemeClr val="bg1"/>
                </a:solidFill>
              </a:defRPr>
            </a:lvl1pPr>
          </a:lstStyle>
          <a:p>
            <a:pPr lvl="0"/>
            <a:r>
              <a:rPr lang="en-US" noProof="0"/>
              <a:t>Month Year</a:t>
            </a:r>
          </a:p>
        </p:txBody>
      </p:sp>
    </p:spTree>
    <p:extLst>
      <p:ext uri="{BB962C8B-B14F-4D97-AF65-F5344CB8AC3E}">
        <p14:creationId xmlns:p14="http://schemas.microsoft.com/office/powerpoint/2010/main" val="207233156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over – Gradient 06">
    <p:bg>
      <p:bgPr>
        <a:gradFill>
          <a:gsLst>
            <a:gs pos="0">
              <a:srgbClr val="A88100"/>
            </a:gs>
            <a:gs pos="100000">
              <a:srgbClr val="E1B523"/>
            </a:gs>
          </a:gsLst>
          <a:lin ang="1800000" scaled="0"/>
        </a:gradFill>
        <a:effectLst/>
      </p:bgPr>
    </p:bg>
    <p:spTree>
      <p:nvGrpSpPr>
        <p:cNvPr id="1" name=""/>
        <p:cNvGrpSpPr/>
        <p:nvPr/>
      </p:nvGrpSpPr>
      <p:grpSpPr>
        <a:xfrm>
          <a:off x="0" y="0"/>
          <a:ext cx="0" cy="0"/>
          <a:chOff x="0" y="0"/>
          <a:chExt cx="0" cy="0"/>
        </a:xfrm>
      </p:grpSpPr>
      <p:graphicFrame>
        <p:nvGraphicFramePr>
          <p:cNvPr id="10" name="think-cell data - do not delete">
            <a:extLst>
              <a:ext uri="{FF2B5EF4-FFF2-40B4-BE49-F238E27FC236}">
                <a16:creationId xmlns:a16="http://schemas.microsoft.com/office/drawing/2014/main" id="{54328987-EB16-AB59-49FD-8BC53E567F92}"/>
              </a:ext>
            </a:extLst>
          </p:cNvPr>
          <p:cNvGraphicFramePr>
            <a:graphicFrameLocks noChangeAspect="1"/>
          </p:cNvGraphicFramePr>
          <p:nvPr>
            <p:custDataLst>
              <p:tags r:id="rId1"/>
            </p:custDataLst>
            <p:extLst>
              <p:ext uri="{D42A27DB-BD31-4B8C-83A1-F6EECF244321}">
                <p14:modId xmlns:p14="http://schemas.microsoft.com/office/powerpoint/2010/main" val="22161032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a:extLst>
                          <a:ext uri="{FF2B5EF4-FFF2-40B4-BE49-F238E27FC236}">
                            <a16:creationId xmlns:a16="http://schemas.microsoft.com/office/drawing/2014/main" id="{54328987-EB16-AB59-49FD-8BC53E567F92}"/>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pSp>
        <p:nvGrpSpPr>
          <p:cNvPr id="24" name="Logo">
            <a:extLst>
              <a:ext uri="{FF2B5EF4-FFF2-40B4-BE49-F238E27FC236}">
                <a16:creationId xmlns:a16="http://schemas.microsoft.com/office/drawing/2014/main" id="{E9E6FD70-A272-A0F2-22B1-108FE7906FB9}"/>
              </a:ext>
            </a:extLst>
          </p:cNvPr>
          <p:cNvGrpSpPr/>
          <p:nvPr/>
        </p:nvGrpSpPr>
        <p:grpSpPr>
          <a:xfrm>
            <a:off x="493713" y="474747"/>
            <a:ext cx="1621982" cy="392112"/>
            <a:chOff x="493713" y="474747"/>
            <a:chExt cx="1621982" cy="392112"/>
          </a:xfrm>
        </p:grpSpPr>
        <p:sp>
          <p:nvSpPr>
            <p:cNvPr id="25" name="Freeform 24">
              <a:extLst>
                <a:ext uri="{FF2B5EF4-FFF2-40B4-BE49-F238E27FC236}">
                  <a16:creationId xmlns:a16="http://schemas.microsoft.com/office/drawing/2014/main" id="{864CD0E7-6332-AB44-4738-64858AC88E9C}"/>
                </a:ext>
              </a:extLst>
            </p:cNvPr>
            <p:cNvSpPr/>
            <p:nvPr/>
          </p:nvSpPr>
          <p:spPr>
            <a:xfrm>
              <a:off x="635798" y="474747"/>
              <a:ext cx="1479897" cy="392112"/>
            </a:xfrm>
            <a:custGeom>
              <a:avLst/>
              <a:gdLst>
                <a:gd name="connsiteX0" fmla="*/ 353755 w 1479897"/>
                <a:gd name="connsiteY0" fmla="*/ 152308 h 392112"/>
                <a:gd name="connsiteX1" fmla="*/ 282226 w 1479897"/>
                <a:gd name="connsiteY1" fmla="*/ 266702 h 392112"/>
                <a:gd name="connsiteX2" fmla="*/ 353755 w 1479897"/>
                <a:gd name="connsiteY2" fmla="*/ 381094 h 392112"/>
                <a:gd name="connsiteX3" fmla="*/ 425285 w 1479897"/>
                <a:gd name="connsiteY3" fmla="*/ 266702 h 392112"/>
                <a:gd name="connsiteX4" fmla="*/ 353755 w 1479897"/>
                <a:gd name="connsiteY4" fmla="*/ 152308 h 392112"/>
                <a:gd name="connsiteX5" fmla="*/ 896795 w 1479897"/>
                <a:gd name="connsiteY5" fmla="*/ 148580 h 392112"/>
                <a:gd name="connsiteX6" fmla="*/ 831753 w 1479897"/>
                <a:gd name="connsiteY6" fmla="*/ 251145 h 392112"/>
                <a:gd name="connsiteX7" fmla="*/ 953726 w 1479897"/>
                <a:gd name="connsiteY7" fmla="*/ 251145 h 392112"/>
                <a:gd name="connsiteX8" fmla="*/ 953726 w 1479897"/>
                <a:gd name="connsiteY8" fmla="*/ 250659 h 392112"/>
                <a:gd name="connsiteX9" fmla="*/ 896795 w 1479897"/>
                <a:gd name="connsiteY9" fmla="*/ 148580 h 392112"/>
                <a:gd name="connsiteX10" fmla="*/ 500869 w 1479897"/>
                <a:gd name="connsiteY10" fmla="*/ 147123 h 392112"/>
                <a:gd name="connsiteX11" fmla="*/ 621220 w 1479897"/>
                <a:gd name="connsiteY11" fmla="*/ 147123 h 392112"/>
                <a:gd name="connsiteX12" fmla="*/ 621220 w 1479897"/>
                <a:gd name="connsiteY12" fmla="*/ 150849 h 392112"/>
                <a:gd name="connsiteX13" fmla="*/ 597377 w 1479897"/>
                <a:gd name="connsiteY13" fmla="*/ 181798 h 392112"/>
                <a:gd name="connsiteX14" fmla="*/ 664851 w 1479897"/>
                <a:gd name="connsiteY14" fmla="*/ 319523 h 392112"/>
                <a:gd name="connsiteX15" fmla="*/ 729731 w 1479897"/>
                <a:gd name="connsiteY15" fmla="*/ 179367 h 392112"/>
                <a:gd name="connsiteX16" fmla="*/ 694533 w 1479897"/>
                <a:gd name="connsiteY16" fmla="*/ 150849 h 392112"/>
                <a:gd name="connsiteX17" fmla="*/ 694533 w 1479897"/>
                <a:gd name="connsiteY17" fmla="*/ 147123 h 392112"/>
                <a:gd name="connsiteX18" fmla="*/ 782121 w 1479897"/>
                <a:gd name="connsiteY18" fmla="*/ 147123 h 392112"/>
                <a:gd name="connsiteX19" fmla="*/ 782121 w 1479897"/>
                <a:gd name="connsiteY19" fmla="*/ 150849 h 392112"/>
                <a:gd name="connsiteX20" fmla="*/ 747248 w 1479897"/>
                <a:gd name="connsiteY20" fmla="*/ 173534 h 392112"/>
                <a:gd name="connsiteX21" fmla="*/ 649280 w 1479897"/>
                <a:gd name="connsiteY21" fmla="*/ 385307 h 392112"/>
                <a:gd name="connsiteX22" fmla="*/ 639710 w 1479897"/>
                <a:gd name="connsiteY22" fmla="*/ 385307 h 392112"/>
                <a:gd name="connsiteX23" fmla="*/ 539959 w 1479897"/>
                <a:gd name="connsiteY23" fmla="*/ 181798 h 392112"/>
                <a:gd name="connsiteX24" fmla="*/ 500869 w 1479897"/>
                <a:gd name="connsiteY24" fmla="*/ 150849 h 392112"/>
                <a:gd name="connsiteX25" fmla="*/ 891928 w 1479897"/>
                <a:gd name="connsiteY25" fmla="*/ 141289 h 392112"/>
                <a:gd name="connsiteX26" fmla="*/ 1005143 w 1479897"/>
                <a:gd name="connsiteY26" fmla="*/ 258437 h 392112"/>
                <a:gd name="connsiteX27" fmla="*/ 1005143 w 1479897"/>
                <a:gd name="connsiteY27" fmla="*/ 263136 h 392112"/>
                <a:gd name="connsiteX28" fmla="*/ 831753 w 1479897"/>
                <a:gd name="connsiteY28" fmla="*/ 263136 h 392112"/>
                <a:gd name="connsiteX29" fmla="*/ 921448 w 1479897"/>
                <a:gd name="connsiteY29" fmla="*/ 362784 h 392112"/>
                <a:gd name="connsiteX30" fmla="*/ 994762 w 1479897"/>
                <a:gd name="connsiteY30" fmla="*/ 327461 h 392112"/>
                <a:gd name="connsiteX31" fmla="*/ 998493 w 1479897"/>
                <a:gd name="connsiteY31" fmla="*/ 328271 h 392112"/>
                <a:gd name="connsiteX32" fmla="*/ 897930 w 1479897"/>
                <a:gd name="connsiteY32" fmla="*/ 392111 h 392112"/>
                <a:gd name="connsiteX33" fmla="*/ 770604 w 1479897"/>
                <a:gd name="connsiteY33" fmla="*/ 264594 h 392112"/>
                <a:gd name="connsiteX34" fmla="*/ 891928 w 1479897"/>
                <a:gd name="connsiteY34" fmla="*/ 141289 h 392112"/>
                <a:gd name="connsiteX35" fmla="*/ 1191509 w 1479897"/>
                <a:gd name="connsiteY35" fmla="*/ 141128 h 392112"/>
                <a:gd name="connsiteX36" fmla="*/ 1269527 w 1479897"/>
                <a:gd name="connsiteY36" fmla="*/ 223439 h 392112"/>
                <a:gd name="connsiteX37" fmla="*/ 1269527 w 1479897"/>
                <a:gd name="connsiteY37" fmla="*/ 350633 h 392112"/>
                <a:gd name="connsiteX38" fmla="*/ 1307805 w 1479897"/>
                <a:gd name="connsiteY38" fmla="*/ 381581 h 392112"/>
                <a:gd name="connsiteX39" fmla="*/ 1307805 w 1479897"/>
                <a:gd name="connsiteY39" fmla="*/ 385307 h 392112"/>
                <a:gd name="connsiteX40" fmla="*/ 1177235 w 1479897"/>
                <a:gd name="connsiteY40" fmla="*/ 385307 h 392112"/>
                <a:gd name="connsiteX41" fmla="*/ 1177235 w 1479897"/>
                <a:gd name="connsiteY41" fmla="*/ 381581 h 392112"/>
                <a:gd name="connsiteX42" fmla="*/ 1214704 w 1479897"/>
                <a:gd name="connsiteY42" fmla="*/ 350471 h 392112"/>
                <a:gd name="connsiteX43" fmla="*/ 1214704 w 1479897"/>
                <a:gd name="connsiteY43" fmla="*/ 217282 h 392112"/>
                <a:gd name="connsiteX44" fmla="*/ 1172531 w 1479897"/>
                <a:gd name="connsiteY44" fmla="*/ 156521 h 392112"/>
                <a:gd name="connsiteX45" fmla="*/ 1104895 w 1479897"/>
                <a:gd name="connsiteY45" fmla="*/ 246610 h 392112"/>
                <a:gd name="connsiteX46" fmla="*/ 1104895 w 1479897"/>
                <a:gd name="connsiteY46" fmla="*/ 350633 h 392112"/>
                <a:gd name="connsiteX47" fmla="*/ 1143174 w 1479897"/>
                <a:gd name="connsiteY47" fmla="*/ 381581 h 392112"/>
                <a:gd name="connsiteX48" fmla="*/ 1143174 w 1479897"/>
                <a:gd name="connsiteY48" fmla="*/ 385307 h 392112"/>
                <a:gd name="connsiteX49" fmla="*/ 1012604 w 1479897"/>
                <a:gd name="connsiteY49" fmla="*/ 385307 h 392112"/>
                <a:gd name="connsiteX50" fmla="*/ 1012604 w 1479897"/>
                <a:gd name="connsiteY50" fmla="*/ 381581 h 392112"/>
                <a:gd name="connsiteX51" fmla="*/ 1050072 w 1479897"/>
                <a:gd name="connsiteY51" fmla="*/ 350633 h 392112"/>
                <a:gd name="connsiteX52" fmla="*/ 1050072 w 1479897"/>
                <a:gd name="connsiteY52" fmla="*/ 193950 h 392112"/>
                <a:gd name="connsiteX53" fmla="*/ 1012604 w 1479897"/>
                <a:gd name="connsiteY53" fmla="*/ 150849 h 392112"/>
                <a:gd name="connsiteX54" fmla="*/ 1012604 w 1479897"/>
                <a:gd name="connsiteY54" fmla="*/ 147123 h 392112"/>
                <a:gd name="connsiteX55" fmla="*/ 1105057 w 1479897"/>
                <a:gd name="connsiteY55" fmla="*/ 147123 h 392112"/>
                <a:gd name="connsiteX56" fmla="*/ 1105057 w 1479897"/>
                <a:gd name="connsiteY56" fmla="*/ 195084 h 392112"/>
                <a:gd name="connsiteX57" fmla="*/ 1191509 w 1479897"/>
                <a:gd name="connsiteY57" fmla="*/ 141128 h 392112"/>
                <a:gd name="connsiteX58" fmla="*/ 1392958 w 1479897"/>
                <a:gd name="connsiteY58" fmla="*/ 67404 h 392112"/>
                <a:gd name="connsiteX59" fmla="*/ 1396689 w 1479897"/>
                <a:gd name="connsiteY59" fmla="*/ 67404 h 392112"/>
                <a:gd name="connsiteX60" fmla="*/ 1396689 w 1479897"/>
                <a:gd name="connsiteY60" fmla="*/ 146961 h 392112"/>
                <a:gd name="connsiteX61" fmla="*/ 1464650 w 1479897"/>
                <a:gd name="connsiteY61" fmla="*/ 146961 h 392112"/>
                <a:gd name="connsiteX62" fmla="*/ 1464650 w 1479897"/>
                <a:gd name="connsiteY62" fmla="*/ 156520 h 392112"/>
                <a:gd name="connsiteX63" fmla="*/ 1396689 w 1479897"/>
                <a:gd name="connsiteY63" fmla="*/ 156520 h 392112"/>
                <a:gd name="connsiteX64" fmla="*/ 1396689 w 1479897"/>
                <a:gd name="connsiteY64" fmla="*/ 312555 h 392112"/>
                <a:gd name="connsiteX65" fmla="*/ 1437239 w 1479897"/>
                <a:gd name="connsiteY65" fmla="*/ 365863 h 392112"/>
                <a:gd name="connsiteX66" fmla="*/ 1476166 w 1479897"/>
                <a:gd name="connsiteY66" fmla="*/ 327300 h 392112"/>
                <a:gd name="connsiteX67" fmla="*/ 1479897 w 1479897"/>
                <a:gd name="connsiteY67" fmla="*/ 328271 h 392112"/>
                <a:gd name="connsiteX68" fmla="*/ 1406259 w 1479897"/>
                <a:gd name="connsiteY68" fmla="*/ 392111 h 392112"/>
                <a:gd name="connsiteX69" fmla="*/ 1342353 w 1479897"/>
                <a:gd name="connsiteY69" fmla="*/ 319036 h 392112"/>
                <a:gd name="connsiteX70" fmla="*/ 1342353 w 1479897"/>
                <a:gd name="connsiteY70" fmla="*/ 156520 h 392112"/>
                <a:gd name="connsiteX71" fmla="*/ 1287692 w 1479897"/>
                <a:gd name="connsiteY71" fmla="*/ 156520 h 392112"/>
                <a:gd name="connsiteX72" fmla="*/ 1287692 w 1479897"/>
                <a:gd name="connsiteY72" fmla="*/ 146961 h 392112"/>
                <a:gd name="connsiteX73" fmla="*/ 1392958 w 1479897"/>
                <a:gd name="connsiteY73" fmla="*/ 67404 h 392112"/>
                <a:gd name="connsiteX74" fmla="*/ 476215 w 1479897"/>
                <a:gd name="connsiteY74" fmla="*/ 5347 h 392112"/>
                <a:gd name="connsiteX75" fmla="*/ 476701 w 1479897"/>
                <a:gd name="connsiteY75" fmla="*/ 5347 h 392112"/>
                <a:gd name="connsiteX76" fmla="*/ 476701 w 1479897"/>
                <a:gd name="connsiteY76" fmla="*/ 336374 h 392112"/>
                <a:gd name="connsiteX77" fmla="*/ 515791 w 1479897"/>
                <a:gd name="connsiteY77" fmla="*/ 381743 h 392112"/>
                <a:gd name="connsiteX78" fmla="*/ 515791 w 1479897"/>
                <a:gd name="connsiteY78" fmla="*/ 385469 h 392112"/>
                <a:gd name="connsiteX79" fmla="*/ 420905 w 1479897"/>
                <a:gd name="connsiteY79" fmla="*/ 385469 h 392112"/>
                <a:gd name="connsiteX80" fmla="*/ 420905 w 1479897"/>
                <a:gd name="connsiteY80" fmla="*/ 344476 h 392112"/>
                <a:gd name="connsiteX81" fmla="*/ 341915 w 1479897"/>
                <a:gd name="connsiteY81" fmla="*/ 392112 h 392112"/>
                <a:gd name="connsiteX82" fmla="*/ 220915 w 1479897"/>
                <a:gd name="connsiteY82" fmla="*/ 266702 h 392112"/>
                <a:gd name="connsiteX83" fmla="*/ 341915 w 1479897"/>
                <a:gd name="connsiteY83" fmla="*/ 141290 h 392112"/>
                <a:gd name="connsiteX84" fmla="*/ 420905 w 1479897"/>
                <a:gd name="connsiteY84" fmla="*/ 188927 h 392112"/>
                <a:gd name="connsiteX85" fmla="*/ 420905 w 1479897"/>
                <a:gd name="connsiteY85" fmla="*/ 73886 h 392112"/>
                <a:gd name="connsiteX86" fmla="*/ 381491 w 1479897"/>
                <a:gd name="connsiteY86" fmla="*/ 30786 h 392112"/>
                <a:gd name="connsiteX87" fmla="*/ 381491 w 1479897"/>
                <a:gd name="connsiteY87" fmla="*/ 26897 h 392112"/>
                <a:gd name="connsiteX88" fmla="*/ 476215 w 1479897"/>
                <a:gd name="connsiteY88" fmla="*/ 5347 h 392112"/>
                <a:gd name="connsiteX89" fmla="*/ 26763 w 1479897"/>
                <a:gd name="connsiteY89" fmla="*/ 0 h 392112"/>
                <a:gd name="connsiteX90" fmla="*/ 27249 w 1479897"/>
                <a:gd name="connsiteY90" fmla="*/ 0 h 392112"/>
                <a:gd name="connsiteX91" fmla="*/ 197233 w 1479897"/>
                <a:gd name="connsiteY91" fmla="*/ 350633 h 392112"/>
                <a:gd name="connsiteX92" fmla="*/ 247028 w 1479897"/>
                <a:gd name="connsiteY92" fmla="*/ 381581 h 392112"/>
                <a:gd name="connsiteX93" fmla="*/ 247028 w 1479897"/>
                <a:gd name="connsiteY93" fmla="*/ 385307 h 392112"/>
                <a:gd name="connsiteX94" fmla="*/ 90344 w 1479897"/>
                <a:gd name="connsiteY94" fmla="*/ 385307 h 392112"/>
                <a:gd name="connsiteX95" fmla="*/ 90344 w 1479897"/>
                <a:gd name="connsiteY95" fmla="*/ 381581 h 392112"/>
                <a:gd name="connsiteX96" fmla="*/ 124244 w 1479897"/>
                <a:gd name="connsiteY96" fmla="*/ 350633 h 392112"/>
                <a:gd name="connsiteX97" fmla="*/ 0 w 1479897"/>
                <a:gd name="connsiteY97" fmla="*/ 94626 h 39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479897" h="392112">
                  <a:moveTo>
                    <a:pt x="353755" y="152308"/>
                  </a:moveTo>
                  <a:cubicBezTo>
                    <a:pt x="311908" y="152308"/>
                    <a:pt x="282226" y="195894"/>
                    <a:pt x="282226" y="266702"/>
                  </a:cubicBezTo>
                  <a:cubicBezTo>
                    <a:pt x="282226" y="337508"/>
                    <a:pt x="312070" y="381094"/>
                    <a:pt x="353755" y="381094"/>
                  </a:cubicBezTo>
                  <a:cubicBezTo>
                    <a:pt x="395440" y="381094"/>
                    <a:pt x="425123" y="337346"/>
                    <a:pt x="425285" y="266702"/>
                  </a:cubicBezTo>
                  <a:cubicBezTo>
                    <a:pt x="425285" y="195894"/>
                    <a:pt x="395440" y="152308"/>
                    <a:pt x="353755" y="152308"/>
                  </a:cubicBezTo>
                  <a:close/>
                  <a:moveTo>
                    <a:pt x="896795" y="148580"/>
                  </a:moveTo>
                  <a:cubicBezTo>
                    <a:pt x="852352" y="148580"/>
                    <a:pt x="831753" y="200268"/>
                    <a:pt x="831753" y="251145"/>
                  </a:cubicBezTo>
                  <a:lnTo>
                    <a:pt x="953726" y="251145"/>
                  </a:lnTo>
                  <a:lnTo>
                    <a:pt x="953726" y="250659"/>
                  </a:lnTo>
                  <a:cubicBezTo>
                    <a:pt x="953726" y="207235"/>
                    <a:pt x="939615" y="148580"/>
                    <a:pt x="896795" y="148580"/>
                  </a:cubicBezTo>
                  <a:close/>
                  <a:moveTo>
                    <a:pt x="500869" y="147123"/>
                  </a:moveTo>
                  <a:lnTo>
                    <a:pt x="621220" y="147123"/>
                  </a:lnTo>
                  <a:lnTo>
                    <a:pt x="621220" y="150849"/>
                  </a:lnTo>
                  <a:cubicBezTo>
                    <a:pt x="602081" y="152470"/>
                    <a:pt x="587969" y="162678"/>
                    <a:pt x="597377" y="181798"/>
                  </a:cubicBezTo>
                  <a:lnTo>
                    <a:pt x="664851" y="319523"/>
                  </a:lnTo>
                  <a:lnTo>
                    <a:pt x="729731" y="179367"/>
                  </a:lnTo>
                  <a:cubicBezTo>
                    <a:pt x="742869" y="151012"/>
                    <a:pt x="708483" y="151984"/>
                    <a:pt x="694533" y="150849"/>
                  </a:cubicBezTo>
                  <a:lnTo>
                    <a:pt x="694533" y="147123"/>
                  </a:lnTo>
                  <a:lnTo>
                    <a:pt x="782121" y="147123"/>
                  </a:lnTo>
                  <a:lnTo>
                    <a:pt x="782121" y="150849"/>
                  </a:lnTo>
                  <a:cubicBezTo>
                    <a:pt x="767847" y="151984"/>
                    <a:pt x="753898" y="159924"/>
                    <a:pt x="747248" y="173534"/>
                  </a:cubicBezTo>
                  <a:lnTo>
                    <a:pt x="649280" y="385307"/>
                  </a:lnTo>
                  <a:lnTo>
                    <a:pt x="639710" y="385307"/>
                  </a:lnTo>
                  <a:lnTo>
                    <a:pt x="539959" y="181798"/>
                  </a:lnTo>
                  <a:cubicBezTo>
                    <a:pt x="530876" y="163164"/>
                    <a:pt x="520333" y="152470"/>
                    <a:pt x="500869" y="150849"/>
                  </a:cubicBezTo>
                  <a:close/>
                  <a:moveTo>
                    <a:pt x="891928" y="141289"/>
                  </a:moveTo>
                  <a:cubicBezTo>
                    <a:pt x="969622" y="141289"/>
                    <a:pt x="1005143" y="207397"/>
                    <a:pt x="1005143" y="258437"/>
                  </a:cubicBezTo>
                  <a:lnTo>
                    <a:pt x="1005143" y="263136"/>
                  </a:lnTo>
                  <a:lnTo>
                    <a:pt x="831753" y="263136"/>
                  </a:lnTo>
                  <a:cubicBezTo>
                    <a:pt x="831753" y="313689"/>
                    <a:pt x="855271" y="363270"/>
                    <a:pt x="921448" y="362784"/>
                  </a:cubicBezTo>
                  <a:cubicBezTo>
                    <a:pt x="949671" y="362460"/>
                    <a:pt x="984382" y="347553"/>
                    <a:pt x="994762" y="327461"/>
                  </a:cubicBezTo>
                  <a:lnTo>
                    <a:pt x="998493" y="328271"/>
                  </a:lnTo>
                  <a:cubicBezTo>
                    <a:pt x="986328" y="361164"/>
                    <a:pt x="945617" y="392111"/>
                    <a:pt x="897930" y="392111"/>
                  </a:cubicBezTo>
                  <a:cubicBezTo>
                    <a:pt x="823643" y="392111"/>
                    <a:pt x="770604" y="334104"/>
                    <a:pt x="770604" y="264594"/>
                  </a:cubicBezTo>
                  <a:cubicBezTo>
                    <a:pt x="770604" y="201402"/>
                    <a:pt x="816506" y="141289"/>
                    <a:pt x="891928" y="141289"/>
                  </a:cubicBezTo>
                  <a:close/>
                  <a:moveTo>
                    <a:pt x="1191509" y="141128"/>
                  </a:moveTo>
                  <a:cubicBezTo>
                    <a:pt x="1240655" y="141128"/>
                    <a:pt x="1270012" y="173372"/>
                    <a:pt x="1269527" y="223439"/>
                  </a:cubicBezTo>
                  <a:lnTo>
                    <a:pt x="1269527" y="350633"/>
                  </a:lnTo>
                  <a:cubicBezTo>
                    <a:pt x="1269527" y="369753"/>
                    <a:pt x="1286557" y="379960"/>
                    <a:pt x="1307805" y="381581"/>
                  </a:cubicBezTo>
                  <a:lnTo>
                    <a:pt x="1307805" y="385307"/>
                  </a:lnTo>
                  <a:lnTo>
                    <a:pt x="1177235" y="385307"/>
                  </a:lnTo>
                  <a:lnTo>
                    <a:pt x="1177235" y="381581"/>
                  </a:lnTo>
                  <a:cubicBezTo>
                    <a:pt x="1197997" y="379960"/>
                    <a:pt x="1214704" y="369590"/>
                    <a:pt x="1214704" y="350471"/>
                  </a:cubicBezTo>
                  <a:lnTo>
                    <a:pt x="1214704" y="217282"/>
                  </a:lnTo>
                  <a:cubicBezTo>
                    <a:pt x="1214704" y="180987"/>
                    <a:pt x="1198159" y="156521"/>
                    <a:pt x="1172531" y="156521"/>
                  </a:cubicBezTo>
                  <a:cubicBezTo>
                    <a:pt x="1141228" y="156521"/>
                    <a:pt x="1104895" y="193626"/>
                    <a:pt x="1104895" y="246610"/>
                  </a:cubicBezTo>
                  <a:lnTo>
                    <a:pt x="1104895" y="350633"/>
                  </a:lnTo>
                  <a:cubicBezTo>
                    <a:pt x="1104895" y="369753"/>
                    <a:pt x="1121926" y="379960"/>
                    <a:pt x="1143174" y="381581"/>
                  </a:cubicBezTo>
                  <a:lnTo>
                    <a:pt x="1143174" y="385307"/>
                  </a:lnTo>
                  <a:lnTo>
                    <a:pt x="1012604" y="385307"/>
                  </a:lnTo>
                  <a:lnTo>
                    <a:pt x="1012604" y="381581"/>
                  </a:lnTo>
                  <a:cubicBezTo>
                    <a:pt x="1033365" y="379960"/>
                    <a:pt x="1050072" y="369753"/>
                    <a:pt x="1050072" y="350633"/>
                  </a:cubicBezTo>
                  <a:lnTo>
                    <a:pt x="1050072" y="193950"/>
                  </a:lnTo>
                  <a:cubicBezTo>
                    <a:pt x="1050072" y="158303"/>
                    <a:pt x="1033365" y="152470"/>
                    <a:pt x="1012604" y="150849"/>
                  </a:cubicBezTo>
                  <a:lnTo>
                    <a:pt x="1012604" y="147123"/>
                  </a:lnTo>
                  <a:lnTo>
                    <a:pt x="1105057" y="147123"/>
                  </a:lnTo>
                  <a:lnTo>
                    <a:pt x="1105057" y="195084"/>
                  </a:lnTo>
                  <a:cubicBezTo>
                    <a:pt x="1118195" y="166081"/>
                    <a:pt x="1146255" y="141128"/>
                    <a:pt x="1191509" y="141128"/>
                  </a:cubicBezTo>
                  <a:close/>
                  <a:moveTo>
                    <a:pt x="1392958" y="67404"/>
                  </a:moveTo>
                  <a:lnTo>
                    <a:pt x="1396689" y="67404"/>
                  </a:lnTo>
                  <a:lnTo>
                    <a:pt x="1396689" y="146961"/>
                  </a:lnTo>
                  <a:lnTo>
                    <a:pt x="1464650" y="146961"/>
                  </a:lnTo>
                  <a:lnTo>
                    <a:pt x="1464650" y="156520"/>
                  </a:lnTo>
                  <a:lnTo>
                    <a:pt x="1396689" y="156520"/>
                  </a:lnTo>
                  <a:lnTo>
                    <a:pt x="1396689" y="312555"/>
                  </a:lnTo>
                  <a:cubicBezTo>
                    <a:pt x="1396689" y="342693"/>
                    <a:pt x="1405123" y="365863"/>
                    <a:pt x="1437239" y="365863"/>
                  </a:cubicBezTo>
                  <a:cubicBezTo>
                    <a:pt x="1458487" y="365863"/>
                    <a:pt x="1471463" y="345933"/>
                    <a:pt x="1476166" y="327300"/>
                  </a:cubicBezTo>
                  <a:lnTo>
                    <a:pt x="1479897" y="328271"/>
                  </a:lnTo>
                  <a:cubicBezTo>
                    <a:pt x="1472760" y="363108"/>
                    <a:pt x="1442916" y="392111"/>
                    <a:pt x="1406259" y="392111"/>
                  </a:cubicBezTo>
                  <a:cubicBezTo>
                    <a:pt x="1362952" y="392111"/>
                    <a:pt x="1342353" y="365863"/>
                    <a:pt x="1342353" y="319036"/>
                  </a:cubicBezTo>
                  <a:lnTo>
                    <a:pt x="1342353" y="156520"/>
                  </a:lnTo>
                  <a:lnTo>
                    <a:pt x="1287692" y="156520"/>
                  </a:lnTo>
                  <a:lnTo>
                    <a:pt x="1287692" y="146961"/>
                  </a:lnTo>
                  <a:cubicBezTo>
                    <a:pt x="1348841" y="146961"/>
                    <a:pt x="1382416" y="110504"/>
                    <a:pt x="1392958" y="67404"/>
                  </a:cubicBezTo>
                  <a:close/>
                  <a:moveTo>
                    <a:pt x="476215" y="5347"/>
                  </a:moveTo>
                  <a:lnTo>
                    <a:pt x="476701" y="5347"/>
                  </a:lnTo>
                  <a:lnTo>
                    <a:pt x="476701" y="336374"/>
                  </a:lnTo>
                  <a:cubicBezTo>
                    <a:pt x="476701" y="373803"/>
                    <a:pt x="495354" y="379960"/>
                    <a:pt x="515791" y="381743"/>
                  </a:cubicBezTo>
                  <a:lnTo>
                    <a:pt x="515791" y="385469"/>
                  </a:lnTo>
                  <a:lnTo>
                    <a:pt x="420905" y="385469"/>
                  </a:lnTo>
                  <a:lnTo>
                    <a:pt x="420905" y="344476"/>
                  </a:lnTo>
                  <a:cubicBezTo>
                    <a:pt x="405821" y="374937"/>
                    <a:pt x="379545" y="392112"/>
                    <a:pt x="341915" y="392112"/>
                  </a:cubicBezTo>
                  <a:cubicBezTo>
                    <a:pt x="279144" y="392112"/>
                    <a:pt x="220915" y="344313"/>
                    <a:pt x="220915" y="266702"/>
                  </a:cubicBezTo>
                  <a:cubicBezTo>
                    <a:pt x="220915" y="189089"/>
                    <a:pt x="279144" y="141290"/>
                    <a:pt x="341915" y="141290"/>
                  </a:cubicBezTo>
                  <a:cubicBezTo>
                    <a:pt x="379545" y="141290"/>
                    <a:pt x="405821" y="158465"/>
                    <a:pt x="420905" y="188927"/>
                  </a:cubicBezTo>
                  <a:lnTo>
                    <a:pt x="420905" y="73886"/>
                  </a:lnTo>
                  <a:cubicBezTo>
                    <a:pt x="420905" y="38239"/>
                    <a:pt x="403388" y="32406"/>
                    <a:pt x="381491" y="30786"/>
                  </a:cubicBezTo>
                  <a:lnTo>
                    <a:pt x="381491" y="26897"/>
                  </a:lnTo>
                  <a:cubicBezTo>
                    <a:pt x="393494" y="26897"/>
                    <a:pt x="444587" y="29652"/>
                    <a:pt x="476215" y="5347"/>
                  </a:cubicBezTo>
                  <a:close/>
                  <a:moveTo>
                    <a:pt x="26763" y="0"/>
                  </a:moveTo>
                  <a:lnTo>
                    <a:pt x="27249" y="0"/>
                  </a:lnTo>
                  <a:lnTo>
                    <a:pt x="197233" y="350633"/>
                  </a:lnTo>
                  <a:cubicBezTo>
                    <a:pt x="206803" y="370401"/>
                    <a:pt x="222211" y="379960"/>
                    <a:pt x="247028" y="381581"/>
                  </a:cubicBezTo>
                  <a:lnTo>
                    <a:pt x="247028" y="385307"/>
                  </a:lnTo>
                  <a:lnTo>
                    <a:pt x="90344" y="385307"/>
                  </a:lnTo>
                  <a:lnTo>
                    <a:pt x="90344" y="381581"/>
                  </a:lnTo>
                  <a:cubicBezTo>
                    <a:pt x="114674" y="379960"/>
                    <a:pt x="134138" y="370887"/>
                    <a:pt x="124244" y="350633"/>
                  </a:cubicBezTo>
                  <a:lnTo>
                    <a:pt x="0" y="94626"/>
                  </a:lnTo>
                  <a:close/>
                </a:path>
              </a:pathLst>
            </a:custGeom>
            <a:solidFill>
              <a:schemeClr val="bg1"/>
            </a:solidFill>
            <a:ln w="1823" cap="flat">
              <a:noFill/>
              <a:prstDash val="solid"/>
              <a:miter/>
            </a:ln>
          </p:spPr>
          <p:txBody>
            <a:bodyPr wrap="square" rtlCol="0" anchor="ctr">
              <a:noAutofit/>
            </a:bodyPr>
            <a:lstStyle/>
            <a:p>
              <a:endParaRPr lang="en-US" b="0" i="0">
                <a:latin typeface="+mn-lt" panose="02000503000000020004" pitchFamily="2" charset="0"/>
              </a:endParaRPr>
            </a:p>
          </p:txBody>
        </p:sp>
        <p:sp>
          <p:nvSpPr>
            <p:cNvPr id="26" name="Freeform 25">
              <a:extLst>
                <a:ext uri="{FF2B5EF4-FFF2-40B4-BE49-F238E27FC236}">
                  <a16:creationId xmlns:a16="http://schemas.microsoft.com/office/drawing/2014/main" id="{7C5F9FEE-DD5D-349E-19AD-AC060DBF977A}"/>
                </a:ext>
              </a:extLst>
            </p:cNvPr>
            <p:cNvSpPr/>
            <p:nvPr/>
          </p:nvSpPr>
          <p:spPr>
            <a:xfrm>
              <a:off x="493713" y="704668"/>
              <a:ext cx="162198" cy="162029"/>
            </a:xfrm>
            <a:custGeom>
              <a:avLst/>
              <a:gdLst>
                <a:gd name="connsiteX0" fmla="*/ 182947 w 182946"/>
                <a:gd name="connsiteY0" fmla="*/ 91378 h 182756"/>
                <a:gd name="connsiteX1" fmla="*/ 91473 w 182946"/>
                <a:gd name="connsiteY1" fmla="*/ 182757 h 182756"/>
                <a:gd name="connsiteX2" fmla="*/ 0 w 182946"/>
                <a:gd name="connsiteY2" fmla="*/ 91378 h 182756"/>
                <a:gd name="connsiteX3" fmla="*/ 91473 w 182946"/>
                <a:gd name="connsiteY3" fmla="*/ 0 h 182756"/>
                <a:gd name="connsiteX4" fmla="*/ 182947 w 182946"/>
                <a:gd name="connsiteY4" fmla="*/ 91378 h 18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46" h="182756">
                  <a:moveTo>
                    <a:pt x="182947" y="91378"/>
                  </a:moveTo>
                  <a:cubicBezTo>
                    <a:pt x="182947" y="141845"/>
                    <a:pt x="141993" y="182757"/>
                    <a:pt x="91473" y="182757"/>
                  </a:cubicBezTo>
                  <a:cubicBezTo>
                    <a:pt x="40954" y="182757"/>
                    <a:pt x="0" y="141845"/>
                    <a:pt x="0" y="91378"/>
                  </a:cubicBezTo>
                  <a:cubicBezTo>
                    <a:pt x="0" y="40912"/>
                    <a:pt x="40954" y="0"/>
                    <a:pt x="91473" y="0"/>
                  </a:cubicBezTo>
                  <a:cubicBezTo>
                    <a:pt x="141993" y="0"/>
                    <a:pt x="182947" y="40912"/>
                    <a:pt x="182947" y="91378"/>
                  </a:cubicBezTo>
                  <a:close/>
                </a:path>
              </a:pathLst>
            </a:custGeom>
            <a:solidFill>
              <a:srgbClr val="E1B523"/>
            </a:solidFill>
            <a:ln w="1823" cap="flat">
              <a:noFill/>
              <a:prstDash val="solid"/>
              <a:miter/>
            </a:ln>
          </p:spPr>
          <p:txBody>
            <a:bodyPr rtlCol="0" anchor="ctr"/>
            <a:lstStyle/>
            <a:p>
              <a:endParaRPr lang="en-US" b="0" i="0">
                <a:latin typeface="+mn-lt" panose="02000503000000020004" pitchFamily="2" charset="0"/>
              </a:endParaRPr>
            </a:p>
          </p:txBody>
        </p:sp>
      </p:grpSp>
      <p:sp>
        <p:nvSpPr>
          <p:cNvPr id="2" name="Title 1"/>
          <p:cNvSpPr>
            <a:spLocks noGrp="1"/>
          </p:cNvSpPr>
          <p:nvPr>
            <p:ph type="ctrTitle"/>
          </p:nvPr>
        </p:nvSpPr>
        <p:spPr>
          <a:xfrm>
            <a:off x="493713" y="1663701"/>
            <a:ext cx="9326562" cy="1992312"/>
          </a:xfrm>
        </p:spPr>
        <p:txBody>
          <a:bodyPr vert="horz" anchor="b">
            <a:noAutofit/>
          </a:bodyPr>
          <a:lstStyle>
            <a:lvl1pPr algn="l">
              <a:defRPr sz="6000">
                <a:solidFill>
                  <a:schemeClr val="bg1"/>
                </a:solidFill>
              </a:defRPr>
            </a:lvl1pPr>
          </a:lstStyle>
          <a:p>
            <a:r>
              <a:rPr lang="en-US" noProof="0"/>
              <a:t>Click to edit Master title style</a:t>
            </a:r>
          </a:p>
        </p:txBody>
      </p:sp>
      <p:sp>
        <p:nvSpPr>
          <p:cNvPr id="3" name="Subtitle 2"/>
          <p:cNvSpPr>
            <a:spLocks noGrp="1"/>
          </p:cNvSpPr>
          <p:nvPr>
            <p:ph type="subTitle" idx="1" hasCustomPrompt="1"/>
          </p:nvPr>
        </p:nvSpPr>
        <p:spPr>
          <a:xfrm>
            <a:off x="493712" y="3902868"/>
            <a:ext cx="9326562" cy="1655762"/>
          </a:xfrm>
        </p:spPr>
        <p:txBody>
          <a:bodyPr>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Text Placeholder 4">
            <a:extLst>
              <a:ext uri="{FF2B5EF4-FFF2-40B4-BE49-F238E27FC236}">
                <a16:creationId xmlns:a16="http://schemas.microsoft.com/office/drawing/2014/main" id="{B78C0780-EC44-A15A-8195-781FC6D65973}"/>
              </a:ext>
            </a:extLst>
          </p:cNvPr>
          <p:cNvSpPr>
            <a:spLocks noGrp="1"/>
          </p:cNvSpPr>
          <p:nvPr>
            <p:ph type="body" sz="quarter" idx="10" hasCustomPrompt="1"/>
          </p:nvPr>
        </p:nvSpPr>
        <p:spPr>
          <a:xfrm>
            <a:off x="493712" y="5599028"/>
            <a:ext cx="9326563" cy="392112"/>
          </a:xfrm>
        </p:spPr>
        <p:txBody>
          <a:bodyPr anchor="b" anchorCtr="0">
            <a:noAutofit/>
          </a:bodyPr>
          <a:lstStyle>
            <a:lvl1pPr>
              <a:defRPr sz="1400">
                <a:solidFill>
                  <a:schemeClr val="bg1"/>
                </a:solidFill>
              </a:defRPr>
            </a:lvl1pPr>
          </a:lstStyle>
          <a:p>
            <a:pPr lvl="0"/>
            <a:r>
              <a:rPr lang="en-US" noProof="0"/>
              <a:t>Month Year</a:t>
            </a:r>
          </a:p>
        </p:txBody>
      </p:sp>
    </p:spTree>
    <p:extLst>
      <p:ext uri="{BB962C8B-B14F-4D97-AF65-F5344CB8AC3E}">
        <p14:creationId xmlns:p14="http://schemas.microsoft.com/office/powerpoint/2010/main" val="801237471"/>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Cover dark">
    <p:bg>
      <p:bgPr>
        <a:solidFill>
          <a:schemeClr val="tx2"/>
        </a:solidFill>
        <a:effectLst/>
      </p:bgPr>
    </p:bg>
    <p:spTree>
      <p:nvGrpSpPr>
        <p:cNvPr id="1" name=""/>
        <p:cNvGrpSpPr/>
        <p:nvPr/>
      </p:nvGrpSpPr>
      <p:grpSpPr>
        <a:xfrm>
          <a:off x="0" y="0"/>
          <a:ext cx="0" cy="0"/>
          <a:chOff x="0" y="0"/>
          <a:chExt cx="0" cy="0"/>
        </a:xfrm>
      </p:grpSpPr>
      <p:graphicFrame>
        <p:nvGraphicFramePr>
          <p:cNvPr id="14" name="think-cell data - do not delete">
            <a:extLst>
              <a:ext uri="{FF2B5EF4-FFF2-40B4-BE49-F238E27FC236}">
                <a16:creationId xmlns:a16="http://schemas.microsoft.com/office/drawing/2014/main" id="{B6754C4E-7A4E-D171-CD85-E58463ED9EC1}"/>
              </a:ext>
            </a:extLst>
          </p:cNvPr>
          <p:cNvGraphicFramePr>
            <a:graphicFrameLocks noChangeAspect="1"/>
          </p:cNvGraphicFramePr>
          <p:nvPr>
            <p:custDataLst>
              <p:tags r:id="rId1"/>
            </p:custDataLst>
            <p:extLst>
              <p:ext uri="{D42A27DB-BD31-4B8C-83A1-F6EECF244321}">
                <p14:modId xmlns:p14="http://schemas.microsoft.com/office/powerpoint/2010/main" val="14203660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4" name="think-cell data - do not delete">
                        <a:extLst>
                          <a:ext uri="{FF2B5EF4-FFF2-40B4-BE49-F238E27FC236}">
                            <a16:creationId xmlns:a16="http://schemas.microsoft.com/office/drawing/2014/main" id="{B6754C4E-7A4E-D171-CD85-E58463ED9EC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pSp>
        <p:nvGrpSpPr>
          <p:cNvPr id="16" name="Logo">
            <a:extLst>
              <a:ext uri="{FF2B5EF4-FFF2-40B4-BE49-F238E27FC236}">
                <a16:creationId xmlns:a16="http://schemas.microsoft.com/office/drawing/2014/main" id="{8EC44462-1D16-65FC-359C-286754C69155}"/>
              </a:ext>
            </a:extLst>
          </p:cNvPr>
          <p:cNvGrpSpPr/>
          <p:nvPr/>
        </p:nvGrpSpPr>
        <p:grpSpPr>
          <a:xfrm>
            <a:off x="493713" y="474747"/>
            <a:ext cx="1621982" cy="392112"/>
            <a:chOff x="493713" y="474747"/>
            <a:chExt cx="1621982" cy="392112"/>
          </a:xfrm>
        </p:grpSpPr>
        <p:sp>
          <p:nvSpPr>
            <p:cNvPr id="17" name="Freeform 16">
              <a:extLst>
                <a:ext uri="{FF2B5EF4-FFF2-40B4-BE49-F238E27FC236}">
                  <a16:creationId xmlns:a16="http://schemas.microsoft.com/office/drawing/2014/main" id="{6D5D22C9-1BC6-56D5-15E1-4D5F2AC18203}"/>
                </a:ext>
              </a:extLst>
            </p:cNvPr>
            <p:cNvSpPr/>
            <p:nvPr/>
          </p:nvSpPr>
          <p:spPr>
            <a:xfrm>
              <a:off x="635798" y="474747"/>
              <a:ext cx="1479897" cy="392112"/>
            </a:xfrm>
            <a:custGeom>
              <a:avLst/>
              <a:gdLst>
                <a:gd name="connsiteX0" fmla="*/ 353755 w 1479897"/>
                <a:gd name="connsiteY0" fmla="*/ 152308 h 392112"/>
                <a:gd name="connsiteX1" fmla="*/ 282226 w 1479897"/>
                <a:gd name="connsiteY1" fmla="*/ 266702 h 392112"/>
                <a:gd name="connsiteX2" fmla="*/ 353755 w 1479897"/>
                <a:gd name="connsiteY2" fmla="*/ 381094 h 392112"/>
                <a:gd name="connsiteX3" fmla="*/ 425285 w 1479897"/>
                <a:gd name="connsiteY3" fmla="*/ 266702 h 392112"/>
                <a:gd name="connsiteX4" fmla="*/ 353755 w 1479897"/>
                <a:gd name="connsiteY4" fmla="*/ 152308 h 392112"/>
                <a:gd name="connsiteX5" fmla="*/ 896795 w 1479897"/>
                <a:gd name="connsiteY5" fmla="*/ 148580 h 392112"/>
                <a:gd name="connsiteX6" fmla="*/ 831753 w 1479897"/>
                <a:gd name="connsiteY6" fmla="*/ 251145 h 392112"/>
                <a:gd name="connsiteX7" fmla="*/ 953726 w 1479897"/>
                <a:gd name="connsiteY7" fmla="*/ 251145 h 392112"/>
                <a:gd name="connsiteX8" fmla="*/ 953726 w 1479897"/>
                <a:gd name="connsiteY8" fmla="*/ 250659 h 392112"/>
                <a:gd name="connsiteX9" fmla="*/ 896795 w 1479897"/>
                <a:gd name="connsiteY9" fmla="*/ 148580 h 392112"/>
                <a:gd name="connsiteX10" fmla="*/ 500869 w 1479897"/>
                <a:gd name="connsiteY10" fmla="*/ 147123 h 392112"/>
                <a:gd name="connsiteX11" fmla="*/ 621220 w 1479897"/>
                <a:gd name="connsiteY11" fmla="*/ 147123 h 392112"/>
                <a:gd name="connsiteX12" fmla="*/ 621220 w 1479897"/>
                <a:gd name="connsiteY12" fmla="*/ 150849 h 392112"/>
                <a:gd name="connsiteX13" fmla="*/ 597377 w 1479897"/>
                <a:gd name="connsiteY13" fmla="*/ 181798 h 392112"/>
                <a:gd name="connsiteX14" fmla="*/ 664851 w 1479897"/>
                <a:gd name="connsiteY14" fmla="*/ 319523 h 392112"/>
                <a:gd name="connsiteX15" fmla="*/ 729731 w 1479897"/>
                <a:gd name="connsiteY15" fmla="*/ 179367 h 392112"/>
                <a:gd name="connsiteX16" fmla="*/ 694533 w 1479897"/>
                <a:gd name="connsiteY16" fmla="*/ 150849 h 392112"/>
                <a:gd name="connsiteX17" fmla="*/ 694533 w 1479897"/>
                <a:gd name="connsiteY17" fmla="*/ 147123 h 392112"/>
                <a:gd name="connsiteX18" fmla="*/ 782121 w 1479897"/>
                <a:gd name="connsiteY18" fmla="*/ 147123 h 392112"/>
                <a:gd name="connsiteX19" fmla="*/ 782121 w 1479897"/>
                <a:gd name="connsiteY19" fmla="*/ 150849 h 392112"/>
                <a:gd name="connsiteX20" fmla="*/ 747248 w 1479897"/>
                <a:gd name="connsiteY20" fmla="*/ 173534 h 392112"/>
                <a:gd name="connsiteX21" fmla="*/ 649280 w 1479897"/>
                <a:gd name="connsiteY21" fmla="*/ 385307 h 392112"/>
                <a:gd name="connsiteX22" fmla="*/ 639710 w 1479897"/>
                <a:gd name="connsiteY22" fmla="*/ 385307 h 392112"/>
                <a:gd name="connsiteX23" fmla="*/ 539959 w 1479897"/>
                <a:gd name="connsiteY23" fmla="*/ 181798 h 392112"/>
                <a:gd name="connsiteX24" fmla="*/ 500869 w 1479897"/>
                <a:gd name="connsiteY24" fmla="*/ 150849 h 392112"/>
                <a:gd name="connsiteX25" fmla="*/ 891928 w 1479897"/>
                <a:gd name="connsiteY25" fmla="*/ 141289 h 392112"/>
                <a:gd name="connsiteX26" fmla="*/ 1005143 w 1479897"/>
                <a:gd name="connsiteY26" fmla="*/ 258437 h 392112"/>
                <a:gd name="connsiteX27" fmla="*/ 1005143 w 1479897"/>
                <a:gd name="connsiteY27" fmla="*/ 263136 h 392112"/>
                <a:gd name="connsiteX28" fmla="*/ 831753 w 1479897"/>
                <a:gd name="connsiteY28" fmla="*/ 263136 h 392112"/>
                <a:gd name="connsiteX29" fmla="*/ 921448 w 1479897"/>
                <a:gd name="connsiteY29" fmla="*/ 362784 h 392112"/>
                <a:gd name="connsiteX30" fmla="*/ 994762 w 1479897"/>
                <a:gd name="connsiteY30" fmla="*/ 327461 h 392112"/>
                <a:gd name="connsiteX31" fmla="*/ 998493 w 1479897"/>
                <a:gd name="connsiteY31" fmla="*/ 328271 h 392112"/>
                <a:gd name="connsiteX32" fmla="*/ 897930 w 1479897"/>
                <a:gd name="connsiteY32" fmla="*/ 392111 h 392112"/>
                <a:gd name="connsiteX33" fmla="*/ 770604 w 1479897"/>
                <a:gd name="connsiteY33" fmla="*/ 264594 h 392112"/>
                <a:gd name="connsiteX34" fmla="*/ 891928 w 1479897"/>
                <a:gd name="connsiteY34" fmla="*/ 141289 h 392112"/>
                <a:gd name="connsiteX35" fmla="*/ 1191509 w 1479897"/>
                <a:gd name="connsiteY35" fmla="*/ 141128 h 392112"/>
                <a:gd name="connsiteX36" fmla="*/ 1269527 w 1479897"/>
                <a:gd name="connsiteY36" fmla="*/ 223439 h 392112"/>
                <a:gd name="connsiteX37" fmla="*/ 1269527 w 1479897"/>
                <a:gd name="connsiteY37" fmla="*/ 350633 h 392112"/>
                <a:gd name="connsiteX38" fmla="*/ 1307805 w 1479897"/>
                <a:gd name="connsiteY38" fmla="*/ 381581 h 392112"/>
                <a:gd name="connsiteX39" fmla="*/ 1307805 w 1479897"/>
                <a:gd name="connsiteY39" fmla="*/ 385307 h 392112"/>
                <a:gd name="connsiteX40" fmla="*/ 1177235 w 1479897"/>
                <a:gd name="connsiteY40" fmla="*/ 385307 h 392112"/>
                <a:gd name="connsiteX41" fmla="*/ 1177235 w 1479897"/>
                <a:gd name="connsiteY41" fmla="*/ 381581 h 392112"/>
                <a:gd name="connsiteX42" fmla="*/ 1214704 w 1479897"/>
                <a:gd name="connsiteY42" fmla="*/ 350471 h 392112"/>
                <a:gd name="connsiteX43" fmla="*/ 1214704 w 1479897"/>
                <a:gd name="connsiteY43" fmla="*/ 217282 h 392112"/>
                <a:gd name="connsiteX44" fmla="*/ 1172531 w 1479897"/>
                <a:gd name="connsiteY44" fmla="*/ 156521 h 392112"/>
                <a:gd name="connsiteX45" fmla="*/ 1104895 w 1479897"/>
                <a:gd name="connsiteY45" fmla="*/ 246610 h 392112"/>
                <a:gd name="connsiteX46" fmla="*/ 1104895 w 1479897"/>
                <a:gd name="connsiteY46" fmla="*/ 350633 h 392112"/>
                <a:gd name="connsiteX47" fmla="*/ 1143174 w 1479897"/>
                <a:gd name="connsiteY47" fmla="*/ 381581 h 392112"/>
                <a:gd name="connsiteX48" fmla="*/ 1143174 w 1479897"/>
                <a:gd name="connsiteY48" fmla="*/ 385307 h 392112"/>
                <a:gd name="connsiteX49" fmla="*/ 1012604 w 1479897"/>
                <a:gd name="connsiteY49" fmla="*/ 385307 h 392112"/>
                <a:gd name="connsiteX50" fmla="*/ 1012604 w 1479897"/>
                <a:gd name="connsiteY50" fmla="*/ 381581 h 392112"/>
                <a:gd name="connsiteX51" fmla="*/ 1050072 w 1479897"/>
                <a:gd name="connsiteY51" fmla="*/ 350633 h 392112"/>
                <a:gd name="connsiteX52" fmla="*/ 1050072 w 1479897"/>
                <a:gd name="connsiteY52" fmla="*/ 193950 h 392112"/>
                <a:gd name="connsiteX53" fmla="*/ 1012604 w 1479897"/>
                <a:gd name="connsiteY53" fmla="*/ 150849 h 392112"/>
                <a:gd name="connsiteX54" fmla="*/ 1012604 w 1479897"/>
                <a:gd name="connsiteY54" fmla="*/ 147123 h 392112"/>
                <a:gd name="connsiteX55" fmla="*/ 1105057 w 1479897"/>
                <a:gd name="connsiteY55" fmla="*/ 147123 h 392112"/>
                <a:gd name="connsiteX56" fmla="*/ 1105057 w 1479897"/>
                <a:gd name="connsiteY56" fmla="*/ 195084 h 392112"/>
                <a:gd name="connsiteX57" fmla="*/ 1191509 w 1479897"/>
                <a:gd name="connsiteY57" fmla="*/ 141128 h 392112"/>
                <a:gd name="connsiteX58" fmla="*/ 1392958 w 1479897"/>
                <a:gd name="connsiteY58" fmla="*/ 67404 h 392112"/>
                <a:gd name="connsiteX59" fmla="*/ 1396689 w 1479897"/>
                <a:gd name="connsiteY59" fmla="*/ 67404 h 392112"/>
                <a:gd name="connsiteX60" fmla="*/ 1396689 w 1479897"/>
                <a:gd name="connsiteY60" fmla="*/ 146961 h 392112"/>
                <a:gd name="connsiteX61" fmla="*/ 1464650 w 1479897"/>
                <a:gd name="connsiteY61" fmla="*/ 146961 h 392112"/>
                <a:gd name="connsiteX62" fmla="*/ 1464650 w 1479897"/>
                <a:gd name="connsiteY62" fmla="*/ 156520 h 392112"/>
                <a:gd name="connsiteX63" fmla="*/ 1396689 w 1479897"/>
                <a:gd name="connsiteY63" fmla="*/ 156520 h 392112"/>
                <a:gd name="connsiteX64" fmla="*/ 1396689 w 1479897"/>
                <a:gd name="connsiteY64" fmla="*/ 312555 h 392112"/>
                <a:gd name="connsiteX65" fmla="*/ 1437239 w 1479897"/>
                <a:gd name="connsiteY65" fmla="*/ 365863 h 392112"/>
                <a:gd name="connsiteX66" fmla="*/ 1476166 w 1479897"/>
                <a:gd name="connsiteY66" fmla="*/ 327300 h 392112"/>
                <a:gd name="connsiteX67" fmla="*/ 1479897 w 1479897"/>
                <a:gd name="connsiteY67" fmla="*/ 328271 h 392112"/>
                <a:gd name="connsiteX68" fmla="*/ 1406259 w 1479897"/>
                <a:gd name="connsiteY68" fmla="*/ 392111 h 392112"/>
                <a:gd name="connsiteX69" fmla="*/ 1342353 w 1479897"/>
                <a:gd name="connsiteY69" fmla="*/ 319036 h 392112"/>
                <a:gd name="connsiteX70" fmla="*/ 1342353 w 1479897"/>
                <a:gd name="connsiteY70" fmla="*/ 156520 h 392112"/>
                <a:gd name="connsiteX71" fmla="*/ 1287692 w 1479897"/>
                <a:gd name="connsiteY71" fmla="*/ 156520 h 392112"/>
                <a:gd name="connsiteX72" fmla="*/ 1287692 w 1479897"/>
                <a:gd name="connsiteY72" fmla="*/ 146961 h 392112"/>
                <a:gd name="connsiteX73" fmla="*/ 1392958 w 1479897"/>
                <a:gd name="connsiteY73" fmla="*/ 67404 h 392112"/>
                <a:gd name="connsiteX74" fmla="*/ 476215 w 1479897"/>
                <a:gd name="connsiteY74" fmla="*/ 5347 h 392112"/>
                <a:gd name="connsiteX75" fmla="*/ 476701 w 1479897"/>
                <a:gd name="connsiteY75" fmla="*/ 5347 h 392112"/>
                <a:gd name="connsiteX76" fmla="*/ 476701 w 1479897"/>
                <a:gd name="connsiteY76" fmla="*/ 336374 h 392112"/>
                <a:gd name="connsiteX77" fmla="*/ 515791 w 1479897"/>
                <a:gd name="connsiteY77" fmla="*/ 381743 h 392112"/>
                <a:gd name="connsiteX78" fmla="*/ 515791 w 1479897"/>
                <a:gd name="connsiteY78" fmla="*/ 385469 h 392112"/>
                <a:gd name="connsiteX79" fmla="*/ 420905 w 1479897"/>
                <a:gd name="connsiteY79" fmla="*/ 385469 h 392112"/>
                <a:gd name="connsiteX80" fmla="*/ 420905 w 1479897"/>
                <a:gd name="connsiteY80" fmla="*/ 344476 h 392112"/>
                <a:gd name="connsiteX81" fmla="*/ 341915 w 1479897"/>
                <a:gd name="connsiteY81" fmla="*/ 392112 h 392112"/>
                <a:gd name="connsiteX82" fmla="*/ 220915 w 1479897"/>
                <a:gd name="connsiteY82" fmla="*/ 266702 h 392112"/>
                <a:gd name="connsiteX83" fmla="*/ 341915 w 1479897"/>
                <a:gd name="connsiteY83" fmla="*/ 141290 h 392112"/>
                <a:gd name="connsiteX84" fmla="*/ 420905 w 1479897"/>
                <a:gd name="connsiteY84" fmla="*/ 188927 h 392112"/>
                <a:gd name="connsiteX85" fmla="*/ 420905 w 1479897"/>
                <a:gd name="connsiteY85" fmla="*/ 73886 h 392112"/>
                <a:gd name="connsiteX86" fmla="*/ 381491 w 1479897"/>
                <a:gd name="connsiteY86" fmla="*/ 30786 h 392112"/>
                <a:gd name="connsiteX87" fmla="*/ 381491 w 1479897"/>
                <a:gd name="connsiteY87" fmla="*/ 26897 h 392112"/>
                <a:gd name="connsiteX88" fmla="*/ 476215 w 1479897"/>
                <a:gd name="connsiteY88" fmla="*/ 5347 h 392112"/>
                <a:gd name="connsiteX89" fmla="*/ 26763 w 1479897"/>
                <a:gd name="connsiteY89" fmla="*/ 0 h 392112"/>
                <a:gd name="connsiteX90" fmla="*/ 27249 w 1479897"/>
                <a:gd name="connsiteY90" fmla="*/ 0 h 392112"/>
                <a:gd name="connsiteX91" fmla="*/ 197233 w 1479897"/>
                <a:gd name="connsiteY91" fmla="*/ 350633 h 392112"/>
                <a:gd name="connsiteX92" fmla="*/ 247028 w 1479897"/>
                <a:gd name="connsiteY92" fmla="*/ 381581 h 392112"/>
                <a:gd name="connsiteX93" fmla="*/ 247028 w 1479897"/>
                <a:gd name="connsiteY93" fmla="*/ 385307 h 392112"/>
                <a:gd name="connsiteX94" fmla="*/ 90344 w 1479897"/>
                <a:gd name="connsiteY94" fmla="*/ 385307 h 392112"/>
                <a:gd name="connsiteX95" fmla="*/ 90344 w 1479897"/>
                <a:gd name="connsiteY95" fmla="*/ 381581 h 392112"/>
                <a:gd name="connsiteX96" fmla="*/ 124244 w 1479897"/>
                <a:gd name="connsiteY96" fmla="*/ 350633 h 392112"/>
                <a:gd name="connsiteX97" fmla="*/ 0 w 1479897"/>
                <a:gd name="connsiteY97" fmla="*/ 94626 h 39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479897" h="392112">
                  <a:moveTo>
                    <a:pt x="353755" y="152308"/>
                  </a:moveTo>
                  <a:cubicBezTo>
                    <a:pt x="311908" y="152308"/>
                    <a:pt x="282226" y="195894"/>
                    <a:pt x="282226" y="266702"/>
                  </a:cubicBezTo>
                  <a:cubicBezTo>
                    <a:pt x="282226" y="337508"/>
                    <a:pt x="312070" y="381094"/>
                    <a:pt x="353755" y="381094"/>
                  </a:cubicBezTo>
                  <a:cubicBezTo>
                    <a:pt x="395440" y="381094"/>
                    <a:pt x="425123" y="337346"/>
                    <a:pt x="425285" y="266702"/>
                  </a:cubicBezTo>
                  <a:cubicBezTo>
                    <a:pt x="425285" y="195894"/>
                    <a:pt x="395440" y="152308"/>
                    <a:pt x="353755" y="152308"/>
                  </a:cubicBezTo>
                  <a:close/>
                  <a:moveTo>
                    <a:pt x="896795" y="148580"/>
                  </a:moveTo>
                  <a:cubicBezTo>
                    <a:pt x="852352" y="148580"/>
                    <a:pt x="831753" y="200268"/>
                    <a:pt x="831753" y="251145"/>
                  </a:cubicBezTo>
                  <a:lnTo>
                    <a:pt x="953726" y="251145"/>
                  </a:lnTo>
                  <a:lnTo>
                    <a:pt x="953726" y="250659"/>
                  </a:lnTo>
                  <a:cubicBezTo>
                    <a:pt x="953726" y="207235"/>
                    <a:pt x="939615" y="148580"/>
                    <a:pt x="896795" y="148580"/>
                  </a:cubicBezTo>
                  <a:close/>
                  <a:moveTo>
                    <a:pt x="500869" y="147123"/>
                  </a:moveTo>
                  <a:lnTo>
                    <a:pt x="621220" y="147123"/>
                  </a:lnTo>
                  <a:lnTo>
                    <a:pt x="621220" y="150849"/>
                  </a:lnTo>
                  <a:cubicBezTo>
                    <a:pt x="602081" y="152470"/>
                    <a:pt x="587969" y="162678"/>
                    <a:pt x="597377" y="181798"/>
                  </a:cubicBezTo>
                  <a:lnTo>
                    <a:pt x="664851" y="319523"/>
                  </a:lnTo>
                  <a:lnTo>
                    <a:pt x="729731" y="179367"/>
                  </a:lnTo>
                  <a:cubicBezTo>
                    <a:pt x="742869" y="151012"/>
                    <a:pt x="708483" y="151984"/>
                    <a:pt x="694533" y="150849"/>
                  </a:cubicBezTo>
                  <a:lnTo>
                    <a:pt x="694533" y="147123"/>
                  </a:lnTo>
                  <a:lnTo>
                    <a:pt x="782121" y="147123"/>
                  </a:lnTo>
                  <a:lnTo>
                    <a:pt x="782121" y="150849"/>
                  </a:lnTo>
                  <a:cubicBezTo>
                    <a:pt x="767847" y="151984"/>
                    <a:pt x="753898" y="159924"/>
                    <a:pt x="747248" y="173534"/>
                  </a:cubicBezTo>
                  <a:lnTo>
                    <a:pt x="649280" y="385307"/>
                  </a:lnTo>
                  <a:lnTo>
                    <a:pt x="639710" y="385307"/>
                  </a:lnTo>
                  <a:lnTo>
                    <a:pt x="539959" y="181798"/>
                  </a:lnTo>
                  <a:cubicBezTo>
                    <a:pt x="530876" y="163164"/>
                    <a:pt x="520333" y="152470"/>
                    <a:pt x="500869" y="150849"/>
                  </a:cubicBezTo>
                  <a:close/>
                  <a:moveTo>
                    <a:pt x="891928" y="141289"/>
                  </a:moveTo>
                  <a:cubicBezTo>
                    <a:pt x="969622" y="141289"/>
                    <a:pt x="1005143" y="207397"/>
                    <a:pt x="1005143" y="258437"/>
                  </a:cubicBezTo>
                  <a:lnTo>
                    <a:pt x="1005143" y="263136"/>
                  </a:lnTo>
                  <a:lnTo>
                    <a:pt x="831753" y="263136"/>
                  </a:lnTo>
                  <a:cubicBezTo>
                    <a:pt x="831753" y="313689"/>
                    <a:pt x="855271" y="363270"/>
                    <a:pt x="921448" y="362784"/>
                  </a:cubicBezTo>
                  <a:cubicBezTo>
                    <a:pt x="949671" y="362460"/>
                    <a:pt x="984382" y="347553"/>
                    <a:pt x="994762" y="327461"/>
                  </a:cubicBezTo>
                  <a:lnTo>
                    <a:pt x="998493" y="328271"/>
                  </a:lnTo>
                  <a:cubicBezTo>
                    <a:pt x="986328" y="361164"/>
                    <a:pt x="945617" y="392111"/>
                    <a:pt x="897930" y="392111"/>
                  </a:cubicBezTo>
                  <a:cubicBezTo>
                    <a:pt x="823643" y="392111"/>
                    <a:pt x="770604" y="334104"/>
                    <a:pt x="770604" y="264594"/>
                  </a:cubicBezTo>
                  <a:cubicBezTo>
                    <a:pt x="770604" y="201402"/>
                    <a:pt x="816506" y="141289"/>
                    <a:pt x="891928" y="141289"/>
                  </a:cubicBezTo>
                  <a:close/>
                  <a:moveTo>
                    <a:pt x="1191509" y="141128"/>
                  </a:moveTo>
                  <a:cubicBezTo>
                    <a:pt x="1240655" y="141128"/>
                    <a:pt x="1270012" y="173372"/>
                    <a:pt x="1269527" y="223439"/>
                  </a:cubicBezTo>
                  <a:lnTo>
                    <a:pt x="1269527" y="350633"/>
                  </a:lnTo>
                  <a:cubicBezTo>
                    <a:pt x="1269527" y="369753"/>
                    <a:pt x="1286557" y="379960"/>
                    <a:pt x="1307805" y="381581"/>
                  </a:cubicBezTo>
                  <a:lnTo>
                    <a:pt x="1307805" y="385307"/>
                  </a:lnTo>
                  <a:lnTo>
                    <a:pt x="1177235" y="385307"/>
                  </a:lnTo>
                  <a:lnTo>
                    <a:pt x="1177235" y="381581"/>
                  </a:lnTo>
                  <a:cubicBezTo>
                    <a:pt x="1197997" y="379960"/>
                    <a:pt x="1214704" y="369590"/>
                    <a:pt x="1214704" y="350471"/>
                  </a:cubicBezTo>
                  <a:lnTo>
                    <a:pt x="1214704" y="217282"/>
                  </a:lnTo>
                  <a:cubicBezTo>
                    <a:pt x="1214704" y="180987"/>
                    <a:pt x="1198159" y="156521"/>
                    <a:pt x="1172531" y="156521"/>
                  </a:cubicBezTo>
                  <a:cubicBezTo>
                    <a:pt x="1141228" y="156521"/>
                    <a:pt x="1104895" y="193626"/>
                    <a:pt x="1104895" y="246610"/>
                  </a:cubicBezTo>
                  <a:lnTo>
                    <a:pt x="1104895" y="350633"/>
                  </a:lnTo>
                  <a:cubicBezTo>
                    <a:pt x="1104895" y="369753"/>
                    <a:pt x="1121926" y="379960"/>
                    <a:pt x="1143174" y="381581"/>
                  </a:cubicBezTo>
                  <a:lnTo>
                    <a:pt x="1143174" y="385307"/>
                  </a:lnTo>
                  <a:lnTo>
                    <a:pt x="1012604" y="385307"/>
                  </a:lnTo>
                  <a:lnTo>
                    <a:pt x="1012604" y="381581"/>
                  </a:lnTo>
                  <a:cubicBezTo>
                    <a:pt x="1033365" y="379960"/>
                    <a:pt x="1050072" y="369753"/>
                    <a:pt x="1050072" y="350633"/>
                  </a:cubicBezTo>
                  <a:lnTo>
                    <a:pt x="1050072" y="193950"/>
                  </a:lnTo>
                  <a:cubicBezTo>
                    <a:pt x="1050072" y="158303"/>
                    <a:pt x="1033365" y="152470"/>
                    <a:pt x="1012604" y="150849"/>
                  </a:cubicBezTo>
                  <a:lnTo>
                    <a:pt x="1012604" y="147123"/>
                  </a:lnTo>
                  <a:lnTo>
                    <a:pt x="1105057" y="147123"/>
                  </a:lnTo>
                  <a:lnTo>
                    <a:pt x="1105057" y="195084"/>
                  </a:lnTo>
                  <a:cubicBezTo>
                    <a:pt x="1118195" y="166081"/>
                    <a:pt x="1146255" y="141128"/>
                    <a:pt x="1191509" y="141128"/>
                  </a:cubicBezTo>
                  <a:close/>
                  <a:moveTo>
                    <a:pt x="1392958" y="67404"/>
                  </a:moveTo>
                  <a:lnTo>
                    <a:pt x="1396689" y="67404"/>
                  </a:lnTo>
                  <a:lnTo>
                    <a:pt x="1396689" y="146961"/>
                  </a:lnTo>
                  <a:lnTo>
                    <a:pt x="1464650" y="146961"/>
                  </a:lnTo>
                  <a:lnTo>
                    <a:pt x="1464650" y="156520"/>
                  </a:lnTo>
                  <a:lnTo>
                    <a:pt x="1396689" y="156520"/>
                  </a:lnTo>
                  <a:lnTo>
                    <a:pt x="1396689" y="312555"/>
                  </a:lnTo>
                  <a:cubicBezTo>
                    <a:pt x="1396689" y="342693"/>
                    <a:pt x="1405123" y="365863"/>
                    <a:pt x="1437239" y="365863"/>
                  </a:cubicBezTo>
                  <a:cubicBezTo>
                    <a:pt x="1458487" y="365863"/>
                    <a:pt x="1471463" y="345933"/>
                    <a:pt x="1476166" y="327300"/>
                  </a:cubicBezTo>
                  <a:lnTo>
                    <a:pt x="1479897" y="328271"/>
                  </a:lnTo>
                  <a:cubicBezTo>
                    <a:pt x="1472760" y="363108"/>
                    <a:pt x="1442916" y="392111"/>
                    <a:pt x="1406259" y="392111"/>
                  </a:cubicBezTo>
                  <a:cubicBezTo>
                    <a:pt x="1362952" y="392111"/>
                    <a:pt x="1342353" y="365863"/>
                    <a:pt x="1342353" y="319036"/>
                  </a:cubicBezTo>
                  <a:lnTo>
                    <a:pt x="1342353" y="156520"/>
                  </a:lnTo>
                  <a:lnTo>
                    <a:pt x="1287692" y="156520"/>
                  </a:lnTo>
                  <a:lnTo>
                    <a:pt x="1287692" y="146961"/>
                  </a:lnTo>
                  <a:cubicBezTo>
                    <a:pt x="1348841" y="146961"/>
                    <a:pt x="1382416" y="110504"/>
                    <a:pt x="1392958" y="67404"/>
                  </a:cubicBezTo>
                  <a:close/>
                  <a:moveTo>
                    <a:pt x="476215" y="5347"/>
                  </a:moveTo>
                  <a:lnTo>
                    <a:pt x="476701" y="5347"/>
                  </a:lnTo>
                  <a:lnTo>
                    <a:pt x="476701" y="336374"/>
                  </a:lnTo>
                  <a:cubicBezTo>
                    <a:pt x="476701" y="373803"/>
                    <a:pt x="495354" y="379960"/>
                    <a:pt x="515791" y="381743"/>
                  </a:cubicBezTo>
                  <a:lnTo>
                    <a:pt x="515791" y="385469"/>
                  </a:lnTo>
                  <a:lnTo>
                    <a:pt x="420905" y="385469"/>
                  </a:lnTo>
                  <a:lnTo>
                    <a:pt x="420905" y="344476"/>
                  </a:lnTo>
                  <a:cubicBezTo>
                    <a:pt x="405821" y="374937"/>
                    <a:pt x="379545" y="392112"/>
                    <a:pt x="341915" y="392112"/>
                  </a:cubicBezTo>
                  <a:cubicBezTo>
                    <a:pt x="279144" y="392112"/>
                    <a:pt x="220915" y="344313"/>
                    <a:pt x="220915" y="266702"/>
                  </a:cubicBezTo>
                  <a:cubicBezTo>
                    <a:pt x="220915" y="189089"/>
                    <a:pt x="279144" y="141290"/>
                    <a:pt x="341915" y="141290"/>
                  </a:cubicBezTo>
                  <a:cubicBezTo>
                    <a:pt x="379545" y="141290"/>
                    <a:pt x="405821" y="158465"/>
                    <a:pt x="420905" y="188927"/>
                  </a:cubicBezTo>
                  <a:lnTo>
                    <a:pt x="420905" y="73886"/>
                  </a:lnTo>
                  <a:cubicBezTo>
                    <a:pt x="420905" y="38239"/>
                    <a:pt x="403388" y="32406"/>
                    <a:pt x="381491" y="30786"/>
                  </a:cubicBezTo>
                  <a:lnTo>
                    <a:pt x="381491" y="26897"/>
                  </a:lnTo>
                  <a:cubicBezTo>
                    <a:pt x="393494" y="26897"/>
                    <a:pt x="444587" y="29652"/>
                    <a:pt x="476215" y="5347"/>
                  </a:cubicBezTo>
                  <a:close/>
                  <a:moveTo>
                    <a:pt x="26763" y="0"/>
                  </a:moveTo>
                  <a:lnTo>
                    <a:pt x="27249" y="0"/>
                  </a:lnTo>
                  <a:lnTo>
                    <a:pt x="197233" y="350633"/>
                  </a:lnTo>
                  <a:cubicBezTo>
                    <a:pt x="206803" y="370401"/>
                    <a:pt x="222211" y="379960"/>
                    <a:pt x="247028" y="381581"/>
                  </a:cubicBezTo>
                  <a:lnTo>
                    <a:pt x="247028" y="385307"/>
                  </a:lnTo>
                  <a:lnTo>
                    <a:pt x="90344" y="385307"/>
                  </a:lnTo>
                  <a:lnTo>
                    <a:pt x="90344" y="381581"/>
                  </a:lnTo>
                  <a:cubicBezTo>
                    <a:pt x="114674" y="379960"/>
                    <a:pt x="134138" y="370887"/>
                    <a:pt x="124244" y="350633"/>
                  </a:cubicBezTo>
                  <a:lnTo>
                    <a:pt x="0" y="94626"/>
                  </a:lnTo>
                  <a:close/>
                </a:path>
              </a:pathLst>
            </a:custGeom>
            <a:solidFill>
              <a:schemeClr val="bg1"/>
            </a:solidFill>
            <a:ln w="1823" cap="flat">
              <a:noFill/>
              <a:prstDash val="solid"/>
              <a:miter/>
            </a:ln>
          </p:spPr>
          <p:txBody>
            <a:bodyPr wrap="square" rtlCol="0" anchor="ctr">
              <a:noAutofit/>
            </a:bodyPr>
            <a:lstStyle/>
            <a:p>
              <a:endParaRPr lang="en-US" b="0" i="0">
                <a:latin typeface="+mn-lt" panose="02000503000000020004" pitchFamily="2" charset="0"/>
              </a:endParaRPr>
            </a:p>
          </p:txBody>
        </p:sp>
        <p:sp>
          <p:nvSpPr>
            <p:cNvPr id="18" name="Freeform 17">
              <a:extLst>
                <a:ext uri="{FF2B5EF4-FFF2-40B4-BE49-F238E27FC236}">
                  <a16:creationId xmlns:a16="http://schemas.microsoft.com/office/drawing/2014/main" id="{AFB313E7-DC6A-CFB1-1D67-D39C42042077}"/>
                </a:ext>
              </a:extLst>
            </p:cNvPr>
            <p:cNvSpPr/>
            <p:nvPr/>
          </p:nvSpPr>
          <p:spPr>
            <a:xfrm>
              <a:off x="493713" y="704668"/>
              <a:ext cx="162198" cy="162029"/>
            </a:xfrm>
            <a:custGeom>
              <a:avLst/>
              <a:gdLst>
                <a:gd name="connsiteX0" fmla="*/ 182947 w 182946"/>
                <a:gd name="connsiteY0" fmla="*/ 91378 h 182756"/>
                <a:gd name="connsiteX1" fmla="*/ 91473 w 182946"/>
                <a:gd name="connsiteY1" fmla="*/ 182757 h 182756"/>
                <a:gd name="connsiteX2" fmla="*/ 0 w 182946"/>
                <a:gd name="connsiteY2" fmla="*/ 91378 h 182756"/>
                <a:gd name="connsiteX3" fmla="*/ 91473 w 182946"/>
                <a:gd name="connsiteY3" fmla="*/ 0 h 182756"/>
                <a:gd name="connsiteX4" fmla="*/ 182947 w 182946"/>
                <a:gd name="connsiteY4" fmla="*/ 91378 h 18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46" h="182756">
                  <a:moveTo>
                    <a:pt x="182947" y="91378"/>
                  </a:moveTo>
                  <a:cubicBezTo>
                    <a:pt x="182947" y="141845"/>
                    <a:pt x="141993" y="182757"/>
                    <a:pt x="91473" y="182757"/>
                  </a:cubicBezTo>
                  <a:cubicBezTo>
                    <a:pt x="40954" y="182757"/>
                    <a:pt x="0" y="141845"/>
                    <a:pt x="0" y="91378"/>
                  </a:cubicBezTo>
                  <a:cubicBezTo>
                    <a:pt x="0" y="40912"/>
                    <a:pt x="40954" y="0"/>
                    <a:pt x="91473" y="0"/>
                  </a:cubicBezTo>
                  <a:cubicBezTo>
                    <a:pt x="141993" y="0"/>
                    <a:pt x="182947" y="40912"/>
                    <a:pt x="182947" y="91378"/>
                  </a:cubicBezTo>
                  <a:close/>
                </a:path>
              </a:pathLst>
            </a:custGeom>
            <a:solidFill>
              <a:srgbClr val="E1B523"/>
            </a:solidFill>
            <a:ln w="1823" cap="flat">
              <a:noFill/>
              <a:prstDash val="solid"/>
              <a:miter/>
            </a:ln>
          </p:spPr>
          <p:txBody>
            <a:bodyPr rtlCol="0" anchor="ctr"/>
            <a:lstStyle/>
            <a:p>
              <a:endParaRPr lang="en-US" b="0" i="0">
                <a:latin typeface="+mn-lt" panose="02000503000000020004" pitchFamily="2" charset="0"/>
              </a:endParaRPr>
            </a:p>
          </p:txBody>
        </p:sp>
      </p:grpSp>
      <p:sp>
        <p:nvSpPr>
          <p:cNvPr id="2" name="Title 1"/>
          <p:cNvSpPr>
            <a:spLocks noGrp="1"/>
          </p:cNvSpPr>
          <p:nvPr>
            <p:ph type="ctrTitle"/>
          </p:nvPr>
        </p:nvSpPr>
        <p:spPr>
          <a:xfrm>
            <a:off x="493713" y="1663701"/>
            <a:ext cx="9326562" cy="1992312"/>
          </a:xfrm>
        </p:spPr>
        <p:txBody>
          <a:bodyPr vert="horz" anchor="b">
            <a:noAutofit/>
          </a:bodyPr>
          <a:lstStyle>
            <a:lvl1pPr algn="l">
              <a:defRPr sz="6000">
                <a:solidFill>
                  <a:schemeClr val="bg1"/>
                </a:solidFill>
              </a:defRPr>
            </a:lvl1pPr>
          </a:lstStyle>
          <a:p>
            <a:r>
              <a:rPr lang="en-US" noProof="0"/>
              <a:t>Click to edit Master title style</a:t>
            </a:r>
          </a:p>
        </p:txBody>
      </p:sp>
      <p:sp>
        <p:nvSpPr>
          <p:cNvPr id="3" name="Subtitle 2"/>
          <p:cNvSpPr>
            <a:spLocks noGrp="1"/>
          </p:cNvSpPr>
          <p:nvPr>
            <p:ph type="subTitle" idx="1" hasCustomPrompt="1"/>
          </p:nvPr>
        </p:nvSpPr>
        <p:spPr>
          <a:xfrm>
            <a:off x="493713" y="3902868"/>
            <a:ext cx="9326561" cy="1655762"/>
          </a:xfrm>
        </p:spPr>
        <p:txBody>
          <a:bodyPr>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4" name="Text Placeholder 4">
            <a:extLst>
              <a:ext uri="{FF2B5EF4-FFF2-40B4-BE49-F238E27FC236}">
                <a16:creationId xmlns:a16="http://schemas.microsoft.com/office/drawing/2014/main" id="{B78C0780-EC44-A15A-8195-781FC6D65973}"/>
              </a:ext>
            </a:extLst>
          </p:cNvPr>
          <p:cNvSpPr>
            <a:spLocks noGrp="1"/>
          </p:cNvSpPr>
          <p:nvPr>
            <p:ph type="body" sz="quarter" idx="10" hasCustomPrompt="1"/>
          </p:nvPr>
        </p:nvSpPr>
        <p:spPr>
          <a:xfrm>
            <a:off x="493713" y="5599028"/>
            <a:ext cx="9326562" cy="392112"/>
          </a:xfrm>
        </p:spPr>
        <p:txBody>
          <a:bodyPr anchor="b" anchorCtr="0">
            <a:noAutofit/>
          </a:bodyPr>
          <a:lstStyle>
            <a:lvl1pPr>
              <a:defRPr sz="1400">
                <a:solidFill>
                  <a:schemeClr val="bg1"/>
                </a:solidFill>
              </a:defRPr>
            </a:lvl1pPr>
          </a:lstStyle>
          <a:p>
            <a:pPr lvl="0"/>
            <a:r>
              <a:rPr lang="en-US" noProof="0"/>
              <a:t>Month Year</a:t>
            </a:r>
          </a:p>
        </p:txBody>
      </p:sp>
    </p:spTree>
    <p:extLst>
      <p:ext uri="{BB962C8B-B14F-4D97-AF65-F5344CB8AC3E}">
        <p14:creationId xmlns:p14="http://schemas.microsoft.com/office/powerpoint/2010/main" val="361208406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ver">
    <p:bg>
      <p:bgPr>
        <a:solidFill>
          <a:schemeClr val="bg1"/>
        </a:solidFill>
        <a:effectLst/>
      </p:bgPr>
    </p:bg>
    <p:spTree>
      <p:nvGrpSpPr>
        <p:cNvPr id="1" name=""/>
        <p:cNvGrpSpPr/>
        <p:nvPr/>
      </p:nvGrpSpPr>
      <p:grpSpPr>
        <a:xfrm>
          <a:off x="0" y="0"/>
          <a:ext cx="0" cy="0"/>
          <a:chOff x="0" y="0"/>
          <a:chExt cx="0" cy="0"/>
        </a:xfrm>
      </p:grpSpPr>
      <p:graphicFrame>
        <p:nvGraphicFramePr>
          <p:cNvPr id="58" name="think-cell data - do not delete">
            <a:extLst>
              <a:ext uri="{FF2B5EF4-FFF2-40B4-BE49-F238E27FC236}">
                <a16:creationId xmlns:a16="http://schemas.microsoft.com/office/drawing/2014/main" id="{FA81C2CC-2F63-1090-BB55-3BF6A95A5789}"/>
              </a:ext>
            </a:extLst>
          </p:cNvPr>
          <p:cNvGraphicFramePr>
            <a:graphicFrameLocks noChangeAspect="1"/>
          </p:cNvGraphicFramePr>
          <p:nvPr>
            <p:custDataLst>
              <p:tags r:id="rId1"/>
            </p:custDataLst>
            <p:extLst>
              <p:ext uri="{D42A27DB-BD31-4B8C-83A1-F6EECF244321}">
                <p14:modId xmlns:p14="http://schemas.microsoft.com/office/powerpoint/2010/main" val="3839275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8" name="think-cell data - do not delete">
                        <a:extLst>
                          <a:ext uri="{FF2B5EF4-FFF2-40B4-BE49-F238E27FC236}">
                            <a16:creationId xmlns:a16="http://schemas.microsoft.com/office/drawing/2014/main" id="{FA81C2CC-2F63-1090-BB55-3BF6A95A578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pSp>
        <p:nvGrpSpPr>
          <p:cNvPr id="54" name="Logo">
            <a:extLst>
              <a:ext uri="{FF2B5EF4-FFF2-40B4-BE49-F238E27FC236}">
                <a16:creationId xmlns:a16="http://schemas.microsoft.com/office/drawing/2014/main" id="{2F42DBFF-4E09-E16B-06D3-4DA3D79712C0}"/>
              </a:ext>
            </a:extLst>
          </p:cNvPr>
          <p:cNvGrpSpPr/>
          <p:nvPr/>
        </p:nvGrpSpPr>
        <p:grpSpPr>
          <a:xfrm>
            <a:off x="493713" y="474747"/>
            <a:ext cx="1621982" cy="392112"/>
            <a:chOff x="493713" y="474747"/>
            <a:chExt cx="1621982" cy="392112"/>
          </a:xfrm>
        </p:grpSpPr>
        <p:sp>
          <p:nvSpPr>
            <p:cNvPr id="55" name="Freeform 54">
              <a:extLst>
                <a:ext uri="{FF2B5EF4-FFF2-40B4-BE49-F238E27FC236}">
                  <a16:creationId xmlns:a16="http://schemas.microsoft.com/office/drawing/2014/main" id="{32776DED-F863-0DBF-F4A7-28A41ABD709F}"/>
                </a:ext>
              </a:extLst>
            </p:cNvPr>
            <p:cNvSpPr/>
            <p:nvPr/>
          </p:nvSpPr>
          <p:spPr>
            <a:xfrm>
              <a:off x="635798" y="474747"/>
              <a:ext cx="1479897" cy="392112"/>
            </a:xfrm>
            <a:custGeom>
              <a:avLst/>
              <a:gdLst>
                <a:gd name="connsiteX0" fmla="*/ 353755 w 1479897"/>
                <a:gd name="connsiteY0" fmla="*/ 152308 h 392112"/>
                <a:gd name="connsiteX1" fmla="*/ 282226 w 1479897"/>
                <a:gd name="connsiteY1" fmla="*/ 266702 h 392112"/>
                <a:gd name="connsiteX2" fmla="*/ 353755 w 1479897"/>
                <a:gd name="connsiteY2" fmla="*/ 381094 h 392112"/>
                <a:gd name="connsiteX3" fmla="*/ 425285 w 1479897"/>
                <a:gd name="connsiteY3" fmla="*/ 266702 h 392112"/>
                <a:gd name="connsiteX4" fmla="*/ 353755 w 1479897"/>
                <a:gd name="connsiteY4" fmla="*/ 152308 h 392112"/>
                <a:gd name="connsiteX5" fmla="*/ 896795 w 1479897"/>
                <a:gd name="connsiteY5" fmla="*/ 148580 h 392112"/>
                <a:gd name="connsiteX6" fmla="*/ 831753 w 1479897"/>
                <a:gd name="connsiteY6" fmla="*/ 251145 h 392112"/>
                <a:gd name="connsiteX7" fmla="*/ 953726 w 1479897"/>
                <a:gd name="connsiteY7" fmla="*/ 251145 h 392112"/>
                <a:gd name="connsiteX8" fmla="*/ 953726 w 1479897"/>
                <a:gd name="connsiteY8" fmla="*/ 250659 h 392112"/>
                <a:gd name="connsiteX9" fmla="*/ 896795 w 1479897"/>
                <a:gd name="connsiteY9" fmla="*/ 148580 h 392112"/>
                <a:gd name="connsiteX10" fmla="*/ 500869 w 1479897"/>
                <a:gd name="connsiteY10" fmla="*/ 147123 h 392112"/>
                <a:gd name="connsiteX11" fmla="*/ 621220 w 1479897"/>
                <a:gd name="connsiteY11" fmla="*/ 147123 h 392112"/>
                <a:gd name="connsiteX12" fmla="*/ 621220 w 1479897"/>
                <a:gd name="connsiteY12" fmla="*/ 150849 h 392112"/>
                <a:gd name="connsiteX13" fmla="*/ 597377 w 1479897"/>
                <a:gd name="connsiteY13" fmla="*/ 181798 h 392112"/>
                <a:gd name="connsiteX14" fmla="*/ 664851 w 1479897"/>
                <a:gd name="connsiteY14" fmla="*/ 319523 h 392112"/>
                <a:gd name="connsiteX15" fmla="*/ 729731 w 1479897"/>
                <a:gd name="connsiteY15" fmla="*/ 179367 h 392112"/>
                <a:gd name="connsiteX16" fmla="*/ 694533 w 1479897"/>
                <a:gd name="connsiteY16" fmla="*/ 150849 h 392112"/>
                <a:gd name="connsiteX17" fmla="*/ 694533 w 1479897"/>
                <a:gd name="connsiteY17" fmla="*/ 147123 h 392112"/>
                <a:gd name="connsiteX18" fmla="*/ 782121 w 1479897"/>
                <a:gd name="connsiteY18" fmla="*/ 147123 h 392112"/>
                <a:gd name="connsiteX19" fmla="*/ 782121 w 1479897"/>
                <a:gd name="connsiteY19" fmla="*/ 150849 h 392112"/>
                <a:gd name="connsiteX20" fmla="*/ 747248 w 1479897"/>
                <a:gd name="connsiteY20" fmla="*/ 173534 h 392112"/>
                <a:gd name="connsiteX21" fmla="*/ 649280 w 1479897"/>
                <a:gd name="connsiteY21" fmla="*/ 385307 h 392112"/>
                <a:gd name="connsiteX22" fmla="*/ 639710 w 1479897"/>
                <a:gd name="connsiteY22" fmla="*/ 385307 h 392112"/>
                <a:gd name="connsiteX23" fmla="*/ 539959 w 1479897"/>
                <a:gd name="connsiteY23" fmla="*/ 181798 h 392112"/>
                <a:gd name="connsiteX24" fmla="*/ 500869 w 1479897"/>
                <a:gd name="connsiteY24" fmla="*/ 150849 h 392112"/>
                <a:gd name="connsiteX25" fmla="*/ 891928 w 1479897"/>
                <a:gd name="connsiteY25" fmla="*/ 141289 h 392112"/>
                <a:gd name="connsiteX26" fmla="*/ 1005143 w 1479897"/>
                <a:gd name="connsiteY26" fmla="*/ 258437 h 392112"/>
                <a:gd name="connsiteX27" fmla="*/ 1005143 w 1479897"/>
                <a:gd name="connsiteY27" fmla="*/ 263136 h 392112"/>
                <a:gd name="connsiteX28" fmla="*/ 831753 w 1479897"/>
                <a:gd name="connsiteY28" fmla="*/ 263136 h 392112"/>
                <a:gd name="connsiteX29" fmla="*/ 921448 w 1479897"/>
                <a:gd name="connsiteY29" fmla="*/ 362784 h 392112"/>
                <a:gd name="connsiteX30" fmla="*/ 994762 w 1479897"/>
                <a:gd name="connsiteY30" fmla="*/ 327461 h 392112"/>
                <a:gd name="connsiteX31" fmla="*/ 998493 w 1479897"/>
                <a:gd name="connsiteY31" fmla="*/ 328271 h 392112"/>
                <a:gd name="connsiteX32" fmla="*/ 897930 w 1479897"/>
                <a:gd name="connsiteY32" fmla="*/ 392111 h 392112"/>
                <a:gd name="connsiteX33" fmla="*/ 770604 w 1479897"/>
                <a:gd name="connsiteY33" fmla="*/ 264594 h 392112"/>
                <a:gd name="connsiteX34" fmla="*/ 891928 w 1479897"/>
                <a:gd name="connsiteY34" fmla="*/ 141289 h 392112"/>
                <a:gd name="connsiteX35" fmla="*/ 1191509 w 1479897"/>
                <a:gd name="connsiteY35" fmla="*/ 141128 h 392112"/>
                <a:gd name="connsiteX36" fmla="*/ 1269527 w 1479897"/>
                <a:gd name="connsiteY36" fmla="*/ 223439 h 392112"/>
                <a:gd name="connsiteX37" fmla="*/ 1269527 w 1479897"/>
                <a:gd name="connsiteY37" fmla="*/ 350633 h 392112"/>
                <a:gd name="connsiteX38" fmla="*/ 1307805 w 1479897"/>
                <a:gd name="connsiteY38" fmla="*/ 381581 h 392112"/>
                <a:gd name="connsiteX39" fmla="*/ 1307805 w 1479897"/>
                <a:gd name="connsiteY39" fmla="*/ 385307 h 392112"/>
                <a:gd name="connsiteX40" fmla="*/ 1177235 w 1479897"/>
                <a:gd name="connsiteY40" fmla="*/ 385307 h 392112"/>
                <a:gd name="connsiteX41" fmla="*/ 1177235 w 1479897"/>
                <a:gd name="connsiteY41" fmla="*/ 381581 h 392112"/>
                <a:gd name="connsiteX42" fmla="*/ 1214704 w 1479897"/>
                <a:gd name="connsiteY42" fmla="*/ 350471 h 392112"/>
                <a:gd name="connsiteX43" fmla="*/ 1214704 w 1479897"/>
                <a:gd name="connsiteY43" fmla="*/ 217282 h 392112"/>
                <a:gd name="connsiteX44" fmla="*/ 1172531 w 1479897"/>
                <a:gd name="connsiteY44" fmla="*/ 156521 h 392112"/>
                <a:gd name="connsiteX45" fmla="*/ 1104895 w 1479897"/>
                <a:gd name="connsiteY45" fmla="*/ 246610 h 392112"/>
                <a:gd name="connsiteX46" fmla="*/ 1104895 w 1479897"/>
                <a:gd name="connsiteY46" fmla="*/ 350633 h 392112"/>
                <a:gd name="connsiteX47" fmla="*/ 1143174 w 1479897"/>
                <a:gd name="connsiteY47" fmla="*/ 381581 h 392112"/>
                <a:gd name="connsiteX48" fmla="*/ 1143174 w 1479897"/>
                <a:gd name="connsiteY48" fmla="*/ 385307 h 392112"/>
                <a:gd name="connsiteX49" fmla="*/ 1012604 w 1479897"/>
                <a:gd name="connsiteY49" fmla="*/ 385307 h 392112"/>
                <a:gd name="connsiteX50" fmla="*/ 1012604 w 1479897"/>
                <a:gd name="connsiteY50" fmla="*/ 381581 h 392112"/>
                <a:gd name="connsiteX51" fmla="*/ 1050072 w 1479897"/>
                <a:gd name="connsiteY51" fmla="*/ 350633 h 392112"/>
                <a:gd name="connsiteX52" fmla="*/ 1050072 w 1479897"/>
                <a:gd name="connsiteY52" fmla="*/ 193950 h 392112"/>
                <a:gd name="connsiteX53" fmla="*/ 1012604 w 1479897"/>
                <a:gd name="connsiteY53" fmla="*/ 150849 h 392112"/>
                <a:gd name="connsiteX54" fmla="*/ 1012604 w 1479897"/>
                <a:gd name="connsiteY54" fmla="*/ 147123 h 392112"/>
                <a:gd name="connsiteX55" fmla="*/ 1105057 w 1479897"/>
                <a:gd name="connsiteY55" fmla="*/ 147123 h 392112"/>
                <a:gd name="connsiteX56" fmla="*/ 1105057 w 1479897"/>
                <a:gd name="connsiteY56" fmla="*/ 195084 h 392112"/>
                <a:gd name="connsiteX57" fmla="*/ 1191509 w 1479897"/>
                <a:gd name="connsiteY57" fmla="*/ 141128 h 392112"/>
                <a:gd name="connsiteX58" fmla="*/ 1392958 w 1479897"/>
                <a:gd name="connsiteY58" fmla="*/ 67404 h 392112"/>
                <a:gd name="connsiteX59" fmla="*/ 1396689 w 1479897"/>
                <a:gd name="connsiteY59" fmla="*/ 67404 h 392112"/>
                <a:gd name="connsiteX60" fmla="*/ 1396689 w 1479897"/>
                <a:gd name="connsiteY60" fmla="*/ 146961 h 392112"/>
                <a:gd name="connsiteX61" fmla="*/ 1464650 w 1479897"/>
                <a:gd name="connsiteY61" fmla="*/ 146961 h 392112"/>
                <a:gd name="connsiteX62" fmla="*/ 1464650 w 1479897"/>
                <a:gd name="connsiteY62" fmla="*/ 156520 h 392112"/>
                <a:gd name="connsiteX63" fmla="*/ 1396689 w 1479897"/>
                <a:gd name="connsiteY63" fmla="*/ 156520 h 392112"/>
                <a:gd name="connsiteX64" fmla="*/ 1396689 w 1479897"/>
                <a:gd name="connsiteY64" fmla="*/ 312555 h 392112"/>
                <a:gd name="connsiteX65" fmla="*/ 1437239 w 1479897"/>
                <a:gd name="connsiteY65" fmla="*/ 365863 h 392112"/>
                <a:gd name="connsiteX66" fmla="*/ 1476166 w 1479897"/>
                <a:gd name="connsiteY66" fmla="*/ 327300 h 392112"/>
                <a:gd name="connsiteX67" fmla="*/ 1479897 w 1479897"/>
                <a:gd name="connsiteY67" fmla="*/ 328271 h 392112"/>
                <a:gd name="connsiteX68" fmla="*/ 1406259 w 1479897"/>
                <a:gd name="connsiteY68" fmla="*/ 392111 h 392112"/>
                <a:gd name="connsiteX69" fmla="*/ 1342353 w 1479897"/>
                <a:gd name="connsiteY69" fmla="*/ 319036 h 392112"/>
                <a:gd name="connsiteX70" fmla="*/ 1342353 w 1479897"/>
                <a:gd name="connsiteY70" fmla="*/ 156520 h 392112"/>
                <a:gd name="connsiteX71" fmla="*/ 1287692 w 1479897"/>
                <a:gd name="connsiteY71" fmla="*/ 156520 h 392112"/>
                <a:gd name="connsiteX72" fmla="*/ 1287692 w 1479897"/>
                <a:gd name="connsiteY72" fmla="*/ 146961 h 392112"/>
                <a:gd name="connsiteX73" fmla="*/ 1392958 w 1479897"/>
                <a:gd name="connsiteY73" fmla="*/ 67404 h 392112"/>
                <a:gd name="connsiteX74" fmla="*/ 476215 w 1479897"/>
                <a:gd name="connsiteY74" fmla="*/ 5347 h 392112"/>
                <a:gd name="connsiteX75" fmla="*/ 476701 w 1479897"/>
                <a:gd name="connsiteY75" fmla="*/ 5347 h 392112"/>
                <a:gd name="connsiteX76" fmla="*/ 476701 w 1479897"/>
                <a:gd name="connsiteY76" fmla="*/ 336374 h 392112"/>
                <a:gd name="connsiteX77" fmla="*/ 515791 w 1479897"/>
                <a:gd name="connsiteY77" fmla="*/ 381743 h 392112"/>
                <a:gd name="connsiteX78" fmla="*/ 515791 w 1479897"/>
                <a:gd name="connsiteY78" fmla="*/ 385469 h 392112"/>
                <a:gd name="connsiteX79" fmla="*/ 420905 w 1479897"/>
                <a:gd name="connsiteY79" fmla="*/ 385469 h 392112"/>
                <a:gd name="connsiteX80" fmla="*/ 420905 w 1479897"/>
                <a:gd name="connsiteY80" fmla="*/ 344476 h 392112"/>
                <a:gd name="connsiteX81" fmla="*/ 341915 w 1479897"/>
                <a:gd name="connsiteY81" fmla="*/ 392112 h 392112"/>
                <a:gd name="connsiteX82" fmla="*/ 220915 w 1479897"/>
                <a:gd name="connsiteY82" fmla="*/ 266702 h 392112"/>
                <a:gd name="connsiteX83" fmla="*/ 341915 w 1479897"/>
                <a:gd name="connsiteY83" fmla="*/ 141290 h 392112"/>
                <a:gd name="connsiteX84" fmla="*/ 420905 w 1479897"/>
                <a:gd name="connsiteY84" fmla="*/ 188927 h 392112"/>
                <a:gd name="connsiteX85" fmla="*/ 420905 w 1479897"/>
                <a:gd name="connsiteY85" fmla="*/ 73886 h 392112"/>
                <a:gd name="connsiteX86" fmla="*/ 381491 w 1479897"/>
                <a:gd name="connsiteY86" fmla="*/ 30786 h 392112"/>
                <a:gd name="connsiteX87" fmla="*/ 381491 w 1479897"/>
                <a:gd name="connsiteY87" fmla="*/ 26897 h 392112"/>
                <a:gd name="connsiteX88" fmla="*/ 476215 w 1479897"/>
                <a:gd name="connsiteY88" fmla="*/ 5347 h 392112"/>
                <a:gd name="connsiteX89" fmla="*/ 26763 w 1479897"/>
                <a:gd name="connsiteY89" fmla="*/ 0 h 392112"/>
                <a:gd name="connsiteX90" fmla="*/ 27249 w 1479897"/>
                <a:gd name="connsiteY90" fmla="*/ 0 h 392112"/>
                <a:gd name="connsiteX91" fmla="*/ 197233 w 1479897"/>
                <a:gd name="connsiteY91" fmla="*/ 350633 h 392112"/>
                <a:gd name="connsiteX92" fmla="*/ 247028 w 1479897"/>
                <a:gd name="connsiteY92" fmla="*/ 381581 h 392112"/>
                <a:gd name="connsiteX93" fmla="*/ 247028 w 1479897"/>
                <a:gd name="connsiteY93" fmla="*/ 385307 h 392112"/>
                <a:gd name="connsiteX94" fmla="*/ 90344 w 1479897"/>
                <a:gd name="connsiteY94" fmla="*/ 385307 h 392112"/>
                <a:gd name="connsiteX95" fmla="*/ 90344 w 1479897"/>
                <a:gd name="connsiteY95" fmla="*/ 381581 h 392112"/>
                <a:gd name="connsiteX96" fmla="*/ 124244 w 1479897"/>
                <a:gd name="connsiteY96" fmla="*/ 350633 h 392112"/>
                <a:gd name="connsiteX97" fmla="*/ 0 w 1479897"/>
                <a:gd name="connsiteY97" fmla="*/ 94626 h 39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479897" h="392112">
                  <a:moveTo>
                    <a:pt x="353755" y="152308"/>
                  </a:moveTo>
                  <a:cubicBezTo>
                    <a:pt x="311908" y="152308"/>
                    <a:pt x="282226" y="195894"/>
                    <a:pt x="282226" y="266702"/>
                  </a:cubicBezTo>
                  <a:cubicBezTo>
                    <a:pt x="282226" y="337508"/>
                    <a:pt x="312070" y="381094"/>
                    <a:pt x="353755" y="381094"/>
                  </a:cubicBezTo>
                  <a:cubicBezTo>
                    <a:pt x="395440" y="381094"/>
                    <a:pt x="425123" y="337346"/>
                    <a:pt x="425285" y="266702"/>
                  </a:cubicBezTo>
                  <a:cubicBezTo>
                    <a:pt x="425285" y="195894"/>
                    <a:pt x="395440" y="152308"/>
                    <a:pt x="353755" y="152308"/>
                  </a:cubicBezTo>
                  <a:close/>
                  <a:moveTo>
                    <a:pt x="896795" y="148580"/>
                  </a:moveTo>
                  <a:cubicBezTo>
                    <a:pt x="852352" y="148580"/>
                    <a:pt x="831753" y="200268"/>
                    <a:pt x="831753" y="251145"/>
                  </a:cubicBezTo>
                  <a:lnTo>
                    <a:pt x="953726" y="251145"/>
                  </a:lnTo>
                  <a:lnTo>
                    <a:pt x="953726" y="250659"/>
                  </a:lnTo>
                  <a:cubicBezTo>
                    <a:pt x="953726" y="207235"/>
                    <a:pt x="939615" y="148580"/>
                    <a:pt x="896795" y="148580"/>
                  </a:cubicBezTo>
                  <a:close/>
                  <a:moveTo>
                    <a:pt x="500869" y="147123"/>
                  </a:moveTo>
                  <a:lnTo>
                    <a:pt x="621220" y="147123"/>
                  </a:lnTo>
                  <a:lnTo>
                    <a:pt x="621220" y="150849"/>
                  </a:lnTo>
                  <a:cubicBezTo>
                    <a:pt x="602081" y="152470"/>
                    <a:pt x="587969" y="162678"/>
                    <a:pt x="597377" y="181798"/>
                  </a:cubicBezTo>
                  <a:lnTo>
                    <a:pt x="664851" y="319523"/>
                  </a:lnTo>
                  <a:lnTo>
                    <a:pt x="729731" y="179367"/>
                  </a:lnTo>
                  <a:cubicBezTo>
                    <a:pt x="742869" y="151012"/>
                    <a:pt x="708483" y="151984"/>
                    <a:pt x="694533" y="150849"/>
                  </a:cubicBezTo>
                  <a:lnTo>
                    <a:pt x="694533" y="147123"/>
                  </a:lnTo>
                  <a:lnTo>
                    <a:pt x="782121" y="147123"/>
                  </a:lnTo>
                  <a:lnTo>
                    <a:pt x="782121" y="150849"/>
                  </a:lnTo>
                  <a:cubicBezTo>
                    <a:pt x="767847" y="151984"/>
                    <a:pt x="753898" y="159924"/>
                    <a:pt x="747248" y="173534"/>
                  </a:cubicBezTo>
                  <a:lnTo>
                    <a:pt x="649280" y="385307"/>
                  </a:lnTo>
                  <a:lnTo>
                    <a:pt x="639710" y="385307"/>
                  </a:lnTo>
                  <a:lnTo>
                    <a:pt x="539959" y="181798"/>
                  </a:lnTo>
                  <a:cubicBezTo>
                    <a:pt x="530876" y="163164"/>
                    <a:pt x="520333" y="152470"/>
                    <a:pt x="500869" y="150849"/>
                  </a:cubicBezTo>
                  <a:close/>
                  <a:moveTo>
                    <a:pt x="891928" y="141289"/>
                  </a:moveTo>
                  <a:cubicBezTo>
                    <a:pt x="969622" y="141289"/>
                    <a:pt x="1005143" y="207397"/>
                    <a:pt x="1005143" y="258437"/>
                  </a:cubicBezTo>
                  <a:lnTo>
                    <a:pt x="1005143" y="263136"/>
                  </a:lnTo>
                  <a:lnTo>
                    <a:pt x="831753" y="263136"/>
                  </a:lnTo>
                  <a:cubicBezTo>
                    <a:pt x="831753" y="313689"/>
                    <a:pt x="855271" y="363270"/>
                    <a:pt x="921448" y="362784"/>
                  </a:cubicBezTo>
                  <a:cubicBezTo>
                    <a:pt x="949671" y="362460"/>
                    <a:pt x="984382" y="347553"/>
                    <a:pt x="994762" y="327461"/>
                  </a:cubicBezTo>
                  <a:lnTo>
                    <a:pt x="998493" y="328271"/>
                  </a:lnTo>
                  <a:cubicBezTo>
                    <a:pt x="986328" y="361164"/>
                    <a:pt x="945617" y="392111"/>
                    <a:pt x="897930" y="392111"/>
                  </a:cubicBezTo>
                  <a:cubicBezTo>
                    <a:pt x="823643" y="392111"/>
                    <a:pt x="770604" y="334104"/>
                    <a:pt x="770604" y="264594"/>
                  </a:cubicBezTo>
                  <a:cubicBezTo>
                    <a:pt x="770604" y="201402"/>
                    <a:pt x="816506" y="141289"/>
                    <a:pt x="891928" y="141289"/>
                  </a:cubicBezTo>
                  <a:close/>
                  <a:moveTo>
                    <a:pt x="1191509" y="141128"/>
                  </a:moveTo>
                  <a:cubicBezTo>
                    <a:pt x="1240655" y="141128"/>
                    <a:pt x="1270012" y="173372"/>
                    <a:pt x="1269527" y="223439"/>
                  </a:cubicBezTo>
                  <a:lnTo>
                    <a:pt x="1269527" y="350633"/>
                  </a:lnTo>
                  <a:cubicBezTo>
                    <a:pt x="1269527" y="369753"/>
                    <a:pt x="1286557" y="379960"/>
                    <a:pt x="1307805" y="381581"/>
                  </a:cubicBezTo>
                  <a:lnTo>
                    <a:pt x="1307805" y="385307"/>
                  </a:lnTo>
                  <a:lnTo>
                    <a:pt x="1177235" y="385307"/>
                  </a:lnTo>
                  <a:lnTo>
                    <a:pt x="1177235" y="381581"/>
                  </a:lnTo>
                  <a:cubicBezTo>
                    <a:pt x="1197997" y="379960"/>
                    <a:pt x="1214704" y="369590"/>
                    <a:pt x="1214704" y="350471"/>
                  </a:cubicBezTo>
                  <a:lnTo>
                    <a:pt x="1214704" y="217282"/>
                  </a:lnTo>
                  <a:cubicBezTo>
                    <a:pt x="1214704" y="180987"/>
                    <a:pt x="1198159" y="156521"/>
                    <a:pt x="1172531" y="156521"/>
                  </a:cubicBezTo>
                  <a:cubicBezTo>
                    <a:pt x="1141228" y="156521"/>
                    <a:pt x="1104895" y="193626"/>
                    <a:pt x="1104895" y="246610"/>
                  </a:cubicBezTo>
                  <a:lnTo>
                    <a:pt x="1104895" y="350633"/>
                  </a:lnTo>
                  <a:cubicBezTo>
                    <a:pt x="1104895" y="369753"/>
                    <a:pt x="1121926" y="379960"/>
                    <a:pt x="1143174" y="381581"/>
                  </a:cubicBezTo>
                  <a:lnTo>
                    <a:pt x="1143174" y="385307"/>
                  </a:lnTo>
                  <a:lnTo>
                    <a:pt x="1012604" y="385307"/>
                  </a:lnTo>
                  <a:lnTo>
                    <a:pt x="1012604" y="381581"/>
                  </a:lnTo>
                  <a:cubicBezTo>
                    <a:pt x="1033365" y="379960"/>
                    <a:pt x="1050072" y="369753"/>
                    <a:pt x="1050072" y="350633"/>
                  </a:cubicBezTo>
                  <a:lnTo>
                    <a:pt x="1050072" y="193950"/>
                  </a:lnTo>
                  <a:cubicBezTo>
                    <a:pt x="1050072" y="158303"/>
                    <a:pt x="1033365" y="152470"/>
                    <a:pt x="1012604" y="150849"/>
                  </a:cubicBezTo>
                  <a:lnTo>
                    <a:pt x="1012604" y="147123"/>
                  </a:lnTo>
                  <a:lnTo>
                    <a:pt x="1105057" y="147123"/>
                  </a:lnTo>
                  <a:lnTo>
                    <a:pt x="1105057" y="195084"/>
                  </a:lnTo>
                  <a:cubicBezTo>
                    <a:pt x="1118195" y="166081"/>
                    <a:pt x="1146255" y="141128"/>
                    <a:pt x="1191509" y="141128"/>
                  </a:cubicBezTo>
                  <a:close/>
                  <a:moveTo>
                    <a:pt x="1392958" y="67404"/>
                  </a:moveTo>
                  <a:lnTo>
                    <a:pt x="1396689" y="67404"/>
                  </a:lnTo>
                  <a:lnTo>
                    <a:pt x="1396689" y="146961"/>
                  </a:lnTo>
                  <a:lnTo>
                    <a:pt x="1464650" y="146961"/>
                  </a:lnTo>
                  <a:lnTo>
                    <a:pt x="1464650" y="156520"/>
                  </a:lnTo>
                  <a:lnTo>
                    <a:pt x="1396689" y="156520"/>
                  </a:lnTo>
                  <a:lnTo>
                    <a:pt x="1396689" y="312555"/>
                  </a:lnTo>
                  <a:cubicBezTo>
                    <a:pt x="1396689" y="342693"/>
                    <a:pt x="1405123" y="365863"/>
                    <a:pt x="1437239" y="365863"/>
                  </a:cubicBezTo>
                  <a:cubicBezTo>
                    <a:pt x="1458487" y="365863"/>
                    <a:pt x="1471463" y="345933"/>
                    <a:pt x="1476166" y="327300"/>
                  </a:cubicBezTo>
                  <a:lnTo>
                    <a:pt x="1479897" y="328271"/>
                  </a:lnTo>
                  <a:cubicBezTo>
                    <a:pt x="1472760" y="363108"/>
                    <a:pt x="1442916" y="392111"/>
                    <a:pt x="1406259" y="392111"/>
                  </a:cubicBezTo>
                  <a:cubicBezTo>
                    <a:pt x="1362952" y="392111"/>
                    <a:pt x="1342353" y="365863"/>
                    <a:pt x="1342353" y="319036"/>
                  </a:cubicBezTo>
                  <a:lnTo>
                    <a:pt x="1342353" y="156520"/>
                  </a:lnTo>
                  <a:lnTo>
                    <a:pt x="1287692" y="156520"/>
                  </a:lnTo>
                  <a:lnTo>
                    <a:pt x="1287692" y="146961"/>
                  </a:lnTo>
                  <a:cubicBezTo>
                    <a:pt x="1348841" y="146961"/>
                    <a:pt x="1382416" y="110504"/>
                    <a:pt x="1392958" y="67404"/>
                  </a:cubicBezTo>
                  <a:close/>
                  <a:moveTo>
                    <a:pt x="476215" y="5347"/>
                  </a:moveTo>
                  <a:lnTo>
                    <a:pt x="476701" y="5347"/>
                  </a:lnTo>
                  <a:lnTo>
                    <a:pt x="476701" y="336374"/>
                  </a:lnTo>
                  <a:cubicBezTo>
                    <a:pt x="476701" y="373803"/>
                    <a:pt x="495354" y="379960"/>
                    <a:pt x="515791" y="381743"/>
                  </a:cubicBezTo>
                  <a:lnTo>
                    <a:pt x="515791" y="385469"/>
                  </a:lnTo>
                  <a:lnTo>
                    <a:pt x="420905" y="385469"/>
                  </a:lnTo>
                  <a:lnTo>
                    <a:pt x="420905" y="344476"/>
                  </a:lnTo>
                  <a:cubicBezTo>
                    <a:pt x="405821" y="374937"/>
                    <a:pt x="379545" y="392112"/>
                    <a:pt x="341915" y="392112"/>
                  </a:cubicBezTo>
                  <a:cubicBezTo>
                    <a:pt x="279144" y="392112"/>
                    <a:pt x="220915" y="344313"/>
                    <a:pt x="220915" y="266702"/>
                  </a:cubicBezTo>
                  <a:cubicBezTo>
                    <a:pt x="220915" y="189089"/>
                    <a:pt x="279144" y="141290"/>
                    <a:pt x="341915" y="141290"/>
                  </a:cubicBezTo>
                  <a:cubicBezTo>
                    <a:pt x="379545" y="141290"/>
                    <a:pt x="405821" y="158465"/>
                    <a:pt x="420905" y="188927"/>
                  </a:cubicBezTo>
                  <a:lnTo>
                    <a:pt x="420905" y="73886"/>
                  </a:lnTo>
                  <a:cubicBezTo>
                    <a:pt x="420905" y="38239"/>
                    <a:pt x="403388" y="32406"/>
                    <a:pt x="381491" y="30786"/>
                  </a:cubicBezTo>
                  <a:lnTo>
                    <a:pt x="381491" y="26897"/>
                  </a:lnTo>
                  <a:cubicBezTo>
                    <a:pt x="393494" y="26897"/>
                    <a:pt x="444587" y="29652"/>
                    <a:pt x="476215" y="5347"/>
                  </a:cubicBezTo>
                  <a:close/>
                  <a:moveTo>
                    <a:pt x="26763" y="0"/>
                  </a:moveTo>
                  <a:lnTo>
                    <a:pt x="27249" y="0"/>
                  </a:lnTo>
                  <a:lnTo>
                    <a:pt x="197233" y="350633"/>
                  </a:lnTo>
                  <a:cubicBezTo>
                    <a:pt x="206803" y="370401"/>
                    <a:pt x="222211" y="379960"/>
                    <a:pt x="247028" y="381581"/>
                  </a:cubicBezTo>
                  <a:lnTo>
                    <a:pt x="247028" y="385307"/>
                  </a:lnTo>
                  <a:lnTo>
                    <a:pt x="90344" y="385307"/>
                  </a:lnTo>
                  <a:lnTo>
                    <a:pt x="90344" y="381581"/>
                  </a:lnTo>
                  <a:cubicBezTo>
                    <a:pt x="114674" y="379960"/>
                    <a:pt x="134138" y="370887"/>
                    <a:pt x="124244" y="350633"/>
                  </a:cubicBezTo>
                  <a:lnTo>
                    <a:pt x="0" y="94626"/>
                  </a:lnTo>
                  <a:close/>
                </a:path>
              </a:pathLst>
            </a:custGeom>
            <a:solidFill>
              <a:schemeClr val="tx1"/>
            </a:solidFill>
            <a:ln w="1823" cap="flat">
              <a:noFill/>
              <a:prstDash val="solid"/>
              <a:miter/>
            </a:ln>
          </p:spPr>
          <p:txBody>
            <a:bodyPr wrap="square" rtlCol="0" anchor="ctr">
              <a:noAutofit/>
            </a:bodyPr>
            <a:lstStyle/>
            <a:p>
              <a:endParaRPr lang="en-US" b="0" i="0">
                <a:latin typeface="+mn-lt" panose="02000503000000020004" pitchFamily="2" charset="0"/>
              </a:endParaRPr>
            </a:p>
          </p:txBody>
        </p:sp>
        <p:sp>
          <p:nvSpPr>
            <p:cNvPr id="56" name="Freeform 55">
              <a:extLst>
                <a:ext uri="{FF2B5EF4-FFF2-40B4-BE49-F238E27FC236}">
                  <a16:creationId xmlns:a16="http://schemas.microsoft.com/office/drawing/2014/main" id="{4890B026-1E21-2DC3-D9C1-2EE43302FE6E}"/>
                </a:ext>
              </a:extLst>
            </p:cNvPr>
            <p:cNvSpPr/>
            <p:nvPr/>
          </p:nvSpPr>
          <p:spPr>
            <a:xfrm>
              <a:off x="493713" y="704668"/>
              <a:ext cx="162198" cy="162029"/>
            </a:xfrm>
            <a:custGeom>
              <a:avLst/>
              <a:gdLst>
                <a:gd name="connsiteX0" fmla="*/ 182947 w 182946"/>
                <a:gd name="connsiteY0" fmla="*/ 91378 h 182756"/>
                <a:gd name="connsiteX1" fmla="*/ 91473 w 182946"/>
                <a:gd name="connsiteY1" fmla="*/ 182757 h 182756"/>
                <a:gd name="connsiteX2" fmla="*/ 0 w 182946"/>
                <a:gd name="connsiteY2" fmla="*/ 91378 h 182756"/>
                <a:gd name="connsiteX3" fmla="*/ 91473 w 182946"/>
                <a:gd name="connsiteY3" fmla="*/ 0 h 182756"/>
                <a:gd name="connsiteX4" fmla="*/ 182947 w 182946"/>
                <a:gd name="connsiteY4" fmla="*/ 91378 h 18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46" h="182756">
                  <a:moveTo>
                    <a:pt x="182947" y="91378"/>
                  </a:moveTo>
                  <a:cubicBezTo>
                    <a:pt x="182947" y="141845"/>
                    <a:pt x="141993" y="182757"/>
                    <a:pt x="91473" y="182757"/>
                  </a:cubicBezTo>
                  <a:cubicBezTo>
                    <a:pt x="40954" y="182757"/>
                    <a:pt x="0" y="141845"/>
                    <a:pt x="0" y="91378"/>
                  </a:cubicBezTo>
                  <a:cubicBezTo>
                    <a:pt x="0" y="40912"/>
                    <a:pt x="40954" y="0"/>
                    <a:pt x="91473" y="0"/>
                  </a:cubicBezTo>
                  <a:cubicBezTo>
                    <a:pt x="141993" y="0"/>
                    <a:pt x="182947" y="40912"/>
                    <a:pt x="182947" y="91378"/>
                  </a:cubicBezTo>
                  <a:close/>
                </a:path>
              </a:pathLst>
            </a:custGeom>
            <a:solidFill>
              <a:srgbClr val="E1B523"/>
            </a:solidFill>
            <a:ln w="1823" cap="flat">
              <a:noFill/>
              <a:prstDash val="solid"/>
              <a:miter/>
            </a:ln>
          </p:spPr>
          <p:txBody>
            <a:bodyPr rtlCol="0" anchor="ctr"/>
            <a:lstStyle/>
            <a:p>
              <a:endParaRPr lang="en-US" b="0" i="0">
                <a:latin typeface="+mn-lt" panose="02000503000000020004" pitchFamily="2" charset="0"/>
              </a:endParaRPr>
            </a:p>
          </p:txBody>
        </p:sp>
      </p:grpSp>
      <p:sp>
        <p:nvSpPr>
          <p:cNvPr id="5" name="Title 1">
            <a:extLst>
              <a:ext uri="{FF2B5EF4-FFF2-40B4-BE49-F238E27FC236}">
                <a16:creationId xmlns:a16="http://schemas.microsoft.com/office/drawing/2014/main" id="{DB082F1A-C663-B09A-D177-8C5BB6F3138E}"/>
              </a:ext>
            </a:extLst>
          </p:cNvPr>
          <p:cNvSpPr>
            <a:spLocks noGrp="1"/>
          </p:cNvSpPr>
          <p:nvPr>
            <p:ph type="ctrTitle"/>
          </p:nvPr>
        </p:nvSpPr>
        <p:spPr>
          <a:xfrm>
            <a:off x="493713" y="1663701"/>
            <a:ext cx="9326562" cy="1992312"/>
          </a:xfrm>
        </p:spPr>
        <p:txBody>
          <a:bodyPr vert="horz" anchor="b">
            <a:noAutofit/>
          </a:bodyPr>
          <a:lstStyle>
            <a:lvl1pPr algn="l">
              <a:defRPr sz="6000">
                <a:solidFill>
                  <a:schemeClr val="tx1"/>
                </a:solidFill>
              </a:defRPr>
            </a:lvl1pPr>
          </a:lstStyle>
          <a:p>
            <a:r>
              <a:rPr lang="en-US" noProof="0"/>
              <a:t>Click to edit Master title style</a:t>
            </a:r>
          </a:p>
        </p:txBody>
      </p:sp>
      <p:sp>
        <p:nvSpPr>
          <p:cNvPr id="6" name="Subtitle 2">
            <a:extLst>
              <a:ext uri="{FF2B5EF4-FFF2-40B4-BE49-F238E27FC236}">
                <a16:creationId xmlns:a16="http://schemas.microsoft.com/office/drawing/2014/main" id="{C279C273-583A-678E-97EE-3C2C101EC950}"/>
              </a:ext>
            </a:extLst>
          </p:cNvPr>
          <p:cNvSpPr>
            <a:spLocks noGrp="1"/>
          </p:cNvSpPr>
          <p:nvPr>
            <p:ph type="subTitle" idx="1" hasCustomPrompt="1"/>
          </p:nvPr>
        </p:nvSpPr>
        <p:spPr>
          <a:xfrm>
            <a:off x="493713" y="3902868"/>
            <a:ext cx="9326561" cy="1655762"/>
          </a:xfrm>
        </p:spPr>
        <p:txBody>
          <a:bodyPr>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7" name="Text Placeholder 4">
            <a:extLst>
              <a:ext uri="{FF2B5EF4-FFF2-40B4-BE49-F238E27FC236}">
                <a16:creationId xmlns:a16="http://schemas.microsoft.com/office/drawing/2014/main" id="{93FDA520-ECCC-132E-9D9D-E6046EF43476}"/>
              </a:ext>
            </a:extLst>
          </p:cNvPr>
          <p:cNvSpPr>
            <a:spLocks noGrp="1"/>
          </p:cNvSpPr>
          <p:nvPr>
            <p:ph type="body" sz="quarter" idx="10" hasCustomPrompt="1"/>
          </p:nvPr>
        </p:nvSpPr>
        <p:spPr>
          <a:xfrm>
            <a:off x="493713" y="5599028"/>
            <a:ext cx="9326562" cy="392112"/>
          </a:xfrm>
        </p:spPr>
        <p:txBody>
          <a:bodyPr anchor="b" anchorCtr="0">
            <a:noAutofit/>
          </a:bodyPr>
          <a:lstStyle>
            <a:lvl1pPr>
              <a:defRPr sz="1400">
                <a:solidFill>
                  <a:schemeClr val="tx1"/>
                </a:solidFill>
              </a:defRPr>
            </a:lvl1pPr>
          </a:lstStyle>
          <a:p>
            <a:pPr lvl="0"/>
            <a:r>
              <a:rPr lang="en-US" noProof="0"/>
              <a:t>Month Year</a:t>
            </a:r>
          </a:p>
        </p:txBody>
      </p:sp>
    </p:spTree>
    <p:extLst>
      <p:ext uri="{BB962C8B-B14F-4D97-AF65-F5344CB8AC3E}">
        <p14:creationId xmlns:p14="http://schemas.microsoft.com/office/powerpoint/2010/main" val="46667111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ver, image dark ">
    <p:bg>
      <p:bgPr>
        <a:solidFill>
          <a:schemeClr val="bg1"/>
        </a:solidFill>
        <a:effectLst/>
      </p:bgPr>
    </p:bg>
    <p:spTree>
      <p:nvGrpSpPr>
        <p:cNvPr id="1" name=""/>
        <p:cNvGrpSpPr/>
        <p:nvPr/>
      </p:nvGrpSpPr>
      <p:grpSpPr>
        <a:xfrm>
          <a:off x="0" y="0"/>
          <a:ext cx="0" cy="0"/>
          <a:chOff x="0" y="0"/>
          <a:chExt cx="0" cy="0"/>
        </a:xfrm>
      </p:grpSpPr>
      <p:graphicFrame>
        <p:nvGraphicFramePr>
          <p:cNvPr id="8" name="Object 7">
            <a:extLst>
              <a:ext uri="{FF2B5EF4-FFF2-40B4-BE49-F238E27FC236}">
                <a16:creationId xmlns:a16="http://schemas.microsoft.com/office/drawing/2014/main" id="{1425F3C0-4496-B51F-0073-E3C4C493E63E}"/>
              </a:ext>
            </a:extLst>
          </p:cNvPr>
          <p:cNvGraphicFramePr>
            <a:graphicFrameLocks noChangeAspect="1"/>
          </p:cNvGraphicFramePr>
          <p:nvPr>
            <p:custDataLst>
              <p:tags r:id="rId1"/>
            </p:custDataLst>
            <p:extLst>
              <p:ext uri="{D42A27DB-BD31-4B8C-83A1-F6EECF244321}">
                <p14:modId xmlns:p14="http://schemas.microsoft.com/office/powerpoint/2010/main" val="37620591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a:extLst>
                          <a:ext uri="{FF2B5EF4-FFF2-40B4-BE49-F238E27FC236}">
                            <a16:creationId xmlns:a16="http://schemas.microsoft.com/office/drawing/2014/main" id="{1425F3C0-4496-B51F-0073-E3C4C493E63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pSp>
        <p:nvGrpSpPr>
          <p:cNvPr id="40" name="Logo">
            <a:extLst>
              <a:ext uri="{FF2B5EF4-FFF2-40B4-BE49-F238E27FC236}">
                <a16:creationId xmlns:a16="http://schemas.microsoft.com/office/drawing/2014/main" id="{570E977D-6E2D-1FF4-D3CF-80B8D910CC0F}"/>
              </a:ext>
            </a:extLst>
          </p:cNvPr>
          <p:cNvGrpSpPr/>
          <p:nvPr/>
        </p:nvGrpSpPr>
        <p:grpSpPr>
          <a:xfrm>
            <a:off x="493713" y="474747"/>
            <a:ext cx="1621982" cy="392112"/>
            <a:chOff x="493713" y="474747"/>
            <a:chExt cx="1621982" cy="392112"/>
          </a:xfrm>
        </p:grpSpPr>
        <p:sp>
          <p:nvSpPr>
            <p:cNvPr id="39" name="Freeform 38">
              <a:extLst>
                <a:ext uri="{FF2B5EF4-FFF2-40B4-BE49-F238E27FC236}">
                  <a16:creationId xmlns:a16="http://schemas.microsoft.com/office/drawing/2014/main" id="{EAE4BF5F-ADCF-1DA3-F5F1-7F5D7756EEC3}"/>
                </a:ext>
              </a:extLst>
            </p:cNvPr>
            <p:cNvSpPr/>
            <p:nvPr/>
          </p:nvSpPr>
          <p:spPr>
            <a:xfrm>
              <a:off x="635798" y="474747"/>
              <a:ext cx="1479897" cy="392112"/>
            </a:xfrm>
            <a:custGeom>
              <a:avLst/>
              <a:gdLst>
                <a:gd name="connsiteX0" fmla="*/ 353755 w 1479897"/>
                <a:gd name="connsiteY0" fmla="*/ 152308 h 392112"/>
                <a:gd name="connsiteX1" fmla="*/ 282226 w 1479897"/>
                <a:gd name="connsiteY1" fmla="*/ 266702 h 392112"/>
                <a:gd name="connsiteX2" fmla="*/ 353755 w 1479897"/>
                <a:gd name="connsiteY2" fmla="*/ 381094 h 392112"/>
                <a:gd name="connsiteX3" fmla="*/ 425285 w 1479897"/>
                <a:gd name="connsiteY3" fmla="*/ 266702 h 392112"/>
                <a:gd name="connsiteX4" fmla="*/ 353755 w 1479897"/>
                <a:gd name="connsiteY4" fmla="*/ 152308 h 392112"/>
                <a:gd name="connsiteX5" fmla="*/ 896795 w 1479897"/>
                <a:gd name="connsiteY5" fmla="*/ 148580 h 392112"/>
                <a:gd name="connsiteX6" fmla="*/ 831753 w 1479897"/>
                <a:gd name="connsiteY6" fmla="*/ 251145 h 392112"/>
                <a:gd name="connsiteX7" fmla="*/ 953726 w 1479897"/>
                <a:gd name="connsiteY7" fmla="*/ 251145 h 392112"/>
                <a:gd name="connsiteX8" fmla="*/ 953726 w 1479897"/>
                <a:gd name="connsiteY8" fmla="*/ 250659 h 392112"/>
                <a:gd name="connsiteX9" fmla="*/ 896795 w 1479897"/>
                <a:gd name="connsiteY9" fmla="*/ 148580 h 392112"/>
                <a:gd name="connsiteX10" fmla="*/ 500869 w 1479897"/>
                <a:gd name="connsiteY10" fmla="*/ 147123 h 392112"/>
                <a:gd name="connsiteX11" fmla="*/ 621220 w 1479897"/>
                <a:gd name="connsiteY11" fmla="*/ 147123 h 392112"/>
                <a:gd name="connsiteX12" fmla="*/ 621220 w 1479897"/>
                <a:gd name="connsiteY12" fmla="*/ 150849 h 392112"/>
                <a:gd name="connsiteX13" fmla="*/ 597377 w 1479897"/>
                <a:gd name="connsiteY13" fmla="*/ 181798 h 392112"/>
                <a:gd name="connsiteX14" fmla="*/ 664851 w 1479897"/>
                <a:gd name="connsiteY14" fmla="*/ 319523 h 392112"/>
                <a:gd name="connsiteX15" fmla="*/ 729731 w 1479897"/>
                <a:gd name="connsiteY15" fmla="*/ 179367 h 392112"/>
                <a:gd name="connsiteX16" fmla="*/ 694533 w 1479897"/>
                <a:gd name="connsiteY16" fmla="*/ 150849 h 392112"/>
                <a:gd name="connsiteX17" fmla="*/ 694533 w 1479897"/>
                <a:gd name="connsiteY17" fmla="*/ 147123 h 392112"/>
                <a:gd name="connsiteX18" fmla="*/ 782121 w 1479897"/>
                <a:gd name="connsiteY18" fmla="*/ 147123 h 392112"/>
                <a:gd name="connsiteX19" fmla="*/ 782121 w 1479897"/>
                <a:gd name="connsiteY19" fmla="*/ 150849 h 392112"/>
                <a:gd name="connsiteX20" fmla="*/ 747248 w 1479897"/>
                <a:gd name="connsiteY20" fmla="*/ 173534 h 392112"/>
                <a:gd name="connsiteX21" fmla="*/ 649280 w 1479897"/>
                <a:gd name="connsiteY21" fmla="*/ 385307 h 392112"/>
                <a:gd name="connsiteX22" fmla="*/ 639710 w 1479897"/>
                <a:gd name="connsiteY22" fmla="*/ 385307 h 392112"/>
                <a:gd name="connsiteX23" fmla="*/ 539959 w 1479897"/>
                <a:gd name="connsiteY23" fmla="*/ 181798 h 392112"/>
                <a:gd name="connsiteX24" fmla="*/ 500869 w 1479897"/>
                <a:gd name="connsiteY24" fmla="*/ 150849 h 392112"/>
                <a:gd name="connsiteX25" fmla="*/ 891928 w 1479897"/>
                <a:gd name="connsiteY25" fmla="*/ 141289 h 392112"/>
                <a:gd name="connsiteX26" fmla="*/ 1005143 w 1479897"/>
                <a:gd name="connsiteY26" fmla="*/ 258437 h 392112"/>
                <a:gd name="connsiteX27" fmla="*/ 1005143 w 1479897"/>
                <a:gd name="connsiteY27" fmla="*/ 263136 h 392112"/>
                <a:gd name="connsiteX28" fmla="*/ 831753 w 1479897"/>
                <a:gd name="connsiteY28" fmla="*/ 263136 h 392112"/>
                <a:gd name="connsiteX29" fmla="*/ 921448 w 1479897"/>
                <a:gd name="connsiteY29" fmla="*/ 362784 h 392112"/>
                <a:gd name="connsiteX30" fmla="*/ 994762 w 1479897"/>
                <a:gd name="connsiteY30" fmla="*/ 327461 h 392112"/>
                <a:gd name="connsiteX31" fmla="*/ 998493 w 1479897"/>
                <a:gd name="connsiteY31" fmla="*/ 328271 h 392112"/>
                <a:gd name="connsiteX32" fmla="*/ 897930 w 1479897"/>
                <a:gd name="connsiteY32" fmla="*/ 392111 h 392112"/>
                <a:gd name="connsiteX33" fmla="*/ 770604 w 1479897"/>
                <a:gd name="connsiteY33" fmla="*/ 264594 h 392112"/>
                <a:gd name="connsiteX34" fmla="*/ 891928 w 1479897"/>
                <a:gd name="connsiteY34" fmla="*/ 141289 h 392112"/>
                <a:gd name="connsiteX35" fmla="*/ 1191509 w 1479897"/>
                <a:gd name="connsiteY35" fmla="*/ 141128 h 392112"/>
                <a:gd name="connsiteX36" fmla="*/ 1269527 w 1479897"/>
                <a:gd name="connsiteY36" fmla="*/ 223439 h 392112"/>
                <a:gd name="connsiteX37" fmla="*/ 1269527 w 1479897"/>
                <a:gd name="connsiteY37" fmla="*/ 350633 h 392112"/>
                <a:gd name="connsiteX38" fmla="*/ 1307805 w 1479897"/>
                <a:gd name="connsiteY38" fmla="*/ 381581 h 392112"/>
                <a:gd name="connsiteX39" fmla="*/ 1307805 w 1479897"/>
                <a:gd name="connsiteY39" fmla="*/ 385307 h 392112"/>
                <a:gd name="connsiteX40" fmla="*/ 1177235 w 1479897"/>
                <a:gd name="connsiteY40" fmla="*/ 385307 h 392112"/>
                <a:gd name="connsiteX41" fmla="*/ 1177235 w 1479897"/>
                <a:gd name="connsiteY41" fmla="*/ 381581 h 392112"/>
                <a:gd name="connsiteX42" fmla="*/ 1214704 w 1479897"/>
                <a:gd name="connsiteY42" fmla="*/ 350471 h 392112"/>
                <a:gd name="connsiteX43" fmla="*/ 1214704 w 1479897"/>
                <a:gd name="connsiteY43" fmla="*/ 217282 h 392112"/>
                <a:gd name="connsiteX44" fmla="*/ 1172531 w 1479897"/>
                <a:gd name="connsiteY44" fmla="*/ 156521 h 392112"/>
                <a:gd name="connsiteX45" fmla="*/ 1104895 w 1479897"/>
                <a:gd name="connsiteY45" fmla="*/ 246610 h 392112"/>
                <a:gd name="connsiteX46" fmla="*/ 1104895 w 1479897"/>
                <a:gd name="connsiteY46" fmla="*/ 350633 h 392112"/>
                <a:gd name="connsiteX47" fmla="*/ 1143174 w 1479897"/>
                <a:gd name="connsiteY47" fmla="*/ 381581 h 392112"/>
                <a:gd name="connsiteX48" fmla="*/ 1143174 w 1479897"/>
                <a:gd name="connsiteY48" fmla="*/ 385307 h 392112"/>
                <a:gd name="connsiteX49" fmla="*/ 1012604 w 1479897"/>
                <a:gd name="connsiteY49" fmla="*/ 385307 h 392112"/>
                <a:gd name="connsiteX50" fmla="*/ 1012604 w 1479897"/>
                <a:gd name="connsiteY50" fmla="*/ 381581 h 392112"/>
                <a:gd name="connsiteX51" fmla="*/ 1050072 w 1479897"/>
                <a:gd name="connsiteY51" fmla="*/ 350633 h 392112"/>
                <a:gd name="connsiteX52" fmla="*/ 1050072 w 1479897"/>
                <a:gd name="connsiteY52" fmla="*/ 193950 h 392112"/>
                <a:gd name="connsiteX53" fmla="*/ 1012604 w 1479897"/>
                <a:gd name="connsiteY53" fmla="*/ 150849 h 392112"/>
                <a:gd name="connsiteX54" fmla="*/ 1012604 w 1479897"/>
                <a:gd name="connsiteY54" fmla="*/ 147123 h 392112"/>
                <a:gd name="connsiteX55" fmla="*/ 1105057 w 1479897"/>
                <a:gd name="connsiteY55" fmla="*/ 147123 h 392112"/>
                <a:gd name="connsiteX56" fmla="*/ 1105057 w 1479897"/>
                <a:gd name="connsiteY56" fmla="*/ 195084 h 392112"/>
                <a:gd name="connsiteX57" fmla="*/ 1191509 w 1479897"/>
                <a:gd name="connsiteY57" fmla="*/ 141128 h 392112"/>
                <a:gd name="connsiteX58" fmla="*/ 1392958 w 1479897"/>
                <a:gd name="connsiteY58" fmla="*/ 67404 h 392112"/>
                <a:gd name="connsiteX59" fmla="*/ 1396689 w 1479897"/>
                <a:gd name="connsiteY59" fmla="*/ 67404 h 392112"/>
                <a:gd name="connsiteX60" fmla="*/ 1396689 w 1479897"/>
                <a:gd name="connsiteY60" fmla="*/ 146961 h 392112"/>
                <a:gd name="connsiteX61" fmla="*/ 1464650 w 1479897"/>
                <a:gd name="connsiteY61" fmla="*/ 146961 h 392112"/>
                <a:gd name="connsiteX62" fmla="*/ 1464650 w 1479897"/>
                <a:gd name="connsiteY62" fmla="*/ 156520 h 392112"/>
                <a:gd name="connsiteX63" fmla="*/ 1396689 w 1479897"/>
                <a:gd name="connsiteY63" fmla="*/ 156520 h 392112"/>
                <a:gd name="connsiteX64" fmla="*/ 1396689 w 1479897"/>
                <a:gd name="connsiteY64" fmla="*/ 312555 h 392112"/>
                <a:gd name="connsiteX65" fmla="*/ 1437239 w 1479897"/>
                <a:gd name="connsiteY65" fmla="*/ 365863 h 392112"/>
                <a:gd name="connsiteX66" fmla="*/ 1476166 w 1479897"/>
                <a:gd name="connsiteY66" fmla="*/ 327300 h 392112"/>
                <a:gd name="connsiteX67" fmla="*/ 1479897 w 1479897"/>
                <a:gd name="connsiteY67" fmla="*/ 328271 h 392112"/>
                <a:gd name="connsiteX68" fmla="*/ 1406259 w 1479897"/>
                <a:gd name="connsiteY68" fmla="*/ 392111 h 392112"/>
                <a:gd name="connsiteX69" fmla="*/ 1342353 w 1479897"/>
                <a:gd name="connsiteY69" fmla="*/ 319036 h 392112"/>
                <a:gd name="connsiteX70" fmla="*/ 1342353 w 1479897"/>
                <a:gd name="connsiteY70" fmla="*/ 156520 h 392112"/>
                <a:gd name="connsiteX71" fmla="*/ 1287692 w 1479897"/>
                <a:gd name="connsiteY71" fmla="*/ 156520 h 392112"/>
                <a:gd name="connsiteX72" fmla="*/ 1287692 w 1479897"/>
                <a:gd name="connsiteY72" fmla="*/ 146961 h 392112"/>
                <a:gd name="connsiteX73" fmla="*/ 1392958 w 1479897"/>
                <a:gd name="connsiteY73" fmla="*/ 67404 h 392112"/>
                <a:gd name="connsiteX74" fmla="*/ 476215 w 1479897"/>
                <a:gd name="connsiteY74" fmla="*/ 5347 h 392112"/>
                <a:gd name="connsiteX75" fmla="*/ 476701 w 1479897"/>
                <a:gd name="connsiteY75" fmla="*/ 5347 h 392112"/>
                <a:gd name="connsiteX76" fmla="*/ 476701 w 1479897"/>
                <a:gd name="connsiteY76" fmla="*/ 336374 h 392112"/>
                <a:gd name="connsiteX77" fmla="*/ 515791 w 1479897"/>
                <a:gd name="connsiteY77" fmla="*/ 381743 h 392112"/>
                <a:gd name="connsiteX78" fmla="*/ 515791 w 1479897"/>
                <a:gd name="connsiteY78" fmla="*/ 385469 h 392112"/>
                <a:gd name="connsiteX79" fmla="*/ 420905 w 1479897"/>
                <a:gd name="connsiteY79" fmla="*/ 385469 h 392112"/>
                <a:gd name="connsiteX80" fmla="*/ 420905 w 1479897"/>
                <a:gd name="connsiteY80" fmla="*/ 344476 h 392112"/>
                <a:gd name="connsiteX81" fmla="*/ 341915 w 1479897"/>
                <a:gd name="connsiteY81" fmla="*/ 392112 h 392112"/>
                <a:gd name="connsiteX82" fmla="*/ 220915 w 1479897"/>
                <a:gd name="connsiteY82" fmla="*/ 266702 h 392112"/>
                <a:gd name="connsiteX83" fmla="*/ 341915 w 1479897"/>
                <a:gd name="connsiteY83" fmla="*/ 141290 h 392112"/>
                <a:gd name="connsiteX84" fmla="*/ 420905 w 1479897"/>
                <a:gd name="connsiteY84" fmla="*/ 188927 h 392112"/>
                <a:gd name="connsiteX85" fmla="*/ 420905 w 1479897"/>
                <a:gd name="connsiteY85" fmla="*/ 73886 h 392112"/>
                <a:gd name="connsiteX86" fmla="*/ 381491 w 1479897"/>
                <a:gd name="connsiteY86" fmla="*/ 30786 h 392112"/>
                <a:gd name="connsiteX87" fmla="*/ 381491 w 1479897"/>
                <a:gd name="connsiteY87" fmla="*/ 26897 h 392112"/>
                <a:gd name="connsiteX88" fmla="*/ 476215 w 1479897"/>
                <a:gd name="connsiteY88" fmla="*/ 5347 h 392112"/>
                <a:gd name="connsiteX89" fmla="*/ 26763 w 1479897"/>
                <a:gd name="connsiteY89" fmla="*/ 0 h 392112"/>
                <a:gd name="connsiteX90" fmla="*/ 27249 w 1479897"/>
                <a:gd name="connsiteY90" fmla="*/ 0 h 392112"/>
                <a:gd name="connsiteX91" fmla="*/ 197233 w 1479897"/>
                <a:gd name="connsiteY91" fmla="*/ 350633 h 392112"/>
                <a:gd name="connsiteX92" fmla="*/ 247028 w 1479897"/>
                <a:gd name="connsiteY92" fmla="*/ 381581 h 392112"/>
                <a:gd name="connsiteX93" fmla="*/ 247028 w 1479897"/>
                <a:gd name="connsiteY93" fmla="*/ 385307 h 392112"/>
                <a:gd name="connsiteX94" fmla="*/ 90344 w 1479897"/>
                <a:gd name="connsiteY94" fmla="*/ 385307 h 392112"/>
                <a:gd name="connsiteX95" fmla="*/ 90344 w 1479897"/>
                <a:gd name="connsiteY95" fmla="*/ 381581 h 392112"/>
                <a:gd name="connsiteX96" fmla="*/ 124244 w 1479897"/>
                <a:gd name="connsiteY96" fmla="*/ 350633 h 392112"/>
                <a:gd name="connsiteX97" fmla="*/ 0 w 1479897"/>
                <a:gd name="connsiteY97" fmla="*/ 94626 h 39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479897" h="392112">
                  <a:moveTo>
                    <a:pt x="353755" y="152308"/>
                  </a:moveTo>
                  <a:cubicBezTo>
                    <a:pt x="311908" y="152308"/>
                    <a:pt x="282226" y="195894"/>
                    <a:pt x="282226" y="266702"/>
                  </a:cubicBezTo>
                  <a:cubicBezTo>
                    <a:pt x="282226" y="337508"/>
                    <a:pt x="312070" y="381094"/>
                    <a:pt x="353755" y="381094"/>
                  </a:cubicBezTo>
                  <a:cubicBezTo>
                    <a:pt x="395440" y="381094"/>
                    <a:pt x="425123" y="337346"/>
                    <a:pt x="425285" y="266702"/>
                  </a:cubicBezTo>
                  <a:cubicBezTo>
                    <a:pt x="425285" y="195894"/>
                    <a:pt x="395440" y="152308"/>
                    <a:pt x="353755" y="152308"/>
                  </a:cubicBezTo>
                  <a:close/>
                  <a:moveTo>
                    <a:pt x="896795" y="148580"/>
                  </a:moveTo>
                  <a:cubicBezTo>
                    <a:pt x="852352" y="148580"/>
                    <a:pt x="831753" y="200268"/>
                    <a:pt x="831753" y="251145"/>
                  </a:cubicBezTo>
                  <a:lnTo>
                    <a:pt x="953726" y="251145"/>
                  </a:lnTo>
                  <a:lnTo>
                    <a:pt x="953726" y="250659"/>
                  </a:lnTo>
                  <a:cubicBezTo>
                    <a:pt x="953726" y="207235"/>
                    <a:pt x="939615" y="148580"/>
                    <a:pt x="896795" y="148580"/>
                  </a:cubicBezTo>
                  <a:close/>
                  <a:moveTo>
                    <a:pt x="500869" y="147123"/>
                  </a:moveTo>
                  <a:lnTo>
                    <a:pt x="621220" y="147123"/>
                  </a:lnTo>
                  <a:lnTo>
                    <a:pt x="621220" y="150849"/>
                  </a:lnTo>
                  <a:cubicBezTo>
                    <a:pt x="602081" y="152470"/>
                    <a:pt x="587969" y="162678"/>
                    <a:pt x="597377" y="181798"/>
                  </a:cubicBezTo>
                  <a:lnTo>
                    <a:pt x="664851" y="319523"/>
                  </a:lnTo>
                  <a:lnTo>
                    <a:pt x="729731" y="179367"/>
                  </a:lnTo>
                  <a:cubicBezTo>
                    <a:pt x="742869" y="151012"/>
                    <a:pt x="708483" y="151984"/>
                    <a:pt x="694533" y="150849"/>
                  </a:cubicBezTo>
                  <a:lnTo>
                    <a:pt x="694533" y="147123"/>
                  </a:lnTo>
                  <a:lnTo>
                    <a:pt x="782121" y="147123"/>
                  </a:lnTo>
                  <a:lnTo>
                    <a:pt x="782121" y="150849"/>
                  </a:lnTo>
                  <a:cubicBezTo>
                    <a:pt x="767847" y="151984"/>
                    <a:pt x="753898" y="159924"/>
                    <a:pt x="747248" y="173534"/>
                  </a:cubicBezTo>
                  <a:lnTo>
                    <a:pt x="649280" y="385307"/>
                  </a:lnTo>
                  <a:lnTo>
                    <a:pt x="639710" y="385307"/>
                  </a:lnTo>
                  <a:lnTo>
                    <a:pt x="539959" y="181798"/>
                  </a:lnTo>
                  <a:cubicBezTo>
                    <a:pt x="530876" y="163164"/>
                    <a:pt x="520333" y="152470"/>
                    <a:pt x="500869" y="150849"/>
                  </a:cubicBezTo>
                  <a:close/>
                  <a:moveTo>
                    <a:pt x="891928" y="141289"/>
                  </a:moveTo>
                  <a:cubicBezTo>
                    <a:pt x="969622" y="141289"/>
                    <a:pt x="1005143" y="207397"/>
                    <a:pt x="1005143" y="258437"/>
                  </a:cubicBezTo>
                  <a:lnTo>
                    <a:pt x="1005143" y="263136"/>
                  </a:lnTo>
                  <a:lnTo>
                    <a:pt x="831753" y="263136"/>
                  </a:lnTo>
                  <a:cubicBezTo>
                    <a:pt x="831753" y="313689"/>
                    <a:pt x="855271" y="363270"/>
                    <a:pt x="921448" y="362784"/>
                  </a:cubicBezTo>
                  <a:cubicBezTo>
                    <a:pt x="949671" y="362460"/>
                    <a:pt x="984382" y="347553"/>
                    <a:pt x="994762" y="327461"/>
                  </a:cubicBezTo>
                  <a:lnTo>
                    <a:pt x="998493" y="328271"/>
                  </a:lnTo>
                  <a:cubicBezTo>
                    <a:pt x="986328" y="361164"/>
                    <a:pt x="945617" y="392111"/>
                    <a:pt x="897930" y="392111"/>
                  </a:cubicBezTo>
                  <a:cubicBezTo>
                    <a:pt x="823643" y="392111"/>
                    <a:pt x="770604" y="334104"/>
                    <a:pt x="770604" y="264594"/>
                  </a:cubicBezTo>
                  <a:cubicBezTo>
                    <a:pt x="770604" y="201402"/>
                    <a:pt x="816506" y="141289"/>
                    <a:pt x="891928" y="141289"/>
                  </a:cubicBezTo>
                  <a:close/>
                  <a:moveTo>
                    <a:pt x="1191509" y="141128"/>
                  </a:moveTo>
                  <a:cubicBezTo>
                    <a:pt x="1240655" y="141128"/>
                    <a:pt x="1270012" y="173372"/>
                    <a:pt x="1269527" y="223439"/>
                  </a:cubicBezTo>
                  <a:lnTo>
                    <a:pt x="1269527" y="350633"/>
                  </a:lnTo>
                  <a:cubicBezTo>
                    <a:pt x="1269527" y="369753"/>
                    <a:pt x="1286557" y="379960"/>
                    <a:pt x="1307805" y="381581"/>
                  </a:cubicBezTo>
                  <a:lnTo>
                    <a:pt x="1307805" y="385307"/>
                  </a:lnTo>
                  <a:lnTo>
                    <a:pt x="1177235" y="385307"/>
                  </a:lnTo>
                  <a:lnTo>
                    <a:pt x="1177235" y="381581"/>
                  </a:lnTo>
                  <a:cubicBezTo>
                    <a:pt x="1197997" y="379960"/>
                    <a:pt x="1214704" y="369590"/>
                    <a:pt x="1214704" y="350471"/>
                  </a:cubicBezTo>
                  <a:lnTo>
                    <a:pt x="1214704" y="217282"/>
                  </a:lnTo>
                  <a:cubicBezTo>
                    <a:pt x="1214704" y="180987"/>
                    <a:pt x="1198159" y="156521"/>
                    <a:pt x="1172531" y="156521"/>
                  </a:cubicBezTo>
                  <a:cubicBezTo>
                    <a:pt x="1141228" y="156521"/>
                    <a:pt x="1104895" y="193626"/>
                    <a:pt x="1104895" y="246610"/>
                  </a:cubicBezTo>
                  <a:lnTo>
                    <a:pt x="1104895" y="350633"/>
                  </a:lnTo>
                  <a:cubicBezTo>
                    <a:pt x="1104895" y="369753"/>
                    <a:pt x="1121926" y="379960"/>
                    <a:pt x="1143174" y="381581"/>
                  </a:cubicBezTo>
                  <a:lnTo>
                    <a:pt x="1143174" y="385307"/>
                  </a:lnTo>
                  <a:lnTo>
                    <a:pt x="1012604" y="385307"/>
                  </a:lnTo>
                  <a:lnTo>
                    <a:pt x="1012604" y="381581"/>
                  </a:lnTo>
                  <a:cubicBezTo>
                    <a:pt x="1033365" y="379960"/>
                    <a:pt x="1050072" y="369753"/>
                    <a:pt x="1050072" y="350633"/>
                  </a:cubicBezTo>
                  <a:lnTo>
                    <a:pt x="1050072" y="193950"/>
                  </a:lnTo>
                  <a:cubicBezTo>
                    <a:pt x="1050072" y="158303"/>
                    <a:pt x="1033365" y="152470"/>
                    <a:pt x="1012604" y="150849"/>
                  </a:cubicBezTo>
                  <a:lnTo>
                    <a:pt x="1012604" y="147123"/>
                  </a:lnTo>
                  <a:lnTo>
                    <a:pt x="1105057" y="147123"/>
                  </a:lnTo>
                  <a:lnTo>
                    <a:pt x="1105057" y="195084"/>
                  </a:lnTo>
                  <a:cubicBezTo>
                    <a:pt x="1118195" y="166081"/>
                    <a:pt x="1146255" y="141128"/>
                    <a:pt x="1191509" y="141128"/>
                  </a:cubicBezTo>
                  <a:close/>
                  <a:moveTo>
                    <a:pt x="1392958" y="67404"/>
                  </a:moveTo>
                  <a:lnTo>
                    <a:pt x="1396689" y="67404"/>
                  </a:lnTo>
                  <a:lnTo>
                    <a:pt x="1396689" y="146961"/>
                  </a:lnTo>
                  <a:lnTo>
                    <a:pt x="1464650" y="146961"/>
                  </a:lnTo>
                  <a:lnTo>
                    <a:pt x="1464650" y="156520"/>
                  </a:lnTo>
                  <a:lnTo>
                    <a:pt x="1396689" y="156520"/>
                  </a:lnTo>
                  <a:lnTo>
                    <a:pt x="1396689" y="312555"/>
                  </a:lnTo>
                  <a:cubicBezTo>
                    <a:pt x="1396689" y="342693"/>
                    <a:pt x="1405123" y="365863"/>
                    <a:pt x="1437239" y="365863"/>
                  </a:cubicBezTo>
                  <a:cubicBezTo>
                    <a:pt x="1458487" y="365863"/>
                    <a:pt x="1471463" y="345933"/>
                    <a:pt x="1476166" y="327300"/>
                  </a:cubicBezTo>
                  <a:lnTo>
                    <a:pt x="1479897" y="328271"/>
                  </a:lnTo>
                  <a:cubicBezTo>
                    <a:pt x="1472760" y="363108"/>
                    <a:pt x="1442916" y="392111"/>
                    <a:pt x="1406259" y="392111"/>
                  </a:cubicBezTo>
                  <a:cubicBezTo>
                    <a:pt x="1362952" y="392111"/>
                    <a:pt x="1342353" y="365863"/>
                    <a:pt x="1342353" y="319036"/>
                  </a:cubicBezTo>
                  <a:lnTo>
                    <a:pt x="1342353" y="156520"/>
                  </a:lnTo>
                  <a:lnTo>
                    <a:pt x="1287692" y="156520"/>
                  </a:lnTo>
                  <a:lnTo>
                    <a:pt x="1287692" y="146961"/>
                  </a:lnTo>
                  <a:cubicBezTo>
                    <a:pt x="1348841" y="146961"/>
                    <a:pt x="1382416" y="110504"/>
                    <a:pt x="1392958" y="67404"/>
                  </a:cubicBezTo>
                  <a:close/>
                  <a:moveTo>
                    <a:pt x="476215" y="5347"/>
                  </a:moveTo>
                  <a:lnTo>
                    <a:pt x="476701" y="5347"/>
                  </a:lnTo>
                  <a:lnTo>
                    <a:pt x="476701" y="336374"/>
                  </a:lnTo>
                  <a:cubicBezTo>
                    <a:pt x="476701" y="373803"/>
                    <a:pt x="495354" y="379960"/>
                    <a:pt x="515791" y="381743"/>
                  </a:cubicBezTo>
                  <a:lnTo>
                    <a:pt x="515791" y="385469"/>
                  </a:lnTo>
                  <a:lnTo>
                    <a:pt x="420905" y="385469"/>
                  </a:lnTo>
                  <a:lnTo>
                    <a:pt x="420905" y="344476"/>
                  </a:lnTo>
                  <a:cubicBezTo>
                    <a:pt x="405821" y="374937"/>
                    <a:pt x="379545" y="392112"/>
                    <a:pt x="341915" y="392112"/>
                  </a:cubicBezTo>
                  <a:cubicBezTo>
                    <a:pt x="279144" y="392112"/>
                    <a:pt x="220915" y="344313"/>
                    <a:pt x="220915" y="266702"/>
                  </a:cubicBezTo>
                  <a:cubicBezTo>
                    <a:pt x="220915" y="189089"/>
                    <a:pt x="279144" y="141290"/>
                    <a:pt x="341915" y="141290"/>
                  </a:cubicBezTo>
                  <a:cubicBezTo>
                    <a:pt x="379545" y="141290"/>
                    <a:pt x="405821" y="158465"/>
                    <a:pt x="420905" y="188927"/>
                  </a:cubicBezTo>
                  <a:lnTo>
                    <a:pt x="420905" y="73886"/>
                  </a:lnTo>
                  <a:cubicBezTo>
                    <a:pt x="420905" y="38239"/>
                    <a:pt x="403388" y="32406"/>
                    <a:pt x="381491" y="30786"/>
                  </a:cubicBezTo>
                  <a:lnTo>
                    <a:pt x="381491" y="26897"/>
                  </a:lnTo>
                  <a:cubicBezTo>
                    <a:pt x="393494" y="26897"/>
                    <a:pt x="444587" y="29652"/>
                    <a:pt x="476215" y="5347"/>
                  </a:cubicBezTo>
                  <a:close/>
                  <a:moveTo>
                    <a:pt x="26763" y="0"/>
                  </a:moveTo>
                  <a:lnTo>
                    <a:pt x="27249" y="0"/>
                  </a:lnTo>
                  <a:lnTo>
                    <a:pt x="197233" y="350633"/>
                  </a:lnTo>
                  <a:cubicBezTo>
                    <a:pt x="206803" y="370401"/>
                    <a:pt x="222211" y="379960"/>
                    <a:pt x="247028" y="381581"/>
                  </a:cubicBezTo>
                  <a:lnTo>
                    <a:pt x="247028" y="385307"/>
                  </a:lnTo>
                  <a:lnTo>
                    <a:pt x="90344" y="385307"/>
                  </a:lnTo>
                  <a:lnTo>
                    <a:pt x="90344" y="381581"/>
                  </a:lnTo>
                  <a:cubicBezTo>
                    <a:pt x="114674" y="379960"/>
                    <a:pt x="134138" y="370887"/>
                    <a:pt x="124244" y="350633"/>
                  </a:cubicBezTo>
                  <a:lnTo>
                    <a:pt x="0" y="94626"/>
                  </a:lnTo>
                  <a:close/>
                </a:path>
              </a:pathLst>
            </a:custGeom>
            <a:solidFill>
              <a:schemeClr val="bg1"/>
            </a:solidFill>
            <a:ln w="1823" cap="flat">
              <a:noFill/>
              <a:prstDash val="solid"/>
              <a:miter/>
            </a:ln>
          </p:spPr>
          <p:txBody>
            <a:bodyPr wrap="square" rtlCol="0" anchor="ctr">
              <a:noAutofit/>
            </a:bodyPr>
            <a:lstStyle/>
            <a:p>
              <a:endParaRPr lang="en-US" b="0" i="0">
                <a:latin typeface="+mn-lt" panose="02000503000000020004" pitchFamily="2" charset="0"/>
              </a:endParaRPr>
            </a:p>
          </p:txBody>
        </p:sp>
        <p:sp>
          <p:nvSpPr>
            <p:cNvPr id="25" name="Freeform 24">
              <a:extLst>
                <a:ext uri="{FF2B5EF4-FFF2-40B4-BE49-F238E27FC236}">
                  <a16:creationId xmlns:a16="http://schemas.microsoft.com/office/drawing/2014/main" id="{2DD8A35D-AC9A-FD08-CEFA-5A8F5E2F7779}"/>
                </a:ext>
              </a:extLst>
            </p:cNvPr>
            <p:cNvSpPr/>
            <p:nvPr/>
          </p:nvSpPr>
          <p:spPr>
            <a:xfrm>
              <a:off x="493713" y="704668"/>
              <a:ext cx="162198" cy="162029"/>
            </a:xfrm>
            <a:custGeom>
              <a:avLst/>
              <a:gdLst>
                <a:gd name="connsiteX0" fmla="*/ 182947 w 182946"/>
                <a:gd name="connsiteY0" fmla="*/ 91378 h 182756"/>
                <a:gd name="connsiteX1" fmla="*/ 91473 w 182946"/>
                <a:gd name="connsiteY1" fmla="*/ 182757 h 182756"/>
                <a:gd name="connsiteX2" fmla="*/ 0 w 182946"/>
                <a:gd name="connsiteY2" fmla="*/ 91378 h 182756"/>
                <a:gd name="connsiteX3" fmla="*/ 91473 w 182946"/>
                <a:gd name="connsiteY3" fmla="*/ 0 h 182756"/>
                <a:gd name="connsiteX4" fmla="*/ 182947 w 182946"/>
                <a:gd name="connsiteY4" fmla="*/ 91378 h 18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46" h="182756">
                  <a:moveTo>
                    <a:pt x="182947" y="91378"/>
                  </a:moveTo>
                  <a:cubicBezTo>
                    <a:pt x="182947" y="141845"/>
                    <a:pt x="141993" y="182757"/>
                    <a:pt x="91473" y="182757"/>
                  </a:cubicBezTo>
                  <a:cubicBezTo>
                    <a:pt x="40954" y="182757"/>
                    <a:pt x="0" y="141845"/>
                    <a:pt x="0" y="91378"/>
                  </a:cubicBezTo>
                  <a:cubicBezTo>
                    <a:pt x="0" y="40912"/>
                    <a:pt x="40954" y="0"/>
                    <a:pt x="91473" y="0"/>
                  </a:cubicBezTo>
                  <a:cubicBezTo>
                    <a:pt x="141993" y="0"/>
                    <a:pt x="182947" y="40912"/>
                    <a:pt x="182947" y="91378"/>
                  </a:cubicBezTo>
                  <a:close/>
                </a:path>
              </a:pathLst>
            </a:custGeom>
            <a:solidFill>
              <a:srgbClr val="E1B523"/>
            </a:solidFill>
            <a:ln w="1823" cap="flat">
              <a:noFill/>
              <a:prstDash val="solid"/>
              <a:miter/>
            </a:ln>
          </p:spPr>
          <p:txBody>
            <a:bodyPr rtlCol="0" anchor="ctr"/>
            <a:lstStyle/>
            <a:p>
              <a:endParaRPr lang="en-US" b="0" i="0">
                <a:latin typeface="+mn-lt" panose="02000503000000020004" pitchFamily="2" charset="0"/>
              </a:endParaRPr>
            </a:p>
          </p:txBody>
        </p:sp>
      </p:grpSp>
      <p:sp>
        <p:nvSpPr>
          <p:cNvPr id="38" name="Picture Placeholder 37">
            <a:extLst>
              <a:ext uri="{FF2B5EF4-FFF2-40B4-BE49-F238E27FC236}">
                <a16:creationId xmlns:a16="http://schemas.microsoft.com/office/drawing/2014/main" id="{B4381920-406F-5FBF-6089-2302F7F1C909}"/>
              </a:ext>
            </a:extLst>
          </p:cNvPr>
          <p:cNvSpPr>
            <a:spLocks noGrp="1"/>
          </p:cNvSpPr>
          <p:nvPr>
            <p:ph type="pic" sz="quarter" idx="11" hasCustomPrompt="1"/>
          </p:nvPr>
        </p:nvSpPr>
        <p:spPr>
          <a:xfrm>
            <a:off x="0" y="0"/>
            <a:ext cx="12192000" cy="6858000"/>
          </a:xfrm>
          <a:custGeom>
            <a:avLst/>
            <a:gdLst>
              <a:gd name="connsiteX0" fmla="*/ 574812 w 12192000"/>
              <a:gd name="connsiteY0" fmla="*/ 704668 h 6858000"/>
              <a:gd name="connsiteX1" fmla="*/ 493713 w 12192000"/>
              <a:gd name="connsiteY1" fmla="*/ 785683 h 6858000"/>
              <a:gd name="connsiteX2" fmla="*/ 574812 w 12192000"/>
              <a:gd name="connsiteY2" fmla="*/ 866698 h 6858000"/>
              <a:gd name="connsiteX3" fmla="*/ 655912 w 12192000"/>
              <a:gd name="connsiteY3" fmla="*/ 785683 h 6858000"/>
              <a:gd name="connsiteX4" fmla="*/ 574812 w 12192000"/>
              <a:gd name="connsiteY4" fmla="*/ 704668 h 6858000"/>
              <a:gd name="connsiteX5" fmla="*/ 989553 w 12192000"/>
              <a:gd name="connsiteY5" fmla="*/ 627056 h 6858000"/>
              <a:gd name="connsiteX6" fmla="*/ 1061083 w 12192000"/>
              <a:gd name="connsiteY6" fmla="*/ 741450 h 6858000"/>
              <a:gd name="connsiteX7" fmla="*/ 989553 w 12192000"/>
              <a:gd name="connsiteY7" fmla="*/ 855842 h 6858000"/>
              <a:gd name="connsiteX8" fmla="*/ 918024 w 12192000"/>
              <a:gd name="connsiteY8" fmla="*/ 741450 h 6858000"/>
              <a:gd name="connsiteX9" fmla="*/ 989553 w 12192000"/>
              <a:gd name="connsiteY9" fmla="*/ 627056 h 6858000"/>
              <a:gd name="connsiteX10" fmla="*/ 1532593 w 12192000"/>
              <a:gd name="connsiteY10" fmla="*/ 623328 h 6858000"/>
              <a:gd name="connsiteX11" fmla="*/ 1589524 w 12192000"/>
              <a:gd name="connsiteY11" fmla="*/ 725407 h 6858000"/>
              <a:gd name="connsiteX12" fmla="*/ 1589524 w 12192000"/>
              <a:gd name="connsiteY12" fmla="*/ 725893 h 6858000"/>
              <a:gd name="connsiteX13" fmla="*/ 1467551 w 12192000"/>
              <a:gd name="connsiteY13" fmla="*/ 725893 h 6858000"/>
              <a:gd name="connsiteX14" fmla="*/ 1532593 w 12192000"/>
              <a:gd name="connsiteY14" fmla="*/ 623328 h 6858000"/>
              <a:gd name="connsiteX15" fmla="*/ 1136667 w 12192000"/>
              <a:gd name="connsiteY15" fmla="*/ 621871 h 6858000"/>
              <a:gd name="connsiteX16" fmla="*/ 1136667 w 12192000"/>
              <a:gd name="connsiteY16" fmla="*/ 625597 h 6858000"/>
              <a:gd name="connsiteX17" fmla="*/ 1175757 w 12192000"/>
              <a:gd name="connsiteY17" fmla="*/ 656546 h 6858000"/>
              <a:gd name="connsiteX18" fmla="*/ 1275508 w 12192000"/>
              <a:gd name="connsiteY18" fmla="*/ 860055 h 6858000"/>
              <a:gd name="connsiteX19" fmla="*/ 1285078 w 12192000"/>
              <a:gd name="connsiteY19" fmla="*/ 860055 h 6858000"/>
              <a:gd name="connsiteX20" fmla="*/ 1383046 w 12192000"/>
              <a:gd name="connsiteY20" fmla="*/ 648282 h 6858000"/>
              <a:gd name="connsiteX21" fmla="*/ 1417919 w 12192000"/>
              <a:gd name="connsiteY21" fmla="*/ 625597 h 6858000"/>
              <a:gd name="connsiteX22" fmla="*/ 1417919 w 12192000"/>
              <a:gd name="connsiteY22" fmla="*/ 621871 h 6858000"/>
              <a:gd name="connsiteX23" fmla="*/ 1330331 w 12192000"/>
              <a:gd name="connsiteY23" fmla="*/ 621871 h 6858000"/>
              <a:gd name="connsiteX24" fmla="*/ 1330331 w 12192000"/>
              <a:gd name="connsiteY24" fmla="*/ 625597 h 6858000"/>
              <a:gd name="connsiteX25" fmla="*/ 1365529 w 12192000"/>
              <a:gd name="connsiteY25" fmla="*/ 654115 h 6858000"/>
              <a:gd name="connsiteX26" fmla="*/ 1300649 w 12192000"/>
              <a:gd name="connsiteY26" fmla="*/ 794271 h 6858000"/>
              <a:gd name="connsiteX27" fmla="*/ 1233175 w 12192000"/>
              <a:gd name="connsiteY27" fmla="*/ 656546 h 6858000"/>
              <a:gd name="connsiteX28" fmla="*/ 1257018 w 12192000"/>
              <a:gd name="connsiteY28" fmla="*/ 625597 h 6858000"/>
              <a:gd name="connsiteX29" fmla="*/ 1257018 w 12192000"/>
              <a:gd name="connsiteY29" fmla="*/ 621871 h 6858000"/>
              <a:gd name="connsiteX30" fmla="*/ 1527726 w 12192000"/>
              <a:gd name="connsiteY30" fmla="*/ 616037 h 6858000"/>
              <a:gd name="connsiteX31" fmla="*/ 1406402 w 12192000"/>
              <a:gd name="connsiteY31" fmla="*/ 739342 h 6858000"/>
              <a:gd name="connsiteX32" fmla="*/ 1533728 w 12192000"/>
              <a:gd name="connsiteY32" fmla="*/ 866859 h 6858000"/>
              <a:gd name="connsiteX33" fmla="*/ 1634291 w 12192000"/>
              <a:gd name="connsiteY33" fmla="*/ 803019 h 6858000"/>
              <a:gd name="connsiteX34" fmla="*/ 1630560 w 12192000"/>
              <a:gd name="connsiteY34" fmla="*/ 802209 h 6858000"/>
              <a:gd name="connsiteX35" fmla="*/ 1557246 w 12192000"/>
              <a:gd name="connsiteY35" fmla="*/ 837532 h 6858000"/>
              <a:gd name="connsiteX36" fmla="*/ 1467551 w 12192000"/>
              <a:gd name="connsiteY36" fmla="*/ 737884 h 6858000"/>
              <a:gd name="connsiteX37" fmla="*/ 1640941 w 12192000"/>
              <a:gd name="connsiteY37" fmla="*/ 737884 h 6858000"/>
              <a:gd name="connsiteX38" fmla="*/ 1640941 w 12192000"/>
              <a:gd name="connsiteY38" fmla="*/ 733185 h 6858000"/>
              <a:gd name="connsiteX39" fmla="*/ 1527726 w 12192000"/>
              <a:gd name="connsiteY39" fmla="*/ 616037 h 6858000"/>
              <a:gd name="connsiteX40" fmla="*/ 1827307 w 12192000"/>
              <a:gd name="connsiteY40" fmla="*/ 615876 h 6858000"/>
              <a:gd name="connsiteX41" fmla="*/ 1740855 w 12192000"/>
              <a:gd name="connsiteY41" fmla="*/ 669832 h 6858000"/>
              <a:gd name="connsiteX42" fmla="*/ 1740855 w 12192000"/>
              <a:gd name="connsiteY42" fmla="*/ 621871 h 6858000"/>
              <a:gd name="connsiteX43" fmla="*/ 1648402 w 12192000"/>
              <a:gd name="connsiteY43" fmla="*/ 621871 h 6858000"/>
              <a:gd name="connsiteX44" fmla="*/ 1648402 w 12192000"/>
              <a:gd name="connsiteY44" fmla="*/ 625597 h 6858000"/>
              <a:gd name="connsiteX45" fmla="*/ 1685870 w 12192000"/>
              <a:gd name="connsiteY45" fmla="*/ 668698 h 6858000"/>
              <a:gd name="connsiteX46" fmla="*/ 1685870 w 12192000"/>
              <a:gd name="connsiteY46" fmla="*/ 825381 h 6858000"/>
              <a:gd name="connsiteX47" fmla="*/ 1648402 w 12192000"/>
              <a:gd name="connsiteY47" fmla="*/ 856329 h 6858000"/>
              <a:gd name="connsiteX48" fmla="*/ 1648402 w 12192000"/>
              <a:gd name="connsiteY48" fmla="*/ 860055 h 6858000"/>
              <a:gd name="connsiteX49" fmla="*/ 1778972 w 12192000"/>
              <a:gd name="connsiteY49" fmla="*/ 860055 h 6858000"/>
              <a:gd name="connsiteX50" fmla="*/ 1778972 w 12192000"/>
              <a:gd name="connsiteY50" fmla="*/ 856329 h 6858000"/>
              <a:gd name="connsiteX51" fmla="*/ 1740693 w 12192000"/>
              <a:gd name="connsiteY51" fmla="*/ 825381 h 6858000"/>
              <a:gd name="connsiteX52" fmla="*/ 1740693 w 12192000"/>
              <a:gd name="connsiteY52" fmla="*/ 721358 h 6858000"/>
              <a:gd name="connsiteX53" fmla="*/ 1808329 w 12192000"/>
              <a:gd name="connsiteY53" fmla="*/ 631269 h 6858000"/>
              <a:gd name="connsiteX54" fmla="*/ 1850502 w 12192000"/>
              <a:gd name="connsiteY54" fmla="*/ 692030 h 6858000"/>
              <a:gd name="connsiteX55" fmla="*/ 1850502 w 12192000"/>
              <a:gd name="connsiteY55" fmla="*/ 825219 h 6858000"/>
              <a:gd name="connsiteX56" fmla="*/ 1813033 w 12192000"/>
              <a:gd name="connsiteY56" fmla="*/ 856329 h 6858000"/>
              <a:gd name="connsiteX57" fmla="*/ 1813033 w 12192000"/>
              <a:gd name="connsiteY57" fmla="*/ 860055 h 6858000"/>
              <a:gd name="connsiteX58" fmla="*/ 1943603 w 12192000"/>
              <a:gd name="connsiteY58" fmla="*/ 860055 h 6858000"/>
              <a:gd name="connsiteX59" fmla="*/ 1943603 w 12192000"/>
              <a:gd name="connsiteY59" fmla="*/ 856329 h 6858000"/>
              <a:gd name="connsiteX60" fmla="*/ 1905325 w 12192000"/>
              <a:gd name="connsiteY60" fmla="*/ 825381 h 6858000"/>
              <a:gd name="connsiteX61" fmla="*/ 1905325 w 12192000"/>
              <a:gd name="connsiteY61" fmla="*/ 698187 h 6858000"/>
              <a:gd name="connsiteX62" fmla="*/ 1827307 w 12192000"/>
              <a:gd name="connsiteY62" fmla="*/ 615876 h 6858000"/>
              <a:gd name="connsiteX63" fmla="*/ 2028756 w 12192000"/>
              <a:gd name="connsiteY63" fmla="*/ 542152 h 6858000"/>
              <a:gd name="connsiteX64" fmla="*/ 1923490 w 12192000"/>
              <a:gd name="connsiteY64" fmla="*/ 621709 h 6858000"/>
              <a:gd name="connsiteX65" fmla="*/ 1923490 w 12192000"/>
              <a:gd name="connsiteY65" fmla="*/ 631268 h 6858000"/>
              <a:gd name="connsiteX66" fmla="*/ 1978151 w 12192000"/>
              <a:gd name="connsiteY66" fmla="*/ 631268 h 6858000"/>
              <a:gd name="connsiteX67" fmla="*/ 1978151 w 12192000"/>
              <a:gd name="connsiteY67" fmla="*/ 793784 h 6858000"/>
              <a:gd name="connsiteX68" fmla="*/ 2042057 w 12192000"/>
              <a:gd name="connsiteY68" fmla="*/ 866859 h 6858000"/>
              <a:gd name="connsiteX69" fmla="*/ 2115695 w 12192000"/>
              <a:gd name="connsiteY69" fmla="*/ 803019 h 6858000"/>
              <a:gd name="connsiteX70" fmla="*/ 2111964 w 12192000"/>
              <a:gd name="connsiteY70" fmla="*/ 802048 h 6858000"/>
              <a:gd name="connsiteX71" fmla="*/ 2073037 w 12192000"/>
              <a:gd name="connsiteY71" fmla="*/ 840611 h 6858000"/>
              <a:gd name="connsiteX72" fmla="*/ 2032487 w 12192000"/>
              <a:gd name="connsiteY72" fmla="*/ 787303 h 6858000"/>
              <a:gd name="connsiteX73" fmla="*/ 2032487 w 12192000"/>
              <a:gd name="connsiteY73" fmla="*/ 631268 h 6858000"/>
              <a:gd name="connsiteX74" fmla="*/ 2100448 w 12192000"/>
              <a:gd name="connsiteY74" fmla="*/ 631268 h 6858000"/>
              <a:gd name="connsiteX75" fmla="*/ 2100448 w 12192000"/>
              <a:gd name="connsiteY75" fmla="*/ 621709 h 6858000"/>
              <a:gd name="connsiteX76" fmla="*/ 2032487 w 12192000"/>
              <a:gd name="connsiteY76" fmla="*/ 621709 h 6858000"/>
              <a:gd name="connsiteX77" fmla="*/ 2032487 w 12192000"/>
              <a:gd name="connsiteY77" fmla="*/ 542152 h 6858000"/>
              <a:gd name="connsiteX78" fmla="*/ 1112013 w 12192000"/>
              <a:gd name="connsiteY78" fmla="*/ 480095 h 6858000"/>
              <a:gd name="connsiteX79" fmla="*/ 1017289 w 12192000"/>
              <a:gd name="connsiteY79" fmla="*/ 501645 h 6858000"/>
              <a:gd name="connsiteX80" fmla="*/ 1017289 w 12192000"/>
              <a:gd name="connsiteY80" fmla="*/ 505534 h 6858000"/>
              <a:gd name="connsiteX81" fmla="*/ 1056703 w 12192000"/>
              <a:gd name="connsiteY81" fmla="*/ 548634 h 6858000"/>
              <a:gd name="connsiteX82" fmla="*/ 1056703 w 12192000"/>
              <a:gd name="connsiteY82" fmla="*/ 663675 h 6858000"/>
              <a:gd name="connsiteX83" fmla="*/ 977712 w 12192000"/>
              <a:gd name="connsiteY83" fmla="*/ 616038 h 6858000"/>
              <a:gd name="connsiteX84" fmla="*/ 856713 w 12192000"/>
              <a:gd name="connsiteY84" fmla="*/ 741450 h 6858000"/>
              <a:gd name="connsiteX85" fmla="*/ 977712 w 12192000"/>
              <a:gd name="connsiteY85" fmla="*/ 866860 h 6858000"/>
              <a:gd name="connsiteX86" fmla="*/ 1056703 w 12192000"/>
              <a:gd name="connsiteY86" fmla="*/ 819224 h 6858000"/>
              <a:gd name="connsiteX87" fmla="*/ 1056703 w 12192000"/>
              <a:gd name="connsiteY87" fmla="*/ 860217 h 6858000"/>
              <a:gd name="connsiteX88" fmla="*/ 1151589 w 12192000"/>
              <a:gd name="connsiteY88" fmla="*/ 860217 h 6858000"/>
              <a:gd name="connsiteX89" fmla="*/ 1151589 w 12192000"/>
              <a:gd name="connsiteY89" fmla="*/ 856491 h 6858000"/>
              <a:gd name="connsiteX90" fmla="*/ 1112499 w 12192000"/>
              <a:gd name="connsiteY90" fmla="*/ 811122 h 6858000"/>
              <a:gd name="connsiteX91" fmla="*/ 1112499 w 12192000"/>
              <a:gd name="connsiteY91" fmla="*/ 480095 h 6858000"/>
              <a:gd name="connsiteX92" fmla="*/ 662560 w 12192000"/>
              <a:gd name="connsiteY92" fmla="*/ 474748 h 6858000"/>
              <a:gd name="connsiteX93" fmla="*/ 635798 w 12192000"/>
              <a:gd name="connsiteY93" fmla="*/ 569374 h 6858000"/>
              <a:gd name="connsiteX94" fmla="*/ 760042 w 12192000"/>
              <a:gd name="connsiteY94" fmla="*/ 825381 h 6858000"/>
              <a:gd name="connsiteX95" fmla="*/ 726142 w 12192000"/>
              <a:gd name="connsiteY95" fmla="*/ 856329 h 6858000"/>
              <a:gd name="connsiteX96" fmla="*/ 726142 w 12192000"/>
              <a:gd name="connsiteY96" fmla="*/ 860055 h 6858000"/>
              <a:gd name="connsiteX97" fmla="*/ 882826 w 12192000"/>
              <a:gd name="connsiteY97" fmla="*/ 860055 h 6858000"/>
              <a:gd name="connsiteX98" fmla="*/ 882826 w 12192000"/>
              <a:gd name="connsiteY98" fmla="*/ 856329 h 6858000"/>
              <a:gd name="connsiteX99" fmla="*/ 833031 w 12192000"/>
              <a:gd name="connsiteY99" fmla="*/ 825381 h 6858000"/>
              <a:gd name="connsiteX100" fmla="*/ 663047 w 12192000"/>
              <a:gd name="connsiteY100" fmla="*/ 474748 h 6858000"/>
              <a:gd name="connsiteX101" fmla="*/ 0 w 12192000"/>
              <a:gd name="connsiteY101" fmla="*/ 0 h 6858000"/>
              <a:gd name="connsiteX102" fmla="*/ 12192000 w 12192000"/>
              <a:gd name="connsiteY102" fmla="*/ 0 h 6858000"/>
              <a:gd name="connsiteX103" fmla="*/ 12192000 w 12192000"/>
              <a:gd name="connsiteY103" fmla="*/ 6858000 h 6858000"/>
              <a:gd name="connsiteX104" fmla="*/ 0 w 12192000"/>
              <a:gd name="connsiteY10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2192000" h="6858000">
                <a:moveTo>
                  <a:pt x="574812" y="704668"/>
                </a:moveTo>
                <a:cubicBezTo>
                  <a:pt x="530022" y="704668"/>
                  <a:pt x="493713" y="740940"/>
                  <a:pt x="493713" y="785683"/>
                </a:cubicBezTo>
                <a:cubicBezTo>
                  <a:pt x="493713" y="830426"/>
                  <a:pt x="530022" y="866698"/>
                  <a:pt x="574812" y="866698"/>
                </a:cubicBezTo>
                <a:cubicBezTo>
                  <a:pt x="619602" y="866698"/>
                  <a:pt x="655912" y="830426"/>
                  <a:pt x="655912" y="785683"/>
                </a:cubicBezTo>
                <a:cubicBezTo>
                  <a:pt x="655912" y="740940"/>
                  <a:pt x="619602" y="704668"/>
                  <a:pt x="574812" y="704668"/>
                </a:cubicBezTo>
                <a:close/>
                <a:moveTo>
                  <a:pt x="989553" y="627056"/>
                </a:moveTo>
                <a:cubicBezTo>
                  <a:pt x="1031238" y="627056"/>
                  <a:pt x="1061083" y="670642"/>
                  <a:pt x="1061083" y="741450"/>
                </a:cubicBezTo>
                <a:cubicBezTo>
                  <a:pt x="1060920" y="812094"/>
                  <a:pt x="1031238" y="855842"/>
                  <a:pt x="989553" y="855842"/>
                </a:cubicBezTo>
                <a:cubicBezTo>
                  <a:pt x="947868" y="855842"/>
                  <a:pt x="918024" y="812256"/>
                  <a:pt x="918024" y="741450"/>
                </a:cubicBezTo>
                <a:cubicBezTo>
                  <a:pt x="918024" y="670642"/>
                  <a:pt x="947706" y="627056"/>
                  <a:pt x="989553" y="627056"/>
                </a:cubicBezTo>
                <a:close/>
                <a:moveTo>
                  <a:pt x="1532593" y="623328"/>
                </a:moveTo>
                <a:cubicBezTo>
                  <a:pt x="1575413" y="623328"/>
                  <a:pt x="1589524" y="681983"/>
                  <a:pt x="1589524" y="725407"/>
                </a:cubicBezTo>
                <a:lnTo>
                  <a:pt x="1589524" y="725893"/>
                </a:lnTo>
                <a:lnTo>
                  <a:pt x="1467551" y="725893"/>
                </a:lnTo>
                <a:cubicBezTo>
                  <a:pt x="1467551" y="675016"/>
                  <a:pt x="1488150" y="623328"/>
                  <a:pt x="1532593" y="623328"/>
                </a:cubicBezTo>
                <a:close/>
                <a:moveTo>
                  <a:pt x="1136667" y="621871"/>
                </a:moveTo>
                <a:lnTo>
                  <a:pt x="1136667" y="625597"/>
                </a:lnTo>
                <a:cubicBezTo>
                  <a:pt x="1156131" y="627218"/>
                  <a:pt x="1166673" y="637912"/>
                  <a:pt x="1175757" y="656546"/>
                </a:cubicBezTo>
                <a:lnTo>
                  <a:pt x="1275508" y="860055"/>
                </a:lnTo>
                <a:lnTo>
                  <a:pt x="1285078" y="860055"/>
                </a:lnTo>
                <a:lnTo>
                  <a:pt x="1383046" y="648282"/>
                </a:lnTo>
                <a:cubicBezTo>
                  <a:pt x="1389696" y="634672"/>
                  <a:pt x="1403645" y="626732"/>
                  <a:pt x="1417919" y="625597"/>
                </a:cubicBezTo>
                <a:lnTo>
                  <a:pt x="1417919" y="621871"/>
                </a:lnTo>
                <a:lnTo>
                  <a:pt x="1330331" y="621871"/>
                </a:lnTo>
                <a:lnTo>
                  <a:pt x="1330331" y="625597"/>
                </a:lnTo>
                <a:cubicBezTo>
                  <a:pt x="1344281" y="626732"/>
                  <a:pt x="1378667" y="625760"/>
                  <a:pt x="1365529" y="654115"/>
                </a:cubicBezTo>
                <a:lnTo>
                  <a:pt x="1300649" y="794271"/>
                </a:lnTo>
                <a:lnTo>
                  <a:pt x="1233175" y="656546"/>
                </a:lnTo>
                <a:cubicBezTo>
                  <a:pt x="1223767" y="637426"/>
                  <a:pt x="1237879" y="627218"/>
                  <a:pt x="1257018" y="625597"/>
                </a:cubicBezTo>
                <a:lnTo>
                  <a:pt x="1257018" y="621871"/>
                </a:lnTo>
                <a:close/>
                <a:moveTo>
                  <a:pt x="1527726" y="616037"/>
                </a:moveTo>
                <a:cubicBezTo>
                  <a:pt x="1452304" y="616037"/>
                  <a:pt x="1406402" y="676150"/>
                  <a:pt x="1406402" y="739342"/>
                </a:cubicBezTo>
                <a:cubicBezTo>
                  <a:pt x="1406402" y="808852"/>
                  <a:pt x="1459441" y="866859"/>
                  <a:pt x="1533728" y="866859"/>
                </a:cubicBezTo>
                <a:cubicBezTo>
                  <a:pt x="1581415" y="866859"/>
                  <a:pt x="1622126" y="835912"/>
                  <a:pt x="1634291" y="803019"/>
                </a:cubicBezTo>
                <a:lnTo>
                  <a:pt x="1630560" y="802209"/>
                </a:lnTo>
                <a:cubicBezTo>
                  <a:pt x="1620180" y="822301"/>
                  <a:pt x="1585469" y="837208"/>
                  <a:pt x="1557246" y="837532"/>
                </a:cubicBezTo>
                <a:cubicBezTo>
                  <a:pt x="1491069" y="838018"/>
                  <a:pt x="1467551" y="788437"/>
                  <a:pt x="1467551" y="737884"/>
                </a:cubicBezTo>
                <a:lnTo>
                  <a:pt x="1640941" y="737884"/>
                </a:lnTo>
                <a:lnTo>
                  <a:pt x="1640941" y="733185"/>
                </a:lnTo>
                <a:cubicBezTo>
                  <a:pt x="1640941" y="682145"/>
                  <a:pt x="1605420" y="616037"/>
                  <a:pt x="1527726" y="616037"/>
                </a:cubicBezTo>
                <a:close/>
                <a:moveTo>
                  <a:pt x="1827307" y="615876"/>
                </a:moveTo>
                <a:cubicBezTo>
                  <a:pt x="1782053" y="615876"/>
                  <a:pt x="1753993" y="640829"/>
                  <a:pt x="1740855" y="669832"/>
                </a:cubicBezTo>
                <a:lnTo>
                  <a:pt x="1740855" y="621871"/>
                </a:lnTo>
                <a:lnTo>
                  <a:pt x="1648402" y="621871"/>
                </a:lnTo>
                <a:lnTo>
                  <a:pt x="1648402" y="625597"/>
                </a:lnTo>
                <a:cubicBezTo>
                  <a:pt x="1669163" y="627218"/>
                  <a:pt x="1685870" y="633051"/>
                  <a:pt x="1685870" y="668698"/>
                </a:cubicBezTo>
                <a:lnTo>
                  <a:pt x="1685870" y="825381"/>
                </a:lnTo>
                <a:cubicBezTo>
                  <a:pt x="1685870" y="844501"/>
                  <a:pt x="1669163" y="854708"/>
                  <a:pt x="1648402" y="856329"/>
                </a:cubicBezTo>
                <a:lnTo>
                  <a:pt x="1648402" y="860055"/>
                </a:lnTo>
                <a:lnTo>
                  <a:pt x="1778972" y="860055"/>
                </a:lnTo>
                <a:lnTo>
                  <a:pt x="1778972" y="856329"/>
                </a:lnTo>
                <a:cubicBezTo>
                  <a:pt x="1757724" y="854708"/>
                  <a:pt x="1740693" y="844501"/>
                  <a:pt x="1740693" y="825381"/>
                </a:cubicBezTo>
                <a:lnTo>
                  <a:pt x="1740693" y="721358"/>
                </a:lnTo>
                <a:cubicBezTo>
                  <a:pt x="1740693" y="668374"/>
                  <a:pt x="1777026" y="631269"/>
                  <a:pt x="1808329" y="631269"/>
                </a:cubicBezTo>
                <a:cubicBezTo>
                  <a:pt x="1833957" y="631269"/>
                  <a:pt x="1850502" y="655735"/>
                  <a:pt x="1850502" y="692030"/>
                </a:cubicBezTo>
                <a:lnTo>
                  <a:pt x="1850502" y="825219"/>
                </a:lnTo>
                <a:cubicBezTo>
                  <a:pt x="1850502" y="844338"/>
                  <a:pt x="1833795" y="854708"/>
                  <a:pt x="1813033" y="856329"/>
                </a:cubicBezTo>
                <a:lnTo>
                  <a:pt x="1813033" y="860055"/>
                </a:lnTo>
                <a:lnTo>
                  <a:pt x="1943603" y="860055"/>
                </a:lnTo>
                <a:lnTo>
                  <a:pt x="1943603" y="856329"/>
                </a:lnTo>
                <a:cubicBezTo>
                  <a:pt x="1922355" y="854708"/>
                  <a:pt x="1905325" y="844501"/>
                  <a:pt x="1905325" y="825381"/>
                </a:cubicBezTo>
                <a:lnTo>
                  <a:pt x="1905325" y="698187"/>
                </a:lnTo>
                <a:cubicBezTo>
                  <a:pt x="1905810" y="648120"/>
                  <a:pt x="1876453" y="615876"/>
                  <a:pt x="1827307" y="615876"/>
                </a:cubicBezTo>
                <a:close/>
                <a:moveTo>
                  <a:pt x="2028756" y="542152"/>
                </a:moveTo>
                <a:cubicBezTo>
                  <a:pt x="2018214" y="585252"/>
                  <a:pt x="1984639" y="621709"/>
                  <a:pt x="1923490" y="621709"/>
                </a:cubicBezTo>
                <a:lnTo>
                  <a:pt x="1923490" y="631268"/>
                </a:lnTo>
                <a:lnTo>
                  <a:pt x="1978151" y="631268"/>
                </a:lnTo>
                <a:lnTo>
                  <a:pt x="1978151" y="793784"/>
                </a:lnTo>
                <a:cubicBezTo>
                  <a:pt x="1978151" y="840611"/>
                  <a:pt x="1998750" y="866859"/>
                  <a:pt x="2042057" y="866859"/>
                </a:cubicBezTo>
                <a:cubicBezTo>
                  <a:pt x="2078714" y="866859"/>
                  <a:pt x="2108558" y="837856"/>
                  <a:pt x="2115695" y="803019"/>
                </a:cubicBezTo>
                <a:lnTo>
                  <a:pt x="2111964" y="802048"/>
                </a:lnTo>
                <a:cubicBezTo>
                  <a:pt x="2107261" y="820681"/>
                  <a:pt x="2094285" y="840611"/>
                  <a:pt x="2073037" y="840611"/>
                </a:cubicBezTo>
                <a:cubicBezTo>
                  <a:pt x="2040921" y="840611"/>
                  <a:pt x="2032487" y="817441"/>
                  <a:pt x="2032487" y="787303"/>
                </a:cubicBezTo>
                <a:lnTo>
                  <a:pt x="2032487" y="631268"/>
                </a:lnTo>
                <a:lnTo>
                  <a:pt x="2100448" y="631268"/>
                </a:lnTo>
                <a:lnTo>
                  <a:pt x="2100448" y="621709"/>
                </a:lnTo>
                <a:lnTo>
                  <a:pt x="2032487" y="621709"/>
                </a:lnTo>
                <a:lnTo>
                  <a:pt x="2032487" y="542152"/>
                </a:lnTo>
                <a:close/>
                <a:moveTo>
                  <a:pt x="1112013" y="480095"/>
                </a:moveTo>
                <a:cubicBezTo>
                  <a:pt x="1080385" y="504400"/>
                  <a:pt x="1029291" y="501645"/>
                  <a:pt x="1017289" y="501645"/>
                </a:cubicBezTo>
                <a:lnTo>
                  <a:pt x="1017289" y="505534"/>
                </a:lnTo>
                <a:cubicBezTo>
                  <a:pt x="1039186" y="507154"/>
                  <a:pt x="1056703" y="512987"/>
                  <a:pt x="1056703" y="548634"/>
                </a:cubicBezTo>
                <a:lnTo>
                  <a:pt x="1056703" y="663675"/>
                </a:lnTo>
                <a:cubicBezTo>
                  <a:pt x="1041619" y="633213"/>
                  <a:pt x="1015343" y="616038"/>
                  <a:pt x="977712" y="616038"/>
                </a:cubicBezTo>
                <a:cubicBezTo>
                  <a:pt x="914942" y="616038"/>
                  <a:pt x="856713" y="663837"/>
                  <a:pt x="856713" y="741450"/>
                </a:cubicBezTo>
                <a:cubicBezTo>
                  <a:pt x="856713" y="819061"/>
                  <a:pt x="914942" y="866860"/>
                  <a:pt x="977712" y="866860"/>
                </a:cubicBezTo>
                <a:cubicBezTo>
                  <a:pt x="1015343" y="866860"/>
                  <a:pt x="1041619" y="849685"/>
                  <a:pt x="1056703" y="819224"/>
                </a:cubicBezTo>
                <a:lnTo>
                  <a:pt x="1056703" y="860217"/>
                </a:lnTo>
                <a:lnTo>
                  <a:pt x="1151589" y="860217"/>
                </a:lnTo>
                <a:lnTo>
                  <a:pt x="1151589" y="856491"/>
                </a:lnTo>
                <a:cubicBezTo>
                  <a:pt x="1131152" y="854708"/>
                  <a:pt x="1112499" y="848551"/>
                  <a:pt x="1112499" y="811122"/>
                </a:cubicBezTo>
                <a:lnTo>
                  <a:pt x="1112499" y="480095"/>
                </a:lnTo>
                <a:close/>
                <a:moveTo>
                  <a:pt x="662560" y="474748"/>
                </a:moveTo>
                <a:lnTo>
                  <a:pt x="635798" y="569374"/>
                </a:lnTo>
                <a:lnTo>
                  <a:pt x="760042" y="825381"/>
                </a:lnTo>
                <a:cubicBezTo>
                  <a:pt x="769936" y="845635"/>
                  <a:pt x="750472" y="854708"/>
                  <a:pt x="726142" y="856329"/>
                </a:cubicBezTo>
                <a:lnTo>
                  <a:pt x="726142" y="860055"/>
                </a:lnTo>
                <a:lnTo>
                  <a:pt x="882826" y="860055"/>
                </a:lnTo>
                <a:lnTo>
                  <a:pt x="882826" y="856329"/>
                </a:lnTo>
                <a:cubicBezTo>
                  <a:pt x="858010" y="854708"/>
                  <a:pt x="842601" y="845149"/>
                  <a:pt x="833031" y="825381"/>
                </a:cubicBezTo>
                <a:lnTo>
                  <a:pt x="663047" y="474748"/>
                </a:lnTo>
                <a:close/>
                <a:moveTo>
                  <a:pt x="0" y="0"/>
                </a:moveTo>
                <a:lnTo>
                  <a:pt x="12192000" y="0"/>
                </a:lnTo>
                <a:lnTo>
                  <a:pt x="12192000" y="6858000"/>
                </a:lnTo>
                <a:lnTo>
                  <a:pt x="0" y="6858000"/>
                </a:lnTo>
                <a:close/>
              </a:path>
            </a:pathLst>
          </a:custGeom>
          <a:solidFill>
            <a:schemeClr val="tx1"/>
          </a:solidFill>
        </p:spPr>
        <p:txBody>
          <a:bodyPr wrap="square">
            <a:noAutofit/>
          </a:bodyPr>
          <a:lstStyle>
            <a:lvl1pPr>
              <a:defRPr sz="1000">
                <a:solidFill>
                  <a:schemeClr val="accent4"/>
                </a:solidFill>
              </a:defRPr>
            </a:lvl1pPr>
          </a:lstStyle>
          <a:p>
            <a:r>
              <a:rPr lang="en-US"/>
              <a:t>To replace image click on icon, you can also drag and drop or paste in an image. NOTE: Please select an image that relates to the presentation subject and aligns to the Advent imagery guidelines. Ensure the image does not diminish the visibility of the logo. Do not use more than one image. Do not flip image. Only use for dark backgrounds. Use Light version of this layout if you need a dark logo.</a:t>
            </a:r>
          </a:p>
        </p:txBody>
      </p:sp>
      <p:sp>
        <p:nvSpPr>
          <p:cNvPr id="2" name="Title 1">
            <a:extLst>
              <a:ext uri="{FF2B5EF4-FFF2-40B4-BE49-F238E27FC236}">
                <a16:creationId xmlns:a16="http://schemas.microsoft.com/office/drawing/2014/main" id="{84920B31-B8B9-1690-7CB6-85FF91AAE2EA}"/>
              </a:ext>
            </a:extLst>
          </p:cNvPr>
          <p:cNvSpPr>
            <a:spLocks noGrp="1"/>
          </p:cNvSpPr>
          <p:nvPr>
            <p:ph type="ctrTitle"/>
          </p:nvPr>
        </p:nvSpPr>
        <p:spPr>
          <a:xfrm>
            <a:off x="493713" y="1663701"/>
            <a:ext cx="9326562" cy="1992312"/>
          </a:xfrm>
        </p:spPr>
        <p:txBody>
          <a:bodyPr vert="horz" anchor="b">
            <a:noAutofit/>
          </a:bodyPr>
          <a:lstStyle>
            <a:lvl1pPr algn="l">
              <a:defRPr sz="6000">
                <a:solidFill>
                  <a:schemeClr val="bg1"/>
                </a:solidFill>
              </a:defRPr>
            </a:lvl1pPr>
          </a:lstStyle>
          <a:p>
            <a:r>
              <a:rPr lang="en-US" noProof="0"/>
              <a:t>Click to edit Master title style</a:t>
            </a:r>
          </a:p>
        </p:txBody>
      </p:sp>
      <p:sp>
        <p:nvSpPr>
          <p:cNvPr id="3" name="Subtitle 2">
            <a:extLst>
              <a:ext uri="{FF2B5EF4-FFF2-40B4-BE49-F238E27FC236}">
                <a16:creationId xmlns:a16="http://schemas.microsoft.com/office/drawing/2014/main" id="{D626C5A2-2B86-6672-9BE7-1E6FE5B47743}"/>
              </a:ext>
            </a:extLst>
          </p:cNvPr>
          <p:cNvSpPr>
            <a:spLocks noGrp="1"/>
          </p:cNvSpPr>
          <p:nvPr>
            <p:ph type="subTitle" idx="1" hasCustomPrompt="1"/>
          </p:nvPr>
        </p:nvSpPr>
        <p:spPr>
          <a:xfrm>
            <a:off x="493713" y="3902868"/>
            <a:ext cx="9326561" cy="1655762"/>
          </a:xfrm>
        </p:spPr>
        <p:txBody>
          <a:bodyPr>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5" name="Text Placeholder 4">
            <a:extLst>
              <a:ext uri="{FF2B5EF4-FFF2-40B4-BE49-F238E27FC236}">
                <a16:creationId xmlns:a16="http://schemas.microsoft.com/office/drawing/2014/main" id="{EB59745D-A42D-C936-6EB4-CAD064CB3844}"/>
              </a:ext>
            </a:extLst>
          </p:cNvPr>
          <p:cNvSpPr>
            <a:spLocks noGrp="1"/>
          </p:cNvSpPr>
          <p:nvPr>
            <p:ph type="body" sz="quarter" idx="10" hasCustomPrompt="1"/>
          </p:nvPr>
        </p:nvSpPr>
        <p:spPr>
          <a:xfrm>
            <a:off x="493713" y="5599028"/>
            <a:ext cx="9326562" cy="392112"/>
          </a:xfrm>
        </p:spPr>
        <p:txBody>
          <a:bodyPr anchor="b" anchorCtr="0">
            <a:noAutofit/>
          </a:bodyPr>
          <a:lstStyle>
            <a:lvl1pPr>
              <a:defRPr sz="1400">
                <a:solidFill>
                  <a:schemeClr val="bg1"/>
                </a:solidFill>
              </a:defRPr>
            </a:lvl1pPr>
          </a:lstStyle>
          <a:p>
            <a:pPr lvl="0"/>
            <a:r>
              <a:rPr lang="en-US" noProof="0"/>
              <a:t>Month Year</a:t>
            </a:r>
          </a:p>
        </p:txBody>
      </p:sp>
    </p:spTree>
    <p:extLst>
      <p:ext uri="{BB962C8B-B14F-4D97-AF65-F5344CB8AC3E}">
        <p14:creationId xmlns:p14="http://schemas.microsoft.com/office/powerpoint/2010/main" val="291571699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ver, image light">
    <p:bg>
      <p:bgPr>
        <a:solidFill>
          <a:schemeClr val="bg1"/>
        </a:solidFill>
        <a:effectLst/>
      </p:bgPr>
    </p:bg>
    <p:spTree>
      <p:nvGrpSpPr>
        <p:cNvPr id="1" name=""/>
        <p:cNvGrpSpPr/>
        <p:nvPr/>
      </p:nvGrpSpPr>
      <p:grpSpPr>
        <a:xfrm>
          <a:off x="0" y="0"/>
          <a:ext cx="0" cy="0"/>
          <a:chOff x="0" y="0"/>
          <a:chExt cx="0" cy="0"/>
        </a:xfrm>
      </p:grpSpPr>
      <p:graphicFrame>
        <p:nvGraphicFramePr>
          <p:cNvPr id="8" name="Object 7">
            <a:extLst>
              <a:ext uri="{FF2B5EF4-FFF2-40B4-BE49-F238E27FC236}">
                <a16:creationId xmlns:a16="http://schemas.microsoft.com/office/drawing/2014/main" id="{1425F3C0-4496-B51F-0073-E3C4C493E63E}"/>
              </a:ext>
            </a:extLst>
          </p:cNvPr>
          <p:cNvGraphicFramePr>
            <a:graphicFrameLocks noChangeAspect="1"/>
          </p:cNvGraphicFramePr>
          <p:nvPr>
            <p:custDataLst>
              <p:tags r:id="rId1"/>
            </p:custDataLst>
            <p:extLst>
              <p:ext uri="{D42A27DB-BD31-4B8C-83A1-F6EECF244321}">
                <p14:modId xmlns:p14="http://schemas.microsoft.com/office/powerpoint/2010/main" val="34006291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a:extLst>
                          <a:ext uri="{FF2B5EF4-FFF2-40B4-BE49-F238E27FC236}">
                            <a16:creationId xmlns:a16="http://schemas.microsoft.com/office/drawing/2014/main" id="{1425F3C0-4496-B51F-0073-E3C4C493E63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Picture Placeholder 2">
            <a:extLst>
              <a:ext uri="{FF2B5EF4-FFF2-40B4-BE49-F238E27FC236}">
                <a16:creationId xmlns:a16="http://schemas.microsoft.com/office/drawing/2014/main" id="{32D1B969-1986-1BEB-5453-ED63250DAA33}"/>
              </a:ext>
            </a:extLst>
          </p:cNvPr>
          <p:cNvSpPr>
            <a:spLocks noGrp="1"/>
          </p:cNvSpPr>
          <p:nvPr>
            <p:ph type="pic" sz="quarter" idx="11" hasCustomPrompt="1"/>
          </p:nvPr>
        </p:nvSpPr>
        <p:spPr>
          <a:xfrm>
            <a:off x="0" y="0"/>
            <a:ext cx="12192000" cy="6858000"/>
          </a:xfrm>
          <a:custGeom>
            <a:avLst/>
            <a:gdLst>
              <a:gd name="connsiteX0" fmla="*/ 574812 w 12192000"/>
              <a:gd name="connsiteY0" fmla="*/ 704668 h 6858000"/>
              <a:gd name="connsiteX1" fmla="*/ 493713 w 12192000"/>
              <a:gd name="connsiteY1" fmla="*/ 785683 h 6858000"/>
              <a:gd name="connsiteX2" fmla="*/ 574812 w 12192000"/>
              <a:gd name="connsiteY2" fmla="*/ 866698 h 6858000"/>
              <a:gd name="connsiteX3" fmla="*/ 655912 w 12192000"/>
              <a:gd name="connsiteY3" fmla="*/ 785683 h 6858000"/>
              <a:gd name="connsiteX4" fmla="*/ 574812 w 12192000"/>
              <a:gd name="connsiteY4" fmla="*/ 704668 h 6858000"/>
              <a:gd name="connsiteX5" fmla="*/ 989553 w 12192000"/>
              <a:gd name="connsiteY5" fmla="*/ 627056 h 6858000"/>
              <a:gd name="connsiteX6" fmla="*/ 1061083 w 12192000"/>
              <a:gd name="connsiteY6" fmla="*/ 741450 h 6858000"/>
              <a:gd name="connsiteX7" fmla="*/ 989553 w 12192000"/>
              <a:gd name="connsiteY7" fmla="*/ 855842 h 6858000"/>
              <a:gd name="connsiteX8" fmla="*/ 918024 w 12192000"/>
              <a:gd name="connsiteY8" fmla="*/ 741450 h 6858000"/>
              <a:gd name="connsiteX9" fmla="*/ 989553 w 12192000"/>
              <a:gd name="connsiteY9" fmla="*/ 627056 h 6858000"/>
              <a:gd name="connsiteX10" fmla="*/ 1532593 w 12192000"/>
              <a:gd name="connsiteY10" fmla="*/ 623328 h 6858000"/>
              <a:gd name="connsiteX11" fmla="*/ 1589524 w 12192000"/>
              <a:gd name="connsiteY11" fmla="*/ 725407 h 6858000"/>
              <a:gd name="connsiteX12" fmla="*/ 1589524 w 12192000"/>
              <a:gd name="connsiteY12" fmla="*/ 725893 h 6858000"/>
              <a:gd name="connsiteX13" fmla="*/ 1467551 w 12192000"/>
              <a:gd name="connsiteY13" fmla="*/ 725893 h 6858000"/>
              <a:gd name="connsiteX14" fmla="*/ 1532593 w 12192000"/>
              <a:gd name="connsiteY14" fmla="*/ 623328 h 6858000"/>
              <a:gd name="connsiteX15" fmla="*/ 1136667 w 12192000"/>
              <a:gd name="connsiteY15" fmla="*/ 621871 h 6858000"/>
              <a:gd name="connsiteX16" fmla="*/ 1136667 w 12192000"/>
              <a:gd name="connsiteY16" fmla="*/ 625597 h 6858000"/>
              <a:gd name="connsiteX17" fmla="*/ 1175757 w 12192000"/>
              <a:gd name="connsiteY17" fmla="*/ 656546 h 6858000"/>
              <a:gd name="connsiteX18" fmla="*/ 1275508 w 12192000"/>
              <a:gd name="connsiteY18" fmla="*/ 860055 h 6858000"/>
              <a:gd name="connsiteX19" fmla="*/ 1285078 w 12192000"/>
              <a:gd name="connsiteY19" fmla="*/ 860055 h 6858000"/>
              <a:gd name="connsiteX20" fmla="*/ 1383046 w 12192000"/>
              <a:gd name="connsiteY20" fmla="*/ 648282 h 6858000"/>
              <a:gd name="connsiteX21" fmla="*/ 1417919 w 12192000"/>
              <a:gd name="connsiteY21" fmla="*/ 625597 h 6858000"/>
              <a:gd name="connsiteX22" fmla="*/ 1417919 w 12192000"/>
              <a:gd name="connsiteY22" fmla="*/ 621871 h 6858000"/>
              <a:gd name="connsiteX23" fmla="*/ 1330331 w 12192000"/>
              <a:gd name="connsiteY23" fmla="*/ 621871 h 6858000"/>
              <a:gd name="connsiteX24" fmla="*/ 1330331 w 12192000"/>
              <a:gd name="connsiteY24" fmla="*/ 625597 h 6858000"/>
              <a:gd name="connsiteX25" fmla="*/ 1365529 w 12192000"/>
              <a:gd name="connsiteY25" fmla="*/ 654115 h 6858000"/>
              <a:gd name="connsiteX26" fmla="*/ 1300649 w 12192000"/>
              <a:gd name="connsiteY26" fmla="*/ 794271 h 6858000"/>
              <a:gd name="connsiteX27" fmla="*/ 1233175 w 12192000"/>
              <a:gd name="connsiteY27" fmla="*/ 656546 h 6858000"/>
              <a:gd name="connsiteX28" fmla="*/ 1257018 w 12192000"/>
              <a:gd name="connsiteY28" fmla="*/ 625597 h 6858000"/>
              <a:gd name="connsiteX29" fmla="*/ 1257018 w 12192000"/>
              <a:gd name="connsiteY29" fmla="*/ 621871 h 6858000"/>
              <a:gd name="connsiteX30" fmla="*/ 1527726 w 12192000"/>
              <a:gd name="connsiteY30" fmla="*/ 616037 h 6858000"/>
              <a:gd name="connsiteX31" fmla="*/ 1406402 w 12192000"/>
              <a:gd name="connsiteY31" fmla="*/ 739342 h 6858000"/>
              <a:gd name="connsiteX32" fmla="*/ 1533728 w 12192000"/>
              <a:gd name="connsiteY32" fmla="*/ 866859 h 6858000"/>
              <a:gd name="connsiteX33" fmla="*/ 1634291 w 12192000"/>
              <a:gd name="connsiteY33" fmla="*/ 803019 h 6858000"/>
              <a:gd name="connsiteX34" fmla="*/ 1630560 w 12192000"/>
              <a:gd name="connsiteY34" fmla="*/ 802209 h 6858000"/>
              <a:gd name="connsiteX35" fmla="*/ 1557246 w 12192000"/>
              <a:gd name="connsiteY35" fmla="*/ 837532 h 6858000"/>
              <a:gd name="connsiteX36" fmla="*/ 1467551 w 12192000"/>
              <a:gd name="connsiteY36" fmla="*/ 737884 h 6858000"/>
              <a:gd name="connsiteX37" fmla="*/ 1640941 w 12192000"/>
              <a:gd name="connsiteY37" fmla="*/ 737884 h 6858000"/>
              <a:gd name="connsiteX38" fmla="*/ 1640941 w 12192000"/>
              <a:gd name="connsiteY38" fmla="*/ 733185 h 6858000"/>
              <a:gd name="connsiteX39" fmla="*/ 1527726 w 12192000"/>
              <a:gd name="connsiteY39" fmla="*/ 616037 h 6858000"/>
              <a:gd name="connsiteX40" fmla="*/ 1827307 w 12192000"/>
              <a:gd name="connsiteY40" fmla="*/ 615876 h 6858000"/>
              <a:gd name="connsiteX41" fmla="*/ 1740855 w 12192000"/>
              <a:gd name="connsiteY41" fmla="*/ 669832 h 6858000"/>
              <a:gd name="connsiteX42" fmla="*/ 1740855 w 12192000"/>
              <a:gd name="connsiteY42" fmla="*/ 621871 h 6858000"/>
              <a:gd name="connsiteX43" fmla="*/ 1648402 w 12192000"/>
              <a:gd name="connsiteY43" fmla="*/ 621871 h 6858000"/>
              <a:gd name="connsiteX44" fmla="*/ 1648402 w 12192000"/>
              <a:gd name="connsiteY44" fmla="*/ 625597 h 6858000"/>
              <a:gd name="connsiteX45" fmla="*/ 1685870 w 12192000"/>
              <a:gd name="connsiteY45" fmla="*/ 668698 h 6858000"/>
              <a:gd name="connsiteX46" fmla="*/ 1685870 w 12192000"/>
              <a:gd name="connsiteY46" fmla="*/ 825381 h 6858000"/>
              <a:gd name="connsiteX47" fmla="*/ 1648402 w 12192000"/>
              <a:gd name="connsiteY47" fmla="*/ 856329 h 6858000"/>
              <a:gd name="connsiteX48" fmla="*/ 1648402 w 12192000"/>
              <a:gd name="connsiteY48" fmla="*/ 860055 h 6858000"/>
              <a:gd name="connsiteX49" fmla="*/ 1778972 w 12192000"/>
              <a:gd name="connsiteY49" fmla="*/ 860055 h 6858000"/>
              <a:gd name="connsiteX50" fmla="*/ 1778972 w 12192000"/>
              <a:gd name="connsiteY50" fmla="*/ 856329 h 6858000"/>
              <a:gd name="connsiteX51" fmla="*/ 1740693 w 12192000"/>
              <a:gd name="connsiteY51" fmla="*/ 825381 h 6858000"/>
              <a:gd name="connsiteX52" fmla="*/ 1740693 w 12192000"/>
              <a:gd name="connsiteY52" fmla="*/ 721358 h 6858000"/>
              <a:gd name="connsiteX53" fmla="*/ 1808329 w 12192000"/>
              <a:gd name="connsiteY53" fmla="*/ 631269 h 6858000"/>
              <a:gd name="connsiteX54" fmla="*/ 1850502 w 12192000"/>
              <a:gd name="connsiteY54" fmla="*/ 692030 h 6858000"/>
              <a:gd name="connsiteX55" fmla="*/ 1850502 w 12192000"/>
              <a:gd name="connsiteY55" fmla="*/ 825219 h 6858000"/>
              <a:gd name="connsiteX56" fmla="*/ 1813033 w 12192000"/>
              <a:gd name="connsiteY56" fmla="*/ 856329 h 6858000"/>
              <a:gd name="connsiteX57" fmla="*/ 1813033 w 12192000"/>
              <a:gd name="connsiteY57" fmla="*/ 860055 h 6858000"/>
              <a:gd name="connsiteX58" fmla="*/ 1943603 w 12192000"/>
              <a:gd name="connsiteY58" fmla="*/ 860055 h 6858000"/>
              <a:gd name="connsiteX59" fmla="*/ 1943603 w 12192000"/>
              <a:gd name="connsiteY59" fmla="*/ 856329 h 6858000"/>
              <a:gd name="connsiteX60" fmla="*/ 1905325 w 12192000"/>
              <a:gd name="connsiteY60" fmla="*/ 825381 h 6858000"/>
              <a:gd name="connsiteX61" fmla="*/ 1905325 w 12192000"/>
              <a:gd name="connsiteY61" fmla="*/ 698187 h 6858000"/>
              <a:gd name="connsiteX62" fmla="*/ 1827307 w 12192000"/>
              <a:gd name="connsiteY62" fmla="*/ 615876 h 6858000"/>
              <a:gd name="connsiteX63" fmla="*/ 2028756 w 12192000"/>
              <a:gd name="connsiteY63" fmla="*/ 542152 h 6858000"/>
              <a:gd name="connsiteX64" fmla="*/ 1923490 w 12192000"/>
              <a:gd name="connsiteY64" fmla="*/ 621709 h 6858000"/>
              <a:gd name="connsiteX65" fmla="*/ 1923490 w 12192000"/>
              <a:gd name="connsiteY65" fmla="*/ 631268 h 6858000"/>
              <a:gd name="connsiteX66" fmla="*/ 1978151 w 12192000"/>
              <a:gd name="connsiteY66" fmla="*/ 631268 h 6858000"/>
              <a:gd name="connsiteX67" fmla="*/ 1978151 w 12192000"/>
              <a:gd name="connsiteY67" fmla="*/ 793784 h 6858000"/>
              <a:gd name="connsiteX68" fmla="*/ 2042057 w 12192000"/>
              <a:gd name="connsiteY68" fmla="*/ 866859 h 6858000"/>
              <a:gd name="connsiteX69" fmla="*/ 2115695 w 12192000"/>
              <a:gd name="connsiteY69" fmla="*/ 803019 h 6858000"/>
              <a:gd name="connsiteX70" fmla="*/ 2111964 w 12192000"/>
              <a:gd name="connsiteY70" fmla="*/ 802048 h 6858000"/>
              <a:gd name="connsiteX71" fmla="*/ 2073037 w 12192000"/>
              <a:gd name="connsiteY71" fmla="*/ 840611 h 6858000"/>
              <a:gd name="connsiteX72" fmla="*/ 2032487 w 12192000"/>
              <a:gd name="connsiteY72" fmla="*/ 787303 h 6858000"/>
              <a:gd name="connsiteX73" fmla="*/ 2032487 w 12192000"/>
              <a:gd name="connsiteY73" fmla="*/ 631268 h 6858000"/>
              <a:gd name="connsiteX74" fmla="*/ 2100448 w 12192000"/>
              <a:gd name="connsiteY74" fmla="*/ 631268 h 6858000"/>
              <a:gd name="connsiteX75" fmla="*/ 2100448 w 12192000"/>
              <a:gd name="connsiteY75" fmla="*/ 621709 h 6858000"/>
              <a:gd name="connsiteX76" fmla="*/ 2032487 w 12192000"/>
              <a:gd name="connsiteY76" fmla="*/ 621709 h 6858000"/>
              <a:gd name="connsiteX77" fmla="*/ 2032487 w 12192000"/>
              <a:gd name="connsiteY77" fmla="*/ 542152 h 6858000"/>
              <a:gd name="connsiteX78" fmla="*/ 1112013 w 12192000"/>
              <a:gd name="connsiteY78" fmla="*/ 480095 h 6858000"/>
              <a:gd name="connsiteX79" fmla="*/ 1017289 w 12192000"/>
              <a:gd name="connsiteY79" fmla="*/ 501645 h 6858000"/>
              <a:gd name="connsiteX80" fmla="*/ 1017289 w 12192000"/>
              <a:gd name="connsiteY80" fmla="*/ 505534 h 6858000"/>
              <a:gd name="connsiteX81" fmla="*/ 1056703 w 12192000"/>
              <a:gd name="connsiteY81" fmla="*/ 548634 h 6858000"/>
              <a:gd name="connsiteX82" fmla="*/ 1056703 w 12192000"/>
              <a:gd name="connsiteY82" fmla="*/ 663675 h 6858000"/>
              <a:gd name="connsiteX83" fmla="*/ 977712 w 12192000"/>
              <a:gd name="connsiteY83" fmla="*/ 616038 h 6858000"/>
              <a:gd name="connsiteX84" fmla="*/ 856713 w 12192000"/>
              <a:gd name="connsiteY84" fmla="*/ 741450 h 6858000"/>
              <a:gd name="connsiteX85" fmla="*/ 977712 w 12192000"/>
              <a:gd name="connsiteY85" fmla="*/ 866860 h 6858000"/>
              <a:gd name="connsiteX86" fmla="*/ 1056703 w 12192000"/>
              <a:gd name="connsiteY86" fmla="*/ 819224 h 6858000"/>
              <a:gd name="connsiteX87" fmla="*/ 1056703 w 12192000"/>
              <a:gd name="connsiteY87" fmla="*/ 860217 h 6858000"/>
              <a:gd name="connsiteX88" fmla="*/ 1151589 w 12192000"/>
              <a:gd name="connsiteY88" fmla="*/ 860217 h 6858000"/>
              <a:gd name="connsiteX89" fmla="*/ 1151589 w 12192000"/>
              <a:gd name="connsiteY89" fmla="*/ 856491 h 6858000"/>
              <a:gd name="connsiteX90" fmla="*/ 1112499 w 12192000"/>
              <a:gd name="connsiteY90" fmla="*/ 811122 h 6858000"/>
              <a:gd name="connsiteX91" fmla="*/ 1112499 w 12192000"/>
              <a:gd name="connsiteY91" fmla="*/ 480095 h 6858000"/>
              <a:gd name="connsiteX92" fmla="*/ 662560 w 12192000"/>
              <a:gd name="connsiteY92" fmla="*/ 474748 h 6858000"/>
              <a:gd name="connsiteX93" fmla="*/ 635798 w 12192000"/>
              <a:gd name="connsiteY93" fmla="*/ 569374 h 6858000"/>
              <a:gd name="connsiteX94" fmla="*/ 760042 w 12192000"/>
              <a:gd name="connsiteY94" fmla="*/ 825381 h 6858000"/>
              <a:gd name="connsiteX95" fmla="*/ 726142 w 12192000"/>
              <a:gd name="connsiteY95" fmla="*/ 856329 h 6858000"/>
              <a:gd name="connsiteX96" fmla="*/ 726142 w 12192000"/>
              <a:gd name="connsiteY96" fmla="*/ 860055 h 6858000"/>
              <a:gd name="connsiteX97" fmla="*/ 882826 w 12192000"/>
              <a:gd name="connsiteY97" fmla="*/ 860055 h 6858000"/>
              <a:gd name="connsiteX98" fmla="*/ 882826 w 12192000"/>
              <a:gd name="connsiteY98" fmla="*/ 856329 h 6858000"/>
              <a:gd name="connsiteX99" fmla="*/ 833031 w 12192000"/>
              <a:gd name="connsiteY99" fmla="*/ 825381 h 6858000"/>
              <a:gd name="connsiteX100" fmla="*/ 663047 w 12192000"/>
              <a:gd name="connsiteY100" fmla="*/ 474748 h 6858000"/>
              <a:gd name="connsiteX101" fmla="*/ 0 w 12192000"/>
              <a:gd name="connsiteY101" fmla="*/ 0 h 6858000"/>
              <a:gd name="connsiteX102" fmla="*/ 12192000 w 12192000"/>
              <a:gd name="connsiteY102" fmla="*/ 0 h 6858000"/>
              <a:gd name="connsiteX103" fmla="*/ 12192000 w 12192000"/>
              <a:gd name="connsiteY103" fmla="*/ 6858000 h 6858000"/>
              <a:gd name="connsiteX104" fmla="*/ 0 w 12192000"/>
              <a:gd name="connsiteY10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2192000" h="6858000">
                <a:moveTo>
                  <a:pt x="574812" y="704668"/>
                </a:moveTo>
                <a:cubicBezTo>
                  <a:pt x="530022" y="704668"/>
                  <a:pt x="493713" y="740940"/>
                  <a:pt x="493713" y="785683"/>
                </a:cubicBezTo>
                <a:cubicBezTo>
                  <a:pt x="493713" y="830426"/>
                  <a:pt x="530022" y="866698"/>
                  <a:pt x="574812" y="866698"/>
                </a:cubicBezTo>
                <a:cubicBezTo>
                  <a:pt x="619602" y="866698"/>
                  <a:pt x="655912" y="830426"/>
                  <a:pt x="655912" y="785683"/>
                </a:cubicBezTo>
                <a:cubicBezTo>
                  <a:pt x="655912" y="740940"/>
                  <a:pt x="619602" y="704668"/>
                  <a:pt x="574812" y="704668"/>
                </a:cubicBezTo>
                <a:close/>
                <a:moveTo>
                  <a:pt x="989553" y="627056"/>
                </a:moveTo>
                <a:cubicBezTo>
                  <a:pt x="1031238" y="627056"/>
                  <a:pt x="1061083" y="670642"/>
                  <a:pt x="1061083" y="741450"/>
                </a:cubicBezTo>
                <a:cubicBezTo>
                  <a:pt x="1060920" y="812094"/>
                  <a:pt x="1031238" y="855842"/>
                  <a:pt x="989553" y="855842"/>
                </a:cubicBezTo>
                <a:cubicBezTo>
                  <a:pt x="947868" y="855842"/>
                  <a:pt x="918024" y="812256"/>
                  <a:pt x="918024" y="741450"/>
                </a:cubicBezTo>
                <a:cubicBezTo>
                  <a:pt x="918024" y="670642"/>
                  <a:pt x="947706" y="627056"/>
                  <a:pt x="989553" y="627056"/>
                </a:cubicBezTo>
                <a:close/>
                <a:moveTo>
                  <a:pt x="1532593" y="623328"/>
                </a:moveTo>
                <a:cubicBezTo>
                  <a:pt x="1575413" y="623328"/>
                  <a:pt x="1589524" y="681983"/>
                  <a:pt x="1589524" y="725407"/>
                </a:cubicBezTo>
                <a:lnTo>
                  <a:pt x="1589524" y="725893"/>
                </a:lnTo>
                <a:lnTo>
                  <a:pt x="1467551" y="725893"/>
                </a:lnTo>
                <a:cubicBezTo>
                  <a:pt x="1467551" y="675016"/>
                  <a:pt x="1488150" y="623328"/>
                  <a:pt x="1532593" y="623328"/>
                </a:cubicBezTo>
                <a:close/>
                <a:moveTo>
                  <a:pt x="1136667" y="621871"/>
                </a:moveTo>
                <a:lnTo>
                  <a:pt x="1136667" y="625597"/>
                </a:lnTo>
                <a:cubicBezTo>
                  <a:pt x="1156131" y="627218"/>
                  <a:pt x="1166673" y="637912"/>
                  <a:pt x="1175757" y="656546"/>
                </a:cubicBezTo>
                <a:lnTo>
                  <a:pt x="1275508" y="860055"/>
                </a:lnTo>
                <a:lnTo>
                  <a:pt x="1285078" y="860055"/>
                </a:lnTo>
                <a:lnTo>
                  <a:pt x="1383046" y="648282"/>
                </a:lnTo>
                <a:cubicBezTo>
                  <a:pt x="1389696" y="634672"/>
                  <a:pt x="1403645" y="626732"/>
                  <a:pt x="1417919" y="625597"/>
                </a:cubicBezTo>
                <a:lnTo>
                  <a:pt x="1417919" y="621871"/>
                </a:lnTo>
                <a:lnTo>
                  <a:pt x="1330331" y="621871"/>
                </a:lnTo>
                <a:lnTo>
                  <a:pt x="1330331" y="625597"/>
                </a:lnTo>
                <a:cubicBezTo>
                  <a:pt x="1344281" y="626732"/>
                  <a:pt x="1378667" y="625760"/>
                  <a:pt x="1365529" y="654115"/>
                </a:cubicBezTo>
                <a:lnTo>
                  <a:pt x="1300649" y="794271"/>
                </a:lnTo>
                <a:lnTo>
                  <a:pt x="1233175" y="656546"/>
                </a:lnTo>
                <a:cubicBezTo>
                  <a:pt x="1223767" y="637426"/>
                  <a:pt x="1237879" y="627218"/>
                  <a:pt x="1257018" y="625597"/>
                </a:cubicBezTo>
                <a:lnTo>
                  <a:pt x="1257018" y="621871"/>
                </a:lnTo>
                <a:close/>
                <a:moveTo>
                  <a:pt x="1527726" y="616037"/>
                </a:moveTo>
                <a:cubicBezTo>
                  <a:pt x="1452304" y="616037"/>
                  <a:pt x="1406402" y="676150"/>
                  <a:pt x="1406402" y="739342"/>
                </a:cubicBezTo>
                <a:cubicBezTo>
                  <a:pt x="1406402" y="808852"/>
                  <a:pt x="1459441" y="866859"/>
                  <a:pt x="1533728" y="866859"/>
                </a:cubicBezTo>
                <a:cubicBezTo>
                  <a:pt x="1581415" y="866859"/>
                  <a:pt x="1622126" y="835912"/>
                  <a:pt x="1634291" y="803019"/>
                </a:cubicBezTo>
                <a:lnTo>
                  <a:pt x="1630560" y="802209"/>
                </a:lnTo>
                <a:cubicBezTo>
                  <a:pt x="1620180" y="822301"/>
                  <a:pt x="1585469" y="837208"/>
                  <a:pt x="1557246" y="837532"/>
                </a:cubicBezTo>
                <a:cubicBezTo>
                  <a:pt x="1491069" y="838018"/>
                  <a:pt x="1467551" y="788437"/>
                  <a:pt x="1467551" y="737884"/>
                </a:cubicBezTo>
                <a:lnTo>
                  <a:pt x="1640941" y="737884"/>
                </a:lnTo>
                <a:lnTo>
                  <a:pt x="1640941" y="733185"/>
                </a:lnTo>
                <a:cubicBezTo>
                  <a:pt x="1640941" y="682145"/>
                  <a:pt x="1605420" y="616037"/>
                  <a:pt x="1527726" y="616037"/>
                </a:cubicBezTo>
                <a:close/>
                <a:moveTo>
                  <a:pt x="1827307" y="615876"/>
                </a:moveTo>
                <a:cubicBezTo>
                  <a:pt x="1782053" y="615876"/>
                  <a:pt x="1753993" y="640829"/>
                  <a:pt x="1740855" y="669832"/>
                </a:cubicBezTo>
                <a:lnTo>
                  <a:pt x="1740855" y="621871"/>
                </a:lnTo>
                <a:lnTo>
                  <a:pt x="1648402" y="621871"/>
                </a:lnTo>
                <a:lnTo>
                  <a:pt x="1648402" y="625597"/>
                </a:lnTo>
                <a:cubicBezTo>
                  <a:pt x="1669163" y="627218"/>
                  <a:pt x="1685870" y="633051"/>
                  <a:pt x="1685870" y="668698"/>
                </a:cubicBezTo>
                <a:lnTo>
                  <a:pt x="1685870" y="825381"/>
                </a:lnTo>
                <a:cubicBezTo>
                  <a:pt x="1685870" y="844501"/>
                  <a:pt x="1669163" y="854708"/>
                  <a:pt x="1648402" y="856329"/>
                </a:cubicBezTo>
                <a:lnTo>
                  <a:pt x="1648402" y="860055"/>
                </a:lnTo>
                <a:lnTo>
                  <a:pt x="1778972" y="860055"/>
                </a:lnTo>
                <a:lnTo>
                  <a:pt x="1778972" y="856329"/>
                </a:lnTo>
                <a:cubicBezTo>
                  <a:pt x="1757724" y="854708"/>
                  <a:pt x="1740693" y="844501"/>
                  <a:pt x="1740693" y="825381"/>
                </a:cubicBezTo>
                <a:lnTo>
                  <a:pt x="1740693" y="721358"/>
                </a:lnTo>
                <a:cubicBezTo>
                  <a:pt x="1740693" y="668374"/>
                  <a:pt x="1777026" y="631269"/>
                  <a:pt x="1808329" y="631269"/>
                </a:cubicBezTo>
                <a:cubicBezTo>
                  <a:pt x="1833957" y="631269"/>
                  <a:pt x="1850502" y="655735"/>
                  <a:pt x="1850502" y="692030"/>
                </a:cubicBezTo>
                <a:lnTo>
                  <a:pt x="1850502" y="825219"/>
                </a:lnTo>
                <a:cubicBezTo>
                  <a:pt x="1850502" y="844338"/>
                  <a:pt x="1833795" y="854708"/>
                  <a:pt x="1813033" y="856329"/>
                </a:cubicBezTo>
                <a:lnTo>
                  <a:pt x="1813033" y="860055"/>
                </a:lnTo>
                <a:lnTo>
                  <a:pt x="1943603" y="860055"/>
                </a:lnTo>
                <a:lnTo>
                  <a:pt x="1943603" y="856329"/>
                </a:lnTo>
                <a:cubicBezTo>
                  <a:pt x="1922355" y="854708"/>
                  <a:pt x="1905325" y="844501"/>
                  <a:pt x="1905325" y="825381"/>
                </a:cubicBezTo>
                <a:lnTo>
                  <a:pt x="1905325" y="698187"/>
                </a:lnTo>
                <a:cubicBezTo>
                  <a:pt x="1905810" y="648120"/>
                  <a:pt x="1876453" y="615876"/>
                  <a:pt x="1827307" y="615876"/>
                </a:cubicBezTo>
                <a:close/>
                <a:moveTo>
                  <a:pt x="2028756" y="542152"/>
                </a:moveTo>
                <a:cubicBezTo>
                  <a:pt x="2018214" y="585252"/>
                  <a:pt x="1984639" y="621709"/>
                  <a:pt x="1923490" y="621709"/>
                </a:cubicBezTo>
                <a:lnTo>
                  <a:pt x="1923490" y="631268"/>
                </a:lnTo>
                <a:lnTo>
                  <a:pt x="1978151" y="631268"/>
                </a:lnTo>
                <a:lnTo>
                  <a:pt x="1978151" y="793784"/>
                </a:lnTo>
                <a:cubicBezTo>
                  <a:pt x="1978151" y="840611"/>
                  <a:pt x="1998750" y="866859"/>
                  <a:pt x="2042057" y="866859"/>
                </a:cubicBezTo>
                <a:cubicBezTo>
                  <a:pt x="2078714" y="866859"/>
                  <a:pt x="2108558" y="837856"/>
                  <a:pt x="2115695" y="803019"/>
                </a:cubicBezTo>
                <a:lnTo>
                  <a:pt x="2111964" y="802048"/>
                </a:lnTo>
                <a:cubicBezTo>
                  <a:pt x="2107261" y="820681"/>
                  <a:pt x="2094285" y="840611"/>
                  <a:pt x="2073037" y="840611"/>
                </a:cubicBezTo>
                <a:cubicBezTo>
                  <a:pt x="2040921" y="840611"/>
                  <a:pt x="2032487" y="817441"/>
                  <a:pt x="2032487" y="787303"/>
                </a:cubicBezTo>
                <a:lnTo>
                  <a:pt x="2032487" y="631268"/>
                </a:lnTo>
                <a:lnTo>
                  <a:pt x="2100448" y="631268"/>
                </a:lnTo>
                <a:lnTo>
                  <a:pt x="2100448" y="621709"/>
                </a:lnTo>
                <a:lnTo>
                  <a:pt x="2032487" y="621709"/>
                </a:lnTo>
                <a:lnTo>
                  <a:pt x="2032487" y="542152"/>
                </a:lnTo>
                <a:close/>
                <a:moveTo>
                  <a:pt x="1112013" y="480095"/>
                </a:moveTo>
                <a:cubicBezTo>
                  <a:pt x="1080385" y="504400"/>
                  <a:pt x="1029291" y="501645"/>
                  <a:pt x="1017289" y="501645"/>
                </a:cubicBezTo>
                <a:lnTo>
                  <a:pt x="1017289" y="505534"/>
                </a:lnTo>
                <a:cubicBezTo>
                  <a:pt x="1039186" y="507154"/>
                  <a:pt x="1056703" y="512987"/>
                  <a:pt x="1056703" y="548634"/>
                </a:cubicBezTo>
                <a:lnTo>
                  <a:pt x="1056703" y="663675"/>
                </a:lnTo>
                <a:cubicBezTo>
                  <a:pt x="1041619" y="633213"/>
                  <a:pt x="1015343" y="616038"/>
                  <a:pt x="977712" y="616038"/>
                </a:cubicBezTo>
                <a:cubicBezTo>
                  <a:pt x="914942" y="616038"/>
                  <a:pt x="856713" y="663837"/>
                  <a:pt x="856713" y="741450"/>
                </a:cubicBezTo>
                <a:cubicBezTo>
                  <a:pt x="856713" y="819061"/>
                  <a:pt x="914942" y="866860"/>
                  <a:pt x="977712" y="866860"/>
                </a:cubicBezTo>
                <a:cubicBezTo>
                  <a:pt x="1015343" y="866860"/>
                  <a:pt x="1041619" y="849685"/>
                  <a:pt x="1056703" y="819224"/>
                </a:cubicBezTo>
                <a:lnTo>
                  <a:pt x="1056703" y="860217"/>
                </a:lnTo>
                <a:lnTo>
                  <a:pt x="1151589" y="860217"/>
                </a:lnTo>
                <a:lnTo>
                  <a:pt x="1151589" y="856491"/>
                </a:lnTo>
                <a:cubicBezTo>
                  <a:pt x="1131152" y="854708"/>
                  <a:pt x="1112499" y="848551"/>
                  <a:pt x="1112499" y="811122"/>
                </a:cubicBezTo>
                <a:lnTo>
                  <a:pt x="1112499" y="480095"/>
                </a:lnTo>
                <a:close/>
                <a:moveTo>
                  <a:pt x="662560" y="474748"/>
                </a:moveTo>
                <a:lnTo>
                  <a:pt x="635798" y="569374"/>
                </a:lnTo>
                <a:lnTo>
                  <a:pt x="760042" y="825381"/>
                </a:lnTo>
                <a:cubicBezTo>
                  <a:pt x="769936" y="845635"/>
                  <a:pt x="750472" y="854708"/>
                  <a:pt x="726142" y="856329"/>
                </a:cubicBezTo>
                <a:lnTo>
                  <a:pt x="726142" y="860055"/>
                </a:lnTo>
                <a:lnTo>
                  <a:pt x="882826" y="860055"/>
                </a:lnTo>
                <a:lnTo>
                  <a:pt x="882826" y="856329"/>
                </a:lnTo>
                <a:cubicBezTo>
                  <a:pt x="858010" y="854708"/>
                  <a:pt x="842601" y="845149"/>
                  <a:pt x="833031" y="825381"/>
                </a:cubicBezTo>
                <a:lnTo>
                  <a:pt x="663047" y="474748"/>
                </a:lnTo>
                <a:close/>
                <a:moveTo>
                  <a:pt x="0" y="0"/>
                </a:moveTo>
                <a:lnTo>
                  <a:pt x="12192000" y="0"/>
                </a:lnTo>
                <a:lnTo>
                  <a:pt x="12192000" y="6858000"/>
                </a:lnTo>
                <a:lnTo>
                  <a:pt x="0" y="6858000"/>
                </a:lnTo>
                <a:close/>
              </a:path>
            </a:pathLst>
          </a:custGeom>
          <a:noFill/>
        </p:spPr>
        <p:txBody>
          <a:bodyPr wrap="square">
            <a:noAutofit/>
          </a:bodyPr>
          <a:lstStyle>
            <a:lvl1pPr>
              <a:defRPr sz="1000">
                <a:solidFill>
                  <a:schemeClr val="tx1"/>
                </a:solidFill>
              </a:defRPr>
            </a:lvl1pPr>
          </a:lstStyle>
          <a:p>
            <a:r>
              <a:rPr lang="en-US"/>
              <a:t>To replace image click on icon, you can also drag and drop or paste in an image. NOTE: Please select an image that relates to the presentation subject and aligns to the Advent imagery guidelines. Ensure the image does not diminish the visibility of the logo. Do not use more than one image. Do not flip image. Only use for dark backgrounds. Use Light version of this layout if you need a dark logo.</a:t>
            </a:r>
          </a:p>
        </p:txBody>
      </p:sp>
      <p:grpSp>
        <p:nvGrpSpPr>
          <p:cNvPr id="5" name="Group 4">
            <a:extLst>
              <a:ext uri="{FF2B5EF4-FFF2-40B4-BE49-F238E27FC236}">
                <a16:creationId xmlns:a16="http://schemas.microsoft.com/office/drawing/2014/main" id="{F080B263-F709-9316-9B85-84D2134EF6D8}"/>
              </a:ext>
            </a:extLst>
          </p:cNvPr>
          <p:cNvGrpSpPr/>
          <p:nvPr/>
        </p:nvGrpSpPr>
        <p:grpSpPr>
          <a:xfrm>
            <a:off x="493713" y="474747"/>
            <a:ext cx="1621982" cy="392112"/>
            <a:chOff x="493713" y="474747"/>
            <a:chExt cx="1621982" cy="392112"/>
          </a:xfrm>
        </p:grpSpPr>
        <p:sp>
          <p:nvSpPr>
            <p:cNvPr id="9" name="Freeform 8">
              <a:extLst>
                <a:ext uri="{FF2B5EF4-FFF2-40B4-BE49-F238E27FC236}">
                  <a16:creationId xmlns:a16="http://schemas.microsoft.com/office/drawing/2014/main" id="{ED742C84-5AC1-E11E-3111-8062854A067F}"/>
                </a:ext>
              </a:extLst>
            </p:cNvPr>
            <p:cNvSpPr/>
            <p:nvPr/>
          </p:nvSpPr>
          <p:spPr>
            <a:xfrm>
              <a:off x="635798" y="474747"/>
              <a:ext cx="1479897" cy="392112"/>
            </a:xfrm>
            <a:custGeom>
              <a:avLst/>
              <a:gdLst>
                <a:gd name="connsiteX0" fmla="*/ 353755 w 1479897"/>
                <a:gd name="connsiteY0" fmla="*/ 152308 h 392112"/>
                <a:gd name="connsiteX1" fmla="*/ 282226 w 1479897"/>
                <a:gd name="connsiteY1" fmla="*/ 266702 h 392112"/>
                <a:gd name="connsiteX2" fmla="*/ 353755 w 1479897"/>
                <a:gd name="connsiteY2" fmla="*/ 381094 h 392112"/>
                <a:gd name="connsiteX3" fmla="*/ 425285 w 1479897"/>
                <a:gd name="connsiteY3" fmla="*/ 266702 h 392112"/>
                <a:gd name="connsiteX4" fmla="*/ 353755 w 1479897"/>
                <a:gd name="connsiteY4" fmla="*/ 152308 h 392112"/>
                <a:gd name="connsiteX5" fmla="*/ 896795 w 1479897"/>
                <a:gd name="connsiteY5" fmla="*/ 148580 h 392112"/>
                <a:gd name="connsiteX6" fmla="*/ 831753 w 1479897"/>
                <a:gd name="connsiteY6" fmla="*/ 251145 h 392112"/>
                <a:gd name="connsiteX7" fmla="*/ 953726 w 1479897"/>
                <a:gd name="connsiteY7" fmla="*/ 251145 h 392112"/>
                <a:gd name="connsiteX8" fmla="*/ 953726 w 1479897"/>
                <a:gd name="connsiteY8" fmla="*/ 250659 h 392112"/>
                <a:gd name="connsiteX9" fmla="*/ 896795 w 1479897"/>
                <a:gd name="connsiteY9" fmla="*/ 148580 h 392112"/>
                <a:gd name="connsiteX10" fmla="*/ 500869 w 1479897"/>
                <a:gd name="connsiteY10" fmla="*/ 147123 h 392112"/>
                <a:gd name="connsiteX11" fmla="*/ 621220 w 1479897"/>
                <a:gd name="connsiteY11" fmla="*/ 147123 h 392112"/>
                <a:gd name="connsiteX12" fmla="*/ 621220 w 1479897"/>
                <a:gd name="connsiteY12" fmla="*/ 150849 h 392112"/>
                <a:gd name="connsiteX13" fmla="*/ 597377 w 1479897"/>
                <a:gd name="connsiteY13" fmla="*/ 181798 h 392112"/>
                <a:gd name="connsiteX14" fmla="*/ 664851 w 1479897"/>
                <a:gd name="connsiteY14" fmla="*/ 319523 h 392112"/>
                <a:gd name="connsiteX15" fmla="*/ 729731 w 1479897"/>
                <a:gd name="connsiteY15" fmla="*/ 179367 h 392112"/>
                <a:gd name="connsiteX16" fmla="*/ 694533 w 1479897"/>
                <a:gd name="connsiteY16" fmla="*/ 150849 h 392112"/>
                <a:gd name="connsiteX17" fmla="*/ 694533 w 1479897"/>
                <a:gd name="connsiteY17" fmla="*/ 147123 h 392112"/>
                <a:gd name="connsiteX18" fmla="*/ 782121 w 1479897"/>
                <a:gd name="connsiteY18" fmla="*/ 147123 h 392112"/>
                <a:gd name="connsiteX19" fmla="*/ 782121 w 1479897"/>
                <a:gd name="connsiteY19" fmla="*/ 150849 h 392112"/>
                <a:gd name="connsiteX20" fmla="*/ 747248 w 1479897"/>
                <a:gd name="connsiteY20" fmla="*/ 173534 h 392112"/>
                <a:gd name="connsiteX21" fmla="*/ 649280 w 1479897"/>
                <a:gd name="connsiteY21" fmla="*/ 385307 h 392112"/>
                <a:gd name="connsiteX22" fmla="*/ 639710 w 1479897"/>
                <a:gd name="connsiteY22" fmla="*/ 385307 h 392112"/>
                <a:gd name="connsiteX23" fmla="*/ 539959 w 1479897"/>
                <a:gd name="connsiteY23" fmla="*/ 181798 h 392112"/>
                <a:gd name="connsiteX24" fmla="*/ 500869 w 1479897"/>
                <a:gd name="connsiteY24" fmla="*/ 150849 h 392112"/>
                <a:gd name="connsiteX25" fmla="*/ 891928 w 1479897"/>
                <a:gd name="connsiteY25" fmla="*/ 141289 h 392112"/>
                <a:gd name="connsiteX26" fmla="*/ 1005143 w 1479897"/>
                <a:gd name="connsiteY26" fmla="*/ 258437 h 392112"/>
                <a:gd name="connsiteX27" fmla="*/ 1005143 w 1479897"/>
                <a:gd name="connsiteY27" fmla="*/ 263136 h 392112"/>
                <a:gd name="connsiteX28" fmla="*/ 831753 w 1479897"/>
                <a:gd name="connsiteY28" fmla="*/ 263136 h 392112"/>
                <a:gd name="connsiteX29" fmla="*/ 921448 w 1479897"/>
                <a:gd name="connsiteY29" fmla="*/ 362784 h 392112"/>
                <a:gd name="connsiteX30" fmla="*/ 994762 w 1479897"/>
                <a:gd name="connsiteY30" fmla="*/ 327461 h 392112"/>
                <a:gd name="connsiteX31" fmla="*/ 998493 w 1479897"/>
                <a:gd name="connsiteY31" fmla="*/ 328271 h 392112"/>
                <a:gd name="connsiteX32" fmla="*/ 897930 w 1479897"/>
                <a:gd name="connsiteY32" fmla="*/ 392111 h 392112"/>
                <a:gd name="connsiteX33" fmla="*/ 770604 w 1479897"/>
                <a:gd name="connsiteY33" fmla="*/ 264594 h 392112"/>
                <a:gd name="connsiteX34" fmla="*/ 891928 w 1479897"/>
                <a:gd name="connsiteY34" fmla="*/ 141289 h 392112"/>
                <a:gd name="connsiteX35" fmla="*/ 1191509 w 1479897"/>
                <a:gd name="connsiteY35" fmla="*/ 141128 h 392112"/>
                <a:gd name="connsiteX36" fmla="*/ 1269527 w 1479897"/>
                <a:gd name="connsiteY36" fmla="*/ 223439 h 392112"/>
                <a:gd name="connsiteX37" fmla="*/ 1269527 w 1479897"/>
                <a:gd name="connsiteY37" fmla="*/ 350633 h 392112"/>
                <a:gd name="connsiteX38" fmla="*/ 1307805 w 1479897"/>
                <a:gd name="connsiteY38" fmla="*/ 381581 h 392112"/>
                <a:gd name="connsiteX39" fmla="*/ 1307805 w 1479897"/>
                <a:gd name="connsiteY39" fmla="*/ 385307 h 392112"/>
                <a:gd name="connsiteX40" fmla="*/ 1177235 w 1479897"/>
                <a:gd name="connsiteY40" fmla="*/ 385307 h 392112"/>
                <a:gd name="connsiteX41" fmla="*/ 1177235 w 1479897"/>
                <a:gd name="connsiteY41" fmla="*/ 381581 h 392112"/>
                <a:gd name="connsiteX42" fmla="*/ 1214704 w 1479897"/>
                <a:gd name="connsiteY42" fmla="*/ 350471 h 392112"/>
                <a:gd name="connsiteX43" fmla="*/ 1214704 w 1479897"/>
                <a:gd name="connsiteY43" fmla="*/ 217282 h 392112"/>
                <a:gd name="connsiteX44" fmla="*/ 1172531 w 1479897"/>
                <a:gd name="connsiteY44" fmla="*/ 156521 h 392112"/>
                <a:gd name="connsiteX45" fmla="*/ 1104895 w 1479897"/>
                <a:gd name="connsiteY45" fmla="*/ 246610 h 392112"/>
                <a:gd name="connsiteX46" fmla="*/ 1104895 w 1479897"/>
                <a:gd name="connsiteY46" fmla="*/ 350633 h 392112"/>
                <a:gd name="connsiteX47" fmla="*/ 1143174 w 1479897"/>
                <a:gd name="connsiteY47" fmla="*/ 381581 h 392112"/>
                <a:gd name="connsiteX48" fmla="*/ 1143174 w 1479897"/>
                <a:gd name="connsiteY48" fmla="*/ 385307 h 392112"/>
                <a:gd name="connsiteX49" fmla="*/ 1012604 w 1479897"/>
                <a:gd name="connsiteY49" fmla="*/ 385307 h 392112"/>
                <a:gd name="connsiteX50" fmla="*/ 1012604 w 1479897"/>
                <a:gd name="connsiteY50" fmla="*/ 381581 h 392112"/>
                <a:gd name="connsiteX51" fmla="*/ 1050072 w 1479897"/>
                <a:gd name="connsiteY51" fmla="*/ 350633 h 392112"/>
                <a:gd name="connsiteX52" fmla="*/ 1050072 w 1479897"/>
                <a:gd name="connsiteY52" fmla="*/ 193950 h 392112"/>
                <a:gd name="connsiteX53" fmla="*/ 1012604 w 1479897"/>
                <a:gd name="connsiteY53" fmla="*/ 150849 h 392112"/>
                <a:gd name="connsiteX54" fmla="*/ 1012604 w 1479897"/>
                <a:gd name="connsiteY54" fmla="*/ 147123 h 392112"/>
                <a:gd name="connsiteX55" fmla="*/ 1105057 w 1479897"/>
                <a:gd name="connsiteY55" fmla="*/ 147123 h 392112"/>
                <a:gd name="connsiteX56" fmla="*/ 1105057 w 1479897"/>
                <a:gd name="connsiteY56" fmla="*/ 195084 h 392112"/>
                <a:gd name="connsiteX57" fmla="*/ 1191509 w 1479897"/>
                <a:gd name="connsiteY57" fmla="*/ 141128 h 392112"/>
                <a:gd name="connsiteX58" fmla="*/ 1392958 w 1479897"/>
                <a:gd name="connsiteY58" fmla="*/ 67404 h 392112"/>
                <a:gd name="connsiteX59" fmla="*/ 1396689 w 1479897"/>
                <a:gd name="connsiteY59" fmla="*/ 67404 h 392112"/>
                <a:gd name="connsiteX60" fmla="*/ 1396689 w 1479897"/>
                <a:gd name="connsiteY60" fmla="*/ 146961 h 392112"/>
                <a:gd name="connsiteX61" fmla="*/ 1464650 w 1479897"/>
                <a:gd name="connsiteY61" fmla="*/ 146961 h 392112"/>
                <a:gd name="connsiteX62" fmla="*/ 1464650 w 1479897"/>
                <a:gd name="connsiteY62" fmla="*/ 156520 h 392112"/>
                <a:gd name="connsiteX63" fmla="*/ 1396689 w 1479897"/>
                <a:gd name="connsiteY63" fmla="*/ 156520 h 392112"/>
                <a:gd name="connsiteX64" fmla="*/ 1396689 w 1479897"/>
                <a:gd name="connsiteY64" fmla="*/ 312555 h 392112"/>
                <a:gd name="connsiteX65" fmla="*/ 1437239 w 1479897"/>
                <a:gd name="connsiteY65" fmla="*/ 365863 h 392112"/>
                <a:gd name="connsiteX66" fmla="*/ 1476166 w 1479897"/>
                <a:gd name="connsiteY66" fmla="*/ 327300 h 392112"/>
                <a:gd name="connsiteX67" fmla="*/ 1479897 w 1479897"/>
                <a:gd name="connsiteY67" fmla="*/ 328271 h 392112"/>
                <a:gd name="connsiteX68" fmla="*/ 1406259 w 1479897"/>
                <a:gd name="connsiteY68" fmla="*/ 392111 h 392112"/>
                <a:gd name="connsiteX69" fmla="*/ 1342353 w 1479897"/>
                <a:gd name="connsiteY69" fmla="*/ 319036 h 392112"/>
                <a:gd name="connsiteX70" fmla="*/ 1342353 w 1479897"/>
                <a:gd name="connsiteY70" fmla="*/ 156520 h 392112"/>
                <a:gd name="connsiteX71" fmla="*/ 1287692 w 1479897"/>
                <a:gd name="connsiteY71" fmla="*/ 156520 h 392112"/>
                <a:gd name="connsiteX72" fmla="*/ 1287692 w 1479897"/>
                <a:gd name="connsiteY72" fmla="*/ 146961 h 392112"/>
                <a:gd name="connsiteX73" fmla="*/ 1392958 w 1479897"/>
                <a:gd name="connsiteY73" fmla="*/ 67404 h 392112"/>
                <a:gd name="connsiteX74" fmla="*/ 476215 w 1479897"/>
                <a:gd name="connsiteY74" fmla="*/ 5347 h 392112"/>
                <a:gd name="connsiteX75" fmla="*/ 476701 w 1479897"/>
                <a:gd name="connsiteY75" fmla="*/ 5347 h 392112"/>
                <a:gd name="connsiteX76" fmla="*/ 476701 w 1479897"/>
                <a:gd name="connsiteY76" fmla="*/ 336374 h 392112"/>
                <a:gd name="connsiteX77" fmla="*/ 515791 w 1479897"/>
                <a:gd name="connsiteY77" fmla="*/ 381743 h 392112"/>
                <a:gd name="connsiteX78" fmla="*/ 515791 w 1479897"/>
                <a:gd name="connsiteY78" fmla="*/ 385469 h 392112"/>
                <a:gd name="connsiteX79" fmla="*/ 420905 w 1479897"/>
                <a:gd name="connsiteY79" fmla="*/ 385469 h 392112"/>
                <a:gd name="connsiteX80" fmla="*/ 420905 w 1479897"/>
                <a:gd name="connsiteY80" fmla="*/ 344476 h 392112"/>
                <a:gd name="connsiteX81" fmla="*/ 341915 w 1479897"/>
                <a:gd name="connsiteY81" fmla="*/ 392112 h 392112"/>
                <a:gd name="connsiteX82" fmla="*/ 220915 w 1479897"/>
                <a:gd name="connsiteY82" fmla="*/ 266702 h 392112"/>
                <a:gd name="connsiteX83" fmla="*/ 341915 w 1479897"/>
                <a:gd name="connsiteY83" fmla="*/ 141290 h 392112"/>
                <a:gd name="connsiteX84" fmla="*/ 420905 w 1479897"/>
                <a:gd name="connsiteY84" fmla="*/ 188927 h 392112"/>
                <a:gd name="connsiteX85" fmla="*/ 420905 w 1479897"/>
                <a:gd name="connsiteY85" fmla="*/ 73886 h 392112"/>
                <a:gd name="connsiteX86" fmla="*/ 381491 w 1479897"/>
                <a:gd name="connsiteY86" fmla="*/ 30786 h 392112"/>
                <a:gd name="connsiteX87" fmla="*/ 381491 w 1479897"/>
                <a:gd name="connsiteY87" fmla="*/ 26897 h 392112"/>
                <a:gd name="connsiteX88" fmla="*/ 476215 w 1479897"/>
                <a:gd name="connsiteY88" fmla="*/ 5347 h 392112"/>
                <a:gd name="connsiteX89" fmla="*/ 26763 w 1479897"/>
                <a:gd name="connsiteY89" fmla="*/ 0 h 392112"/>
                <a:gd name="connsiteX90" fmla="*/ 27249 w 1479897"/>
                <a:gd name="connsiteY90" fmla="*/ 0 h 392112"/>
                <a:gd name="connsiteX91" fmla="*/ 197233 w 1479897"/>
                <a:gd name="connsiteY91" fmla="*/ 350633 h 392112"/>
                <a:gd name="connsiteX92" fmla="*/ 247028 w 1479897"/>
                <a:gd name="connsiteY92" fmla="*/ 381581 h 392112"/>
                <a:gd name="connsiteX93" fmla="*/ 247028 w 1479897"/>
                <a:gd name="connsiteY93" fmla="*/ 385307 h 392112"/>
                <a:gd name="connsiteX94" fmla="*/ 90344 w 1479897"/>
                <a:gd name="connsiteY94" fmla="*/ 385307 h 392112"/>
                <a:gd name="connsiteX95" fmla="*/ 90344 w 1479897"/>
                <a:gd name="connsiteY95" fmla="*/ 381581 h 392112"/>
                <a:gd name="connsiteX96" fmla="*/ 124244 w 1479897"/>
                <a:gd name="connsiteY96" fmla="*/ 350633 h 392112"/>
                <a:gd name="connsiteX97" fmla="*/ 0 w 1479897"/>
                <a:gd name="connsiteY97" fmla="*/ 94626 h 39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1479897" h="392112">
                  <a:moveTo>
                    <a:pt x="353755" y="152308"/>
                  </a:moveTo>
                  <a:cubicBezTo>
                    <a:pt x="311908" y="152308"/>
                    <a:pt x="282226" y="195894"/>
                    <a:pt x="282226" y="266702"/>
                  </a:cubicBezTo>
                  <a:cubicBezTo>
                    <a:pt x="282226" y="337508"/>
                    <a:pt x="312070" y="381094"/>
                    <a:pt x="353755" y="381094"/>
                  </a:cubicBezTo>
                  <a:cubicBezTo>
                    <a:pt x="395440" y="381094"/>
                    <a:pt x="425123" y="337346"/>
                    <a:pt x="425285" y="266702"/>
                  </a:cubicBezTo>
                  <a:cubicBezTo>
                    <a:pt x="425285" y="195894"/>
                    <a:pt x="395440" y="152308"/>
                    <a:pt x="353755" y="152308"/>
                  </a:cubicBezTo>
                  <a:close/>
                  <a:moveTo>
                    <a:pt x="896795" y="148580"/>
                  </a:moveTo>
                  <a:cubicBezTo>
                    <a:pt x="852352" y="148580"/>
                    <a:pt x="831753" y="200268"/>
                    <a:pt x="831753" y="251145"/>
                  </a:cubicBezTo>
                  <a:lnTo>
                    <a:pt x="953726" y="251145"/>
                  </a:lnTo>
                  <a:lnTo>
                    <a:pt x="953726" y="250659"/>
                  </a:lnTo>
                  <a:cubicBezTo>
                    <a:pt x="953726" y="207235"/>
                    <a:pt x="939615" y="148580"/>
                    <a:pt x="896795" y="148580"/>
                  </a:cubicBezTo>
                  <a:close/>
                  <a:moveTo>
                    <a:pt x="500869" y="147123"/>
                  </a:moveTo>
                  <a:lnTo>
                    <a:pt x="621220" y="147123"/>
                  </a:lnTo>
                  <a:lnTo>
                    <a:pt x="621220" y="150849"/>
                  </a:lnTo>
                  <a:cubicBezTo>
                    <a:pt x="602081" y="152470"/>
                    <a:pt x="587969" y="162678"/>
                    <a:pt x="597377" y="181798"/>
                  </a:cubicBezTo>
                  <a:lnTo>
                    <a:pt x="664851" y="319523"/>
                  </a:lnTo>
                  <a:lnTo>
                    <a:pt x="729731" y="179367"/>
                  </a:lnTo>
                  <a:cubicBezTo>
                    <a:pt x="742869" y="151012"/>
                    <a:pt x="708483" y="151984"/>
                    <a:pt x="694533" y="150849"/>
                  </a:cubicBezTo>
                  <a:lnTo>
                    <a:pt x="694533" y="147123"/>
                  </a:lnTo>
                  <a:lnTo>
                    <a:pt x="782121" y="147123"/>
                  </a:lnTo>
                  <a:lnTo>
                    <a:pt x="782121" y="150849"/>
                  </a:lnTo>
                  <a:cubicBezTo>
                    <a:pt x="767847" y="151984"/>
                    <a:pt x="753898" y="159924"/>
                    <a:pt x="747248" y="173534"/>
                  </a:cubicBezTo>
                  <a:lnTo>
                    <a:pt x="649280" y="385307"/>
                  </a:lnTo>
                  <a:lnTo>
                    <a:pt x="639710" y="385307"/>
                  </a:lnTo>
                  <a:lnTo>
                    <a:pt x="539959" y="181798"/>
                  </a:lnTo>
                  <a:cubicBezTo>
                    <a:pt x="530876" y="163164"/>
                    <a:pt x="520333" y="152470"/>
                    <a:pt x="500869" y="150849"/>
                  </a:cubicBezTo>
                  <a:close/>
                  <a:moveTo>
                    <a:pt x="891928" y="141289"/>
                  </a:moveTo>
                  <a:cubicBezTo>
                    <a:pt x="969622" y="141289"/>
                    <a:pt x="1005143" y="207397"/>
                    <a:pt x="1005143" y="258437"/>
                  </a:cubicBezTo>
                  <a:lnTo>
                    <a:pt x="1005143" y="263136"/>
                  </a:lnTo>
                  <a:lnTo>
                    <a:pt x="831753" y="263136"/>
                  </a:lnTo>
                  <a:cubicBezTo>
                    <a:pt x="831753" y="313689"/>
                    <a:pt x="855271" y="363270"/>
                    <a:pt x="921448" y="362784"/>
                  </a:cubicBezTo>
                  <a:cubicBezTo>
                    <a:pt x="949671" y="362460"/>
                    <a:pt x="984382" y="347553"/>
                    <a:pt x="994762" y="327461"/>
                  </a:cubicBezTo>
                  <a:lnTo>
                    <a:pt x="998493" y="328271"/>
                  </a:lnTo>
                  <a:cubicBezTo>
                    <a:pt x="986328" y="361164"/>
                    <a:pt x="945617" y="392111"/>
                    <a:pt x="897930" y="392111"/>
                  </a:cubicBezTo>
                  <a:cubicBezTo>
                    <a:pt x="823643" y="392111"/>
                    <a:pt x="770604" y="334104"/>
                    <a:pt x="770604" y="264594"/>
                  </a:cubicBezTo>
                  <a:cubicBezTo>
                    <a:pt x="770604" y="201402"/>
                    <a:pt x="816506" y="141289"/>
                    <a:pt x="891928" y="141289"/>
                  </a:cubicBezTo>
                  <a:close/>
                  <a:moveTo>
                    <a:pt x="1191509" y="141128"/>
                  </a:moveTo>
                  <a:cubicBezTo>
                    <a:pt x="1240655" y="141128"/>
                    <a:pt x="1270012" y="173372"/>
                    <a:pt x="1269527" y="223439"/>
                  </a:cubicBezTo>
                  <a:lnTo>
                    <a:pt x="1269527" y="350633"/>
                  </a:lnTo>
                  <a:cubicBezTo>
                    <a:pt x="1269527" y="369753"/>
                    <a:pt x="1286557" y="379960"/>
                    <a:pt x="1307805" y="381581"/>
                  </a:cubicBezTo>
                  <a:lnTo>
                    <a:pt x="1307805" y="385307"/>
                  </a:lnTo>
                  <a:lnTo>
                    <a:pt x="1177235" y="385307"/>
                  </a:lnTo>
                  <a:lnTo>
                    <a:pt x="1177235" y="381581"/>
                  </a:lnTo>
                  <a:cubicBezTo>
                    <a:pt x="1197997" y="379960"/>
                    <a:pt x="1214704" y="369590"/>
                    <a:pt x="1214704" y="350471"/>
                  </a:cubicBezTo>
                  <a:lnTo>
                    <a:pt x="1214704" y="217282"/>
                  </a:lnTo>
                  <a:cubicBezTo>
                    <a:pt x="1214704" y="180987"/>
                    <a:pt x="1198159" y="156521"/>
                    <a:pt x="1172531" y="156521"/>
                  </a:cubicBezTo>
                  <a:cubicBezTo>
                    <a:pt x="1141228" y="156521"/>
                    <a:pt x="1104895" y="193626"/>
                    <a:pt x="1104895" y="246610"/>
                  </a:cubicBezTo>
                  <a:lnTo>
                    <a:pt x="1104895" y="350633"/>
                  </a:lnTo>
                  <a:cubicBezTo>
                    <a:pt x="1104895" y="369753"/>
                    <a:pt x="1121926" y="379960"/>
                    <a:pt x="1143174" y="381581"/>
                  </a:cubicBezTo>
                  <a:lnTo>
                    <a:pt x="1143174" y="385307"/>
                  </a:lnTo>
                  <a:lnTo>
                    <a:pt x="1012604" y="385307"/>
                  </a:lnTo>
                  <a:lnTo>
                    <a:pt x="1012604" y="381581"/>
                  </a:lnTo>
                  <a:cubicBezTo>
                    <a:pt x="1033365" y="379960"/>
                    <a:pt x="1050072" y="369753"/>
                    <a:pt x="1050072" y="350633"/>
                  </a:cubicBezTo>
                  <a:lnTo>
                    <a:pt x="1050072" y="193950"/>
                  </a:lnTo>
                  <a:cubicBezTo>
                    <a:pt x="1050072" y="158303"/>
                    <a:pt x="1033365" y="152470"/>
                    <a:pt x="1012604" y="150849"/>
                  </a:cubicBezTo>
                  <a:lnTo>
                    <a:pt x="1012604" y="147123"/>
                  </a:lnTo>
                  <a:lnTo>
                    <a:pt x="1105057" y="147123"/>
                  </a:lnTo>
                  <a:lnTo>
                    <a:pt x="1105057" y="195084"/>
                  </a:lnTo>
                  <a:cubicBezTo>
                    <a:pt x="1118195" y="166081"/>
                    <a:pt x="1146255" y="141128"/>
                    <a:pt x="1191509" y="141128"/>
                  </a:cubicBezTo>
                  <a:close/>
                  <a:moveTo>
                    <a:pt x="1392958" y="67404"/>
                  </a:moveTo>
                  <a:lnTo>
                    <a:pt x="1396689" y="67404"/>
                  </a:lnTo>
                  <a:lnTo>
                    <a:pt x="1396689" y="146961"/>
                  </a:lnTo>
                  <a:lnTo>
                    <a:pt x="1464650" y="146961"/>
                  </a:lnTo>
                  <a:lnTo>
                    <a:pt x="1464650" y="156520"/>
                  </a:lnTo>
                  <a:lnTo>
                    <a:pt x="1396689" y="156520"/>
                  </a:lnTo>
                  <a:lnTo>
                    <a:pt x="1396689" y="312555"/>
                  </a:lnTo>
                  <a:cubicBezTo>
                    <a:pt x="1396689" y="342693"/>
                    <a:pt x="1405123" y="365863"/>
                    <a:pt x="1437239" y="365863"/>
                  </a:cubicBezTo>
                  <a:cubicBezTo>
                    <a:pt x="1458487" y="365863"/>
                    <a:pt x="1471463" y="345933"/>
                    <a:pt x="1476166" y="327300"/>
                  </a:cubicBezTo>
                  <a:lnTo>
                    <a:pt x="1479897" y="328271"/>
                  </a:lnTo>
                  <a:cubicBezTo>
                    <a:pt x="1472760" y="363108"/>
                    <a:pt x="1442916" y="392111"/>
                    <a:pt x="1406259" y="392111"/>
                  </a:cubicBezTo>
                  <a:cubicBezTo>
                    <a:pt x="1362952" y="392111"/>
                    <a:pt x="1342353" y="365863"/>
                    <a:pt x="1342353" y="319036"/>
                  </a:cubicBezTo>
                  <a:lnTo>
                    <a:pt x="1342353" y="156520"/>
                  </a:lnTo>
                  <a:lnTo>
                    <a:pt x="1287692" y="156520"/>
                  </a:lnTo>
                  <a:lnTo>
                    <a:pt x="1287692" y="146961"/>
                  </a:lnTo>
                  <a:cubicBezTo>
                    <a:pt x="1348841" y="146961"/>
                    <a:pt x="1382416" y="110504"/>
                    <a:pt x="1392958" y="67404"/>
                  </a:cubicBezTo>
                  <a:close/>
                  <a:moveTo>
                    <a:pt x="476215" y="5347"/>
                  </a:moveTo>
                  <a:lnTo>
                    <a:pt x="476701" y="5347"/>
                  </a:lnTo>
                  <a:lnTo>
                    <a:pt x="476701" y="336374"/>
                  </a:lnTo>
                  <a:cubicBezTo>
                    <a:pt x="476701" y="373803"/>
                    <a:pt x="495354" y="379960"/>
                    <a:pt x="515791" y="381743"/>
                  </a:cubicBezTo>
                  <a:lnTo>
                    <a:pt x="515791" y="385469"/>
                  </a:lnTo>
                  <a:lnTo>
                    <a:pt x="420905" y="385469"/>
                  </a:lnTo>
                  <a:lnTo>
                    <a:pt x="420905" y="344476"/>
                  </a:lnTo>
                  <a:cubicBezTo>
                    <a:pt x="405821" y="374937"/>
                    <a:pt x="379545" y="392112"/>
                    <a:pt x="341915" y="392112"/>
                  </a:cubicBezTo>
                  <a:cubicBezTo>
                    <a:pt x="279144" y="392112"/>
                    <a:pt x="220915" y="344313"/>
                    <a:pt x="220915" y="266702"/>
                  </a:cubicBezTo>
                  <a:cubicBezTo>
                    <a:pt x="220915" y="189089"/>
                    <a:pt x="279144" y="141290"/>
                    <a:pt x="341915" y="141290"/>
                  </a:cubicBezTo>
                  <a:cubicBezTo>
                    <a:pt x="379545" y="141290"/>
                    <a:pt x="405821" y="158465"/>
                    <a:pt x="420905" y="188927"/>
                  </a:cubicBezTo>
                  <a:lnTo>
                    <a:pt x="420905" y="73886"/>
                  </a:lnTo>
                  <a:cubicBezTo>
                    <a:pt x="420905" y="38239"/>
                    <a:pt x="403388" y="32406"/>
                    <a:pt x="381491" y="30786"/>
                  </a:cubicBezTo>
                  <a:lnTo>
                    <a:pt x="381491" y="26897"/>
                  </a:lnTo>
                  <a:cubicBezTo>
                    <a:pt x="393494" y="26897"/>
                    <a:pt x="444587" y="29652"/>
                    <a:pt x="476215" y="5347"/>
                  </a:cubicBezTo>
                  <a:close/>
                  <a:moveTo>
                    <a:pt x="26763" y="0"/>
                  </a:moveTo>
                  <a:lnTo>
                    <a:pt x="27249" y="0"/>
                  </a:lnTo>
                  <a:lnTo>
                    <a:pt x="197233" y="350633"/>
                  </a:lnTo>
                  <a:cubicBezTo>
                    <a:pt x="206803" y="370401"/>
                    <a:pt x="222211" y="379960"/>
                    <a:pt x="247028" y="381581"/>
                  </a:cubicBezTo>
                  <a:lnTo>
                    <a:pt x="247028" y="385307"/>
                  </a:lnTo>
                  <a:lnTo>
                    <a:pt x="90344" y="385307"/>
                  </a:lnTo>
                  <a:lnTo>
                    <a:pt x="90344" y="381581"/>
                  </a:lnTo>
                  <a:cubicBezTo>
                    <a:pt x="114674" y="379960"/>
                    <a:pt x="134138" y="370887"/>
                    <a:pt x="124244" y="350633"/>
                  </a:cubicBezTo>
                  <a:lnTo>
                    <a:pt x="0" y="94626"/>
                  </a:lnTo>
                  <a:close/>
                </a:path>
              </a:pathLst>
            </a:custGeom>
            <a:solidFill>
              <a:schemeClr val="tx1"/>
            </a:solidFill>
            <a:ln w="1823" cap="flat">
              <a:noFill/>
              <a:prstDash val="solid"/>
              <a:miter/>
            </a:ln>
          </p:spPr>
          <p:txBody>
            <a:bodyPr wrap="square" rtlCol="0" anchor="ctr">
              <a:noAutofit/>
            </a:bodyPr>
            <a:lstStyle/>
            <a:p>
              <a:endParaRPr lang="en-US" b="0" i="0">
                <a:latin typeface="+mn-lt" panose="02000503000000020004" pitchFamily="2" charset="0"/>
              </a:endParaRPr>
            </a:p>
          </p:txBody>
        </p:sp>
        <p:sp>
          <p:nvSpPr>
            <p:cNvPr id="10" name="Freeform 9">
              <a:extLst>
                <a:ext uri="{FF2B5EF4-FFF2-40B4-BE49-F238E27FC236}">
                  <a16:creationId xmlns:a16="http://schemas.microsoft.com/office/drawing/2014/main" id="{5C431E13-AF8D-5B26-0537-28AF428D47FE}"/>
                </a:ext>
              </a:extLst>
            </p:cNvPr>
            <p:cNvSpPr/>
            <p:nvPr/>
          </p:nvSpPr>
          <p:spPr>
            <a:xfrm>
              <a:off x="493713" y="704668"/>
              <a:ext cx="162198" cy="162029"/>
            </a:xfrm>
            <a:custGeom>
              <a:avLst/>
              <a:gdLst>
                <a:gd name="connsiteX0" fmla="*/ 182947 w 182946"/>
                <a:gd name="connsiteY0" fmla="*/ 91378 h 182756"/>
                <a:gd name="connsiteX1" fmla="*/ 91473 w 182946"/>
                <a:gd name="connsiteY1" fmla="*/ 182757 h 182756"/>
                <a:gd name="connsiteX2" fmla="*/ 0 w 182946"/>
                <a:gd name="connsiteY2" fmla="*/ 91378 h 182756"/>
                <a:gd name="connsiteX3" fmla="*/ 91473 w 182946"/>
                <a:gd name="connsiteY3" fmla="*/ 0 h 182756"/>
                <a:gd name="connsiteX4" fmla="*/ 182947 w 182946"/>
                <a:gd name="connsiteY4" fmla="*/ 91378 h 18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46" h="182756">
                  <a:moveTo>
                    <a:pt x="182947" y="91378"/>
                  </a:moveTo>
                  <a:cubicBezTo>
                    <a:pt x="182947" y="141845"/>
                    <a:pt x="141993" y="182757"/>
                    <a:pt x="91473" y="182757"/>
                  </a:cubicBezTo>
                  <a:cubicBezTo>
                    <a:pt x="40954" y="182757"/>
                    <a:pt x="0" y="141845"/>
                    <a:pt x="0" y="91378"/>
                  </a:cubicBezTo>
                  <a:cubicBezTo>
                    <a:pt x="0" y="40912"/>
                    <a:pt x="40954" y="0"/>
                    <a:pt x="91473" y="0"/>
                  </a:cubicBezTo>
                  <a:cubicBezTo>
                    <a:pt x="141993" y="0"/>
                    <a:pt x="182947" y="40912"/>
                    <a:pt x="182947" y="91378"/>
                  </a:cubicBezTo>
                  <a:close/>
                </a:path>
              </a:pathLst>
            </a:custGeom>
            <a:solidFill>
              <a:srgbClr val="E1B523"/>
            </a:solidFill>
            <a:ln w="1823" cap="flat">
              <a:noFill/>
              <a:prstDash val="solid"/>
              <a:miter/>
            </a:ln>
          </p:spPr>
          <p:txBody>
            <a:bodyPr rtlCol="0" anchor="ctr"/>
            <a:lstStyle/>
            <a:p>
              <a:endParaRPr lang="en-US" b="0" i="0">
                <a:latin typeface="+mn-lt" panose="02000503000000020004" pitchFamily="2" charset="0"/>
              </a:endParaRPr>
            </a:p>
          </p:txBody>
        </p:sp>
      </p:grpSp>
      <p:sp>
        <p:nvSpPr>
          <p:cNvPr id="4" name="Title 1">
            <a:extLst>
              <a:ext uri="{FF2B5EF4-FFF2-40B4-BE49-F238E27FC236}">
                <a16:creationId xmlns:a16="http://schemas.microsoft.com/office/drawing/2014/main" id="{D9847850-0DC6-F1C0-6D57-2FCBC114165D}"/>
              </a:ext>
            </a:extLst>
          </p:cNvPr>
          <p:cNvSpPr>
            <a:spLocks noGrp="1"/>
          </p:cNvSpPr>
          <p:nvPr>
            <p:ph type="ctrTitle"/>
          </p:nvPr>
        </p:nvSpPr>
        <p:spPr>
          <a:xfrm>
            <a:off x="493713" y="1663701"/>
            <a:ext cx="9326562" cy="1992312"/>
          </a:xfrm>
        </p:spPr>
        <p:txBody>
          <a:bodyPr vert="horz" anchor="b">
            <a:noAutofit/>
          </a:bodyPr>
          <a:lstStyle>
            <a:lvl1pPr algn="l">
              <a:defRPr sz="6000">
                <a:solidFill>
                  <a:schemeClr val="tx1"/>
                </a:solidFill>
              </a:defRPr>
            </a:lvl1pPr>
          </a:lstStyle>
          <a:p>
            <a:r>
              <a:rPr lang="en-US" noProof="0"/>
              <a:t>Click to edit Master title style</a:t>
            </a:r>
          </a:p>
        </p:txBody>
      </p:sp>
      <p:sp>
        <p:nvSpPr>
          <p:cNvPr id="6" name="Subtitle 2">
            <a:extLst>
              <a:ext uri="{FF2B5EF4-FFF2-40B4-BE49-F238E27FC236}">
                <a16:creationId xmlns:a16="http://schemas.microsoft.com/office/drawing/2014/main" id="{A889C724-F687-C963-8725-9EA331D96C65}"/>
              </a:ext>
            </a:extLst>
          </p:cNvPr>
          <p:cNvSpPr>
            <a:spLocks noGrp="1"/>
          </p:cNvSpPr>
          <p:nvPr>
            <p:ph type="subTitle" idx="1" hasCustomPrompt="1"/>
          </p:nvPr>
        </p:nvSpPr>
        <p:spPr>
          <a:xfrm>
            <a:off x="493713" y="3902868"/>
            <a:ext cx="9326561" cy="1655762"/>
          </a:xfrm>
        </p:spPr>
        <p:txBody>
          <a:bodyPr>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p>
        </p:txBody>
      </p:sp>
      <p:sp>
        <p:nvSpPr>
          <p:cNvPr id="7" name="Text Placeholder 4">
            <a:extLst>
              <a:ext uri="{FF2B5EF4-FFF2-40B4-BE49-F238E27FC236}">
                <a16:creationId xmlns:a16="http://schemas.microsoft.com/office/drawing/2014/main" id="{8EA307B0-AA76-57FC-6FC3-91F82D33068C}"/>
              </a:ext>
            </a:extLst>
          </p:cNvPr>
          <p:cNvSpPr>
            <a:spLocks noGrp="1"/>
          </p:cNvSpPr>
          <p:nvPr>
            <p:ph type="body" sz="quarter" idx="10" hasCustomPrompt="1"/>
          </p:nvPr>
        </p:nvSpPr>
        <p:spPr>
          <a:xfrm>
            <a:off x="493713" y="5599028"/>
            <a:ext cx="9326562" cy="392112"/>
          </a:xfrm>
        </p:spPr>
        <p:txBody>
          <a:bodyPr anchor="b" anchorCtr="0">
            <a:noAutofit/>
          </a:bodyPr>
          <a:lstStyle>
            <a:lvl1pPr>
              <a:defRPr sz="1400">
                <a:solidFill>
                  <a:schemeClr val="tx1"/>
                </a:solidFill>
              </a:defRPr>
            </a:lvl1pPr>
          </a:lstStyle>
          <a:p>
            <a:pPr lvl="0"/>
            <a:r>
              <a:rPr lang="en-US" noProof="0"/>
              <a:t>Month Year</a:t>
            </a:r>
          </a:p>
        </p:txBody>
      </p:sp>
    </p:spTree>
    <p:extLst>
      <p:ext uri="{BB962C8B-B14F-4D97-AF65-F5344CB8AC3E}">
        <p14:creationId xmlns:p14="http://schemas.microsoft.com/office/powerpoint/2010/main" val="2986747956"/>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ivider, large">
    <p:bg>
      <p:bgPr>
        <a:solidFill>
          <a:schemeClr val="bg1"/>
        </a:solidFill>
        <a:effectLst/>
      </p:bgPr>
    </p:bg>
    <p:spTree>
      <p:nvGrpSpPr>
        <p:cNvPr id="1" name=""/>
        <p:cNvGrpSpPr/>
        <p:nvPr/>
      </p:nvGrpSpPr>
      <p:grpSpPr>
        <a:xfrm>
          <a:off x="0" y="0"/>
          <a:ext cx="0" cy="0"/>
          <a:chOff x="0" y="0"/>
          <a:chExt cx="0" cy="0"/>
        </a:xfrm>
      </p:grpSpPr>
      <p:graphicFrame>
        <p:nvGraphicFramePr>
          <p:cNvPr id="58" name="think-cell data - do not delete" hidden="1">
            <a:extLst>
              <a:ext uri="{FF2B5EF4-FFF2-40B4-BE49-F238E27FC236}">
                <a16:creationId xmlns:a16="http://schemas.microsoft.com/office/drawing/2014/main" id="{FA81C2CC-2F63-1090-BB55-3BF6A95A5789}"/>
              </a:ext>
            </a:extLst>
          </p:cNvPr>
          <p:cNvGraphicFramePr>
            <a:graphicFrameLocks noChangeAspect="1"/>
          </p:cNvGraphicFramePr>
          <p:nvPr>
            <p:custDataLst>
              <p:tags r:id="rId1"/>
            </p:custDataLst>
            <p:extLst>
              <p:ext uri="{D42A27DB-BD31-4B8C-83A1-F6EECF244321}">
                <p14:modId xmlns:p14="http://schemas.microsoft.com/office/powerpoint/2010/main" val="30583813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8" name="think-cell data - do not delete" hidden="1">
                        <a:extLst>
                          <a:ext uri="{FF2B5EF4-FFF2-40B4-BE49-F238E27FC236}">
                            <a16:creationId xmlns:a16="http://schemas.microsoft.com/office/drawing/2014/main" id="{FA81C2CC-2F63-1090-BB55-3BF6A95A578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5" name="Text Placeholder 14">
            <a:extLst>
              <a:ext uri="{FF2B5EF4-FFF2-40B4-BE49-F238E27FC236}">
                <a16:creationId xmlns:a16="http://schemas.microsoft.com/office/drawing/2014/main" id="{439C3DF8-20F0-B772-9616-57393776F594}"/>
              </a:ext>
            </a:extLst>
          </p:cNvPr>
          <p:cNvSpPr>
            <a:spLocks noGrp="1"/>
          </p:cNvSpPr>
          <p:nvPr>
            <p:ph type="body" sz="quarter" idx="10" hasCustomPrompt="1"/>
          </p:nvPr>
        </p:nvSpPr>
        <p:spPr>
          <a:xfrm>
            <a:off x="7283449" y="469574"/>
            <a:ext cx="3834493" cy="8463855"/>
          </a:xfrm>
        </p:spPr>
        <p:txBody>
          <a:bodyPr wrap="square">
            <a:spAutoFit/>
          </a:bodyPr>
          <a:lstStyle>
            <a:lvl1pPr algn="r">
              <a:defRPr sz="55000">
                <a:gradFill>
                  <a:gsLst>
                    <a:gs pos="0">
                      <a:srgbClr val="0038FF"/>
                    </a:gs>
                    <a:gs pos="100000">
                      <a:srgbClr val="269AFF"/>
                    </a:gs>
                  </a:gsLst>
                  <a:lin ang="1800000" scaled="0"/>
                </a:gradFill>
                <a:latin typeface="+mj-lt"/>
              </a:defRPr>
            </a:lvl1pPr>
          </a:lstStyle>
          <a:p>
            <a:pPr lvl="0"/>
            <a:r>
              <a:rPr lang="en-US" noProof="0"/>
              <a:t>0</a:t>
            </a:r>
          </a:p>
        </p:txBody>
      </p:sp>
      <p:sp>
        <p:nvSpPr>
          <p:cNvPr id="5" name="Title 1">
            <a:extLst>
              <a:ext uri="{FF2B5EF4-FFF2-40B4-BE49-F238E27FC236}">
                <a16:creationId xmlns:a16="http://schemas.microsoft.com/office/drawing/2014/main" id="{DB082F1A-C663-B09A-D177-8C5BB6F3138E}"/>
              </a:ext>
            </a:extLst>
          </p:cNvPr>
          <p:cNvSpPr>
            <a:spLocks noGrp="1"/>
          </p:cNvSpPr>
          <p:nvPr>
            <p:ph type="ctrTitle" hasCustomPrompt="1"/>
          </p:nvPr>
        </p:nvSpPr>
        <p:spPr>
          <a:xfrm>
            <a:off x="493714" y="1663701"/>
            <a:ext cx="5492750" cy="1655762"/>
          </a:xfrm>
        </p:spPr>
        <p:txBody>
          <a:bodyPr vert="horz" anchor="b">
            <a:noAutofit/>
          </a:bodyPr>
          <a:lstStyle>
            <a:lvl1pPr algn="l">
              <a:defRPr sz="3600">
                <a:solidFill>
                  <a:schemeClr val="tx1"/>
                </a:solidFill>
              </a:defRPr>
            </a:lvl1pPr>
          </a:lstStyle>
          <a:p>
            <a:r>
              <a:rPr lang="en-US" noProof="0"/>
              <a:t>Divider title</a:t>
            </a:r>
          </a:p>
        </p:txBody>
      </p:sp>
      <p:sp>
        <p:nvSpPr>
          <p:cNvPr id="6" name="Subtitle 2">
            <a:extLst>
              <a:ext uri="{FF2B5EF4-FFF2-40B4-BE49-F238E27FC236}">
                <a16:creationId xmlns:a16="http://schemas.microsoft.com/office/drawing/2014/main" id="{C279C273-583A-678E-97EE-3C2C101EC950}"/>
              </a:ext>
            </a:extLst>
          </p:cNvPr>
          <p:cNvSpPr>
            <a:spLocks noGrp="1"/>
          </p:cNvSpPr>
          <p:nvPr>
            <p:ph type="subTitle" idx="1" hasCustomPrompt="1"/>
          </p:nvPr>
        </p:nvSpPr>
        <p:spPr>
          <a:xfrm>
            <a:off x="493714" y="3538538"/>
            <a:ext cx="5492749" cy="1655761"/>
          </a:xfrm>
        </p:spPr>
        <p:txBody>
          <a:bodyPr>
            <a:no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a:t>Divider sub-title</a:t>
            </a:r>
          </a:p>
        </p:txBody>
      </p:sp>
    </p:spTree>
    <p:extLst>
      <p:ext uri="{BB962C8B-B14F-4D97-AF65-F5344CB8AC3E}">
        <p14:creationId xmlns:p14="http://schemas.microsoft.com/office/powerpoint/2010/main" val="258090747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vider, large dark">
    <p:bg>
      <p:bgRef idx="1001">
        <a:schemeClr val="bg2"/>
      </p:bgRef>
    </p:bg>
    <p:spTree>
      <p:nvGrpSpPr>
        <p:cNvPr id="1" name=""/>
        <p:cNvGrpSpPr/>
        <p:nvPr/>
      </p:nvGrpSpPr>
      <p:grpSpPr>
        <a:xfrm>
          <a:off x="0" y="0"/>
          <a:ext cx="0" cy="0"/>
          <a:chOff x="0" y="0"/>
          <a:chExt cx="0" cy="0"/>
        </a:xfrm>
      </p:grpSpPr>
      <p:graphicFrame>
        <p:nvGraphicFramePr>
          <p:cNvPr id="58" name="think-cell data - do not delete" hidden="1">
            <a:extLst>
              <a:ext uri="{FF2B5EF4-FFF2-40B4-BE49-F238E27FC236}">
                <a16:creationId xmlns:a16="http://schemas.microsoft.com/office/drawing/2014/main" id="{FA81C2CC-2F63-1090-BB55-3BF6A95A5789}"/>
              </a:ext>
            </a:extLst>
          </p:cNvPr>
          <p:cNvGraphicFramePr>
            <a:graphicFrameLocks noChangeAspect="1"/>
          </p:cNvGraphicFramePr>
          <p:nvPr>
            <p:custDataLst>
              <p:tags r:id="rId1"/>
            </p:custDataLst>
            <p:extLst>
              <p:ext uri="{D42A27DB-BD31-4B8C-83A1-F6EECF244321}">
                <p14:modId xmlns:p14="http://schemas.microsoft.com/office/powerpoint/2010/main" val="222632605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8" name="think-cell data - do not delete" hidden="1">
                        <a:extLst>
                          <a:ext uri="{FF2B5EF4-FFF2-40B4-BE49-F238E27FC236}">
                            <a16:creationId xmlns:a16="http://schemas.microsoft.com/office/drawing/2014/main" id="{FA81C2CC-2F63-1090-BB55-3BF6A95A578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5" name="Text Placeholder 14">
            <a:extLst>
              <a:ext uri="{FF2B5EF4-FFF2-40B4-BE49-F238E27FC236}">
                <a16:creationId xmlns:a16="http://schemas.microsoft.com/office/drawing/2014/main" id="{439C3DF8-20F0-B772-9616-57393776F594}"/>
              </a:ext>
            </a:extLst>
          </p:cNvPr>
          <p:cNvSpPr>
            <a:spLocks noGrp="1"/>
          </p:cNvSpPr>
          <p:nvPr>
            <p:ph type="body" sz="quarter" idx="10" hasCustomPrompt="1"/>
          </p:nvPr>
        </p:nvSpPr>
        <p:spPr>
          <a:xfrm>
            <a:off x="7283449" y="469574"/>
            <a:ext cx="3834493" cy="8463855"/>
          </a:xfrm>
        </p:spPr>
        <p:txBody>
          <a:bodyPr wrap="square">
            <a:spAutoFit/>
          </a:bodyPr>
          <a:lstStyle>
            <a:lvl1pPr algn="r">
              <a:defRPr sz="55000">
                <a:solidFill>
                  <a:schemeClr val="tx1"/>
                </a:solidFill>
                <a:latin typeface="+mj-lt"/>
              </a:defRPr>
            </a:lvl1pPr>
          </a:lstStyle>
          <a:p>
            <a:pPr lvl="0"/>
            <a:r>
              <a:rPr lang="en-US" noProof="0"/>
              <a:t>0</a:t>
            </a:r>
          </a:p>
        </p:txBody>
      </p:sp>
      <p:sp>
        <p:nvSpPr>
          <p:cNvPr id="2" name="Title 1">
            <a:extLst>
              <a:ext uri="{FF2B5EF4-FFF2-40B4-BE49-F238E27FC236}">
                <a16:creationId xmlns:a16="http://schemas.microsoft.com/office/drawing/2014/main" id="{640DCE2D-4B65-C43B-E133-F481771B50C1}"/>
              </a:ext>
            </a:extLst>
          </p:cNvPr>
          <p:cNvSpPr>
            <a:spLocks noGrp="1"/>
          </p:cNvSpPr>
          <p:nvPr>
            <p:ph type="ctrTitle" hasCustomPrompt="1"/>
          </p:nvPr>
        </p:nvSpPr>
        <p:spPr>
          <a:xfrm>
            <a:off x="493714" y="1663701"/>
            <a:ext cx="5492750" cy="1655762"/>
          </a:xfrm>
        </p:spPr>
        <p:txBody>
          <a:bodyPr vert="horz" anchor="b">
            <a:noAutofit/>
          </a:bodyPr>
          <a:lstStyle>
            <a:lvl1pPr algn="l">
              <a:defRPr sz="3600">
                <a:solidFill>
                  <a:schemeClr val="tx1"/>
                </a:solidFill>
              </a:defRPr>
            </a:lvl1pPr>
          </a:lstStyle>
          <a:p>
            <a:r>
              <a:rPr lang="en-US" noProof="0"/>
              <a:t>Divider title</a:t>
            </a:r>
          </a:p>
        </p:txBody>
      </p:sp>
      <p:sp>
        <p:nvSpPr>
          <p:cNvPr id="3" name="Subtitle 2">
            <a:extLst>
              <a:ext uri="{FF2B5EF4-FFF2-40B4-BE49-F238E27FC236}">
                <a16:creationId xmlns:a16="http://schemas.microsoft.com/office/drawing/2014/main" id="{BB430AE1-5E86-0B4B-F936-40EE532E05E9}"/>
              </a:ext>
            </a:extLst>
          </p:cNvPr>
          <p:cNvSpPr>
            <a:spLocks noGrp="1"/>
          </p:cNvSpPr>
          <p:nvPr>
            <p:ph type="subTitle" idx="1" hasCustomPrompt="1"/>
          </p:nvPr>
        </p:nvSpPr>
        <p:spPr>
          <a:xfrm>
            <a:off x="493714" y="3538538"/>
            <a:ext cx="5492749" cy="1655761"/>
          </a:xfrm>
        </p:spPr>
        <p:txBody>
          <a:bodyPr>
            <a:no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Divider sub-title</a:t>
            </a:r>
          </a:p>
        </p:txBody>
      </p:sp>
    </p:spTree>
    <p:extLst>
      <p:ext uri="{BB962C8B-B14F-4D97-AF65-F5344CB8AC3E}">
        <p14:creationId xmlns:p14="http://schemas.microsoft.com/office/powerpoint/2010/main" val="3326924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oc">
    <p:spTree>
      <p:nvGrpSpPr>
        <p:cNvPr id="1" name=""/>
        <p:cNvGrpSpPr/>
        <p:nvPr/>
      </p:nvGrpSpPr>
      <p:grpSpPr>
        <a:xfrm>
          <a:off x="0" y="0"/>
          <a:ext cx="0" cy="0"/>
          <a:chOff x="0" y="0"/>
          <a:chExt cx="0" cy="0"/>
        </a:xfrm>
      </p:grpSpPr>
      <p:sp>
        <p:nvSpPr>
          <p:cNvPr id="33" name="Do not remove" hidden="1">
            <a:extLst>
              <a:ext uri="{FF2B5EF4-FFF2-40B4-BE49-F238E27FC236}">
                <a16:creationId xmlns:a16="http://schemas.microsoft.com/office/drawing/2014/main" id="{9559FE6D-1B30-23D5-6283-D0C3C07199FF}"/>
              </a:ext>
            </a:extLst>
          </p:cNvPr>
          <p:cNvSpPr/>
          <p:nvPr>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hink-cell data - do not delete">
            <a:extLst>
              <a:ext uri="{FF2B5EF4-FFF2-40B4-BE49-F238E27FC236}">
                <a16:creationId xmlns:a16="http://schemas.microsoft.com/office/drawing/2014/main" id="{DA23F5BA-B188-2026-1B9A-530D9FED152A}"/>
              </a:ext>
            </a:extLst>
          </p:cNvPr>
          <p:cNvGraphicFramePr>
            <a:graphicFrameLocks noChangeAspect="1"/>
          </p:cNvGraphicFramePr>
          <p:nvPr>
            <p:custDataLst>
              <p:tags r:id="rId2"/>
            </p:custDataLst>
            <p:extLst>
              <p:ext uri="{D42A27DB-BD31-4B8C-83A1-F6EECF244321}">
                <p14:modId xmlns:p14="http://schemas.microsoft.com/office/powerpoint/2010/main" val="39506432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think-cell data - do not delete">
                        <a:extLst>
                          <a:ext uri="{FF2B5EF4-FFF2-40B4-BE49-F238E27FC236}">
                            <a16:creationId xmlns:a16="http://schemas.microsoft.com/office/drawing/2014/main" id="{DA23F5BA-B188-2026-1B9A-530D9FED15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266490F-CBF2-0429-D33D-B2A4E89442A2}"/>
              </a:ext>
            </a:extLst>
          </p:cNvPr>
          <p:cNvSpPr>
            <a:spLocks noGrp="1"/>
          </p:cNvSpPr>
          <p:nvPr>
            <p:ph type="title" hasCustomPrompt="1"/>
          </p:nvPr>
        </p:nvSpPr>
        <p:spPr/>
        <p:txBody>
          <a:bodyPr vert="horz"/>
          <a:lstStyle>
            <a:lvl1pPr>
              <a:defRPr/>
            </a:lvl1pPr>
          </a:lstStyle>
          <a:p>
            <a:r>
              <a:rPr lang="en-US" noProof="0" dirty="0"/>
              <a:t>Click to edit table of contents</a:t>
            </a:r>
          </a:p>
        </p:txBody>
      </p:sp>
      <p:sp>
        <p:nvSpPr>
          <p:cNvPr id="2" name="Text Placeholder 3">
            <a:extLst>
              <a:ext uri="{FF2B5EF4-FFF2-40B4-BE49-F238E27FC236}">
                <a16:creationId xmlns:a16="http://schemas.microsoft.com/office/drawing/2014/main" id="{A89B53BE-FF14-177C-67A9-4E8463682E03}"/>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
        <p:nvSpPr>
          <p:cNvPr id="10" name="Text Placeholder 9">
            <a:extLst>
              <a:ext uri="{FF2B5EF4-FFF2-40B4-BE49-F238E27FC236}">
                <a16:creationId xmlns:a16="http://schemas.microsoft.com/office/drawing/2014/main" id="{098EDC21-38E5-20FA-A59E-9F6609222225}"/>
              </a:ext>
            </a:extLst>
          </p:cNvPr>
          <p:cNvSpPr>
            <a:spLocks noGrp="1"/>
          </p:cNvSpPr>
          <p:nvPr>
            <p:ph type="body" sz="quarter" idx="11" hasCustomPrompt="1"/>
          </p:nvPr>
        </p:nvSpPr>
        <p:spPr>
          <a:xfrm>
            <a:off x="493713" y="850557"/>
            <a:ext cx="11222037"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 gray 800</a:t>
            </a:r>
          </a:p>
        </p:txBody>
      </p:sp>
      <p:sp>
        <p:nvSpPr>
          <p:cNvPr id="15" name="Text Placeholder 14">
            <a:extLst>
              <a:ext uri="{FF2B5EF4-FFF2-40B4-BE49-F238E27FC236}">
                <a16:creationId xmlns:a16="http://schemas.microsoft.com/office/drawing/2014/main" id="{E0B3DCD4-F2FE-7918-AE82-7C281D0AA186}"/>
              </a:ext>
            </a:extLst>
          </p:cNvPr>
          <p:cNvSpPr>
            <a:spLocks noGrp="1"/>
          </p:cNvSpPr>
          <p:nvPr>
            <p:ph type="body" sz="quarter" idx="12"/>
          </p:nvPr>
        </p:nvSpPr>
        <p:spPr>
          <a:xfrm>
            <a:off x="1577130" y="1663700"/>
            <a:ext cx="9446074" cy="4432299"/>
          </a:xfrm>
        </p:spPr>
        <p:txBody>
          <a:bodyPr/>
          <a:lstStyle>
            <a:lvl1pPr>
              <a:spcBef>
                <a:spcPts val="1800"/>
              </a:spcBef>
              <a:spcAft>
                <a:spcPts val="400"/>
              </a:spcAft>
              <a:defRPr sz="1400">
                <a:solidFill>
                  <a:schemeClr val="tx1"/>
                </a:solidFill>
              </a:defRPr>
            </a:lvl1pPr>
            <a:lvl2pPr marL="171450" indent="-171450">
              <a:spcBef>
                <a:spcPts val="0"/>
              </a:spcBef>
              <a:spcAft>
                <a:spcPts val="200"/>
              </a:spcAft>
              <a:buFont typeface="Arial" panose="020B0604020202020204" pitchFamily="34" charset="0"/>
              <a:buChar char="•"/>
              <a:defRPr sz="1100">
                <a:solidFill>
                  <a:srgbClr val="666662"/>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14">
            <a:extLst>
              <a:ext uri="{FF2B5EF4-FFF2-40B4-BE49-F238E27FC236}">
                <a16:creationId xmlns:a16="http://schemas.microsoft.com/office/drawing/2014/main" id="{5075855E-5219-AADD-4B43-BDF366634177}"/>
              </a:ext>
            </a:extLst>
          </p:cNvPr>
          <p:cNvSpPr>
            <a:spLocks noGrp="1"/>
          </p:cNvSpPr>
          <p:nvPr>
            <p:ph type="body" sz="quarter" idx="13" hasCustomPrompt="1"/>
          </p:nvPr>
        </p:nvSpPr>
        <p:spPr>
          <a:xfrm>
            <a:off x="1211263" y="1555076"/>
            <a:ext cx="261540" cy="410647"/>
          </a:xfrm>
        </p:spPr>
        <p:txBody>
          <a:bodyPr/>
          <a:lstStyle>
            <a:lvl1pPr>
              <a:spcBef>
                <a:spcPts val="1800"/>
              </a:spcBef>
              <a:spcAft>
                <a:spcPts val="400"/>
              </a:spcAft>
              <a:defRPr lang="en-US" sz="2400" b="0" i="0" kern="1200" dirty="0" smtClean="0">
                <a:solidFill>
                  <a:schemeClr val="tx2"/>
                </a:solidFill>
                <a:latin typeface="+mj-lt"/>
                <a:ea typeface="+mn-lt" panose="02000503000000020004" pitchFamily="2" charset="0"/>
                <a:cs typeface="+mn-cs"/>
              </a:defRPr>
            </a:lvl1pPr>
            <a:lvl2pPr>
              <a:spcBef>
                <a:spcPts val="0"/>
              </a:spcBef>
              <a:spcAft>
                <a:spcPts val="200"/>
              </a:spcAft>
              <a:defRPr sz="1100">
                <a:solidFill>
                  <a:srgbClr val="666662"/>
                </a:solidFill>
              </a:defRPr>
            </a:lvl2pPr>
          </a:lstStyle>
          <a:p>
            <a:pPr lvl="0"/>
            <a:r>
              <a:rPr lang="en-US" dirty="0"/>
              <a:t>1</a:t>
            </a:r>
          </a:p>
        </p:txBody>
      </p:sp>
      <p:sp>
        <p:nvSpPr>
          <p:cNvPr id="18" name="Text Placeholder 14">
            <a:extLst>
              <a:ext uri="{FF2B5EF4-FFF2-40B4-BE49-F238E27FC236}">
                <a16:creationId xmlns:a16="http://schemas.microsoft.com/office/drawing/2014/main" id="{E19B62ED-A88E-9DBA-0562-AD4739231E98}"/>
              </a:ext>
            </a:extLst>
          </p:cNvPr>
          <p:cNvSpPr>
            <a:spLocks noGrp="1"/>
          </p:cNvSpPr>
          <p:nvPr>
            <p:ph type="body" sz="quarter" idx="14" hasCustomPrompt="1"/>
          </p:nvPr>
        </p:nvSpPr>
        <p:spPr>
          <a:xfrm>
            <a:off x="1211263" y="2436200"/>
            <a:ext cx="261540" cy="410647"/>
          </a:xfrm>
        </p:spPr>
        <p:txBody>
          <a:bodyPr/>
          <a:lstStyle>
            <a:lvl1pPr>
              <a:spcBef>
                <a:spcPts val="1800"/>
              </a:spcBef>
              <a:spcAft>
                <a:spcPts val="400"/>
              </a:spcAft>
              <a:defRPr lang="en-US" sz="2400" b="0" i="0" kern="1200" dirty="0" smtClean="0">
                <a:solidFill>
                  <a:schemeClr val="tx2"/>
                </a:solidFill>
                <a:latin typeface="+mj-lt"/>
                <a:ea typeface="+mn-lt" panose="02000503000000020004" pitchFamily="2" charset="0"/>
                <a:cs typeface="+mn-cs"/>
              </a:defRPr>
            </a:lvl1pPr>
            <a:lvl2pPr>
              <a:spcBef>
                <a:spcPts val="0"/>
              </a:spcBef>
              <a:spcAft>
                <a:spcPts val="200"/>
              </a:spcAft>
              <a:defRPr sz="1100">
                <a:solidFill>
                  <a:srgbClr val="666662"/>
                </a:solidFill>
              </a:defRPr>
            </a:lvl2pPr>
          </a:lstStyle>
          <a:p>
            <a:pPr lvl="0"/>
            <a:r>
              <a:rPr lang="en-US" dirty="0"/>
              <a:t>2</a:t>
            </a:r>
          </a:p>
        </p:txBody>
      </p:sp>
      <p:sp>
        <p:nvSpPr>
          <p:cNvPr id="19" name="Text Placeholder 14">
            <a:extLst>
              <a:ext uri="{FF2B5EF4-FFF2-40B4-BE49-F238E27FC236}">
                <a16:creationId xmlns:a16="http://schemas.microsoft.com/office/drawing/2014/main" id="{AEDCD22D-D991-751E-6B49-FE3AAAB6CBA5}"/>
              </a:ext>
            </a:extLst>
          </p:cNvPr>
          <p:cNvSpPr>
            <a:spLocks noGrp="1"/>
          </p:cNvSpPr>
          <p:nvPr>
            <p:ph type="body" sz="quarter" idx="15" hasCustomPrompt="1"/>
          </p:nvPr>
        </p:nvSpPr>
        <p:spPr>
          <a:xfrm>
            <a:off x="1211263" y="3315748"/>
            <a:ext cx="261540" cy="410647"/>
          </a:xfrm>
        </p:spPr>
        <p:txBody>
          <a:bodyPr/>
          <a:lstStyle>
            <a:lvl1pPr>
              <a:spcBef>
                <a:spcPts val="1800"/>
              </a:spcBef>
              <a:spcAft>
                <a:spcPts val="400"/>
              </a:spcAft>
              <a:defRPr lang="en-US" sz="2400" b="0" i="0" kern="1200" dirty="0" smtClean="0">
                <a:solidFill>
                  <a:schemeClr val="tx2"/>
                </a:solidFill>
                <a:latin typeface="+mj-lt"/>
                <a:ea typeface="+mn-lt" panose="02000503000000020004" pitchFamily="2" charset="0"/>
                <a:cs typeface="+mn-cs"/>
              </a:defRPr>
            </a:lvl1pPr>
            <a:lvl2pPr>
              <a:spcBef>
                <a:spcPts val="0"/>
              </a:spcBef>
              <a:spcAft>
                <a:spcPts val="200"/>
              </a:spcAft>
              <a:defRPr sz="1100">
                <a:solidFill>
                  <a:srgbClr val="666662"/>
                </a:solidFill>
              </a:defRPr>
            </a:lvl2pPr>
          </a:lstStyle>
          <a:p>
            <a:pPr lvl="0"/>
            <a:r>
              <a:rPr lang="en-US" dirty="0"/>
              <a:t>3</a:t>
            </a:r>
          </a:p>
        </p:txBody>
      </p:sp>
      <p:sp>
        <p:nvSpPr>
          <p:cNvPr id="20" name="Text Placeholder 14">
            <a:extLst>
              <a:ext uri="{FF2B5EF4-FFF2-40B4-BE49-F238E27FC236}">
                <a16:creationId xmlns:a16="http://schemas.microsoft.com/office/drawing/2014/main" id="{C1F76F27-155B-CFF3-A692-42CDC655E250}"/>
              </a:ext>
            </a:extLst>
          </p:cNvPr>
          <p:cNvSpPr>
            <a:spLocks noGrp="1"/>
          </p:cNvSpPr>
          <p:nvPr>
            <p:ph type="body" sz="quarter" idx="16" hasCustomPrompt="1"/>
          </p:nvPr>
        </p:nvSpPr>
        <p:spPr>
          <a:xfrm>
            <a:off x="1211263" y="4193540"/>
            <a:ext cx="261540" cy="410647"/>
          </a:xfrm>
        </p:spPr>
        <p:txBody>
          <a:bodyPr/>
          <a:lstStyle>
            <a:lvl1pPr>
              <a:spcBef>
                <a:spcPts val="1800"/>
              </a:spcBef>
              <a:spcAft>
                <a:spcPts val="400"/>
              </a:spcAft>
              <a:defRPr lang="en-US" sz="2400" b="0" i="0" kern="1200" dirty="0" smtClean="0">
                <a:solidFill>
                  <a:schemeClr val="tx2"/>
                </a:solidFill>
                <a:latin typeface="+mj-lt"/>
                <a:ea typeface="+mn-lt" panose="02000503000000020004" pitchFamily="2" charset="0"/>
                <a:cs typeface="+mn-cs"/>
              </a:defRPr>
            </a:lvl1pPr>
            <a:lvl2pPr>
              <a:spcBef>
                <a:spcPts val="0"/>
              </a:spcBef>
              <a:spcAft>
                <a:spcPts val="200"/>
              </a:spcAft>
              <a:defRPr sz="1100">
                <a:solidFill>
                  <a:srgbClr val="666662"/>
                </a:solidFill>
              </a:defRPr>
            </a:lvl2pPr>
          </a:lstStyle>
          <a:p>
            <a:pPr lvl="0"/>
            <a:r>
              <a:rPr lang="en-US" dirty="0"/>
              <a:t>4</a:t>
            </a:r>
          </a:p>
        </p:txBody>
      </p:sp>
      <p:sp>
        <p:nvSpPr>
          <p:cNvPr id="21" name="Text Placeholder 14">
            <a:extLst>
              <a:ext uri="{FF2B5EF4-FFF2-40B4-BE49-F238E27FC236}">
                <a16:creationId xmlns:a16="http://schemas.microsoft.com/office/drawing/2014/main" id="{0BFD716E-5BF0-55E7-563D-5C54900F9518}"/>
              </a:ext>
            </a:extLst>
          </p:cNvPr>
          <p:cNvSpPr>
            <a:spLocks noGrp="1"/>
          </p:cNvSpPr>
          <p:nvPr>
            <p:ph type="body" sz="quarter" idx="17" hasCustomPrompt="1"/>
          </p:nvPr>
        </p:nvSpPr>
        <p:spPr>
          <a:xfrm>
            <a:off x="1211263" y="5070837"/>
            <a:ext cx="261540" cy="410647"/>
          </a:xfrm>
        </p:spPr>
        <p:txBody>
          <a:bodyPr/>
          <a:lstStyle>
            <a:lvl1pPr>
              <a:spcBef>
                <a:spcPts val="1800"/>
              </a:spcBef>
              <a:spcAft>
                <a:spcPts val="400"/>
              </a:spcAft>
              <a:defRPr lang="en-US" sz="2400" b="0" i="0" kern="1200" dirty="0" smtClean="0">
                <a:solidFill>
                  <a:schemeClr val="tx2"/>
                </a:solidFill>
                <a:latin typeface="+mj-lt"/>
                <a:ea typeface="+mn-lt" panose="02000503000000020004" pitchFamily="2" charset="0"/>
                <a:cs typeface="+mn-cs"/>
              </a:defRPr>
            </a:lvl1pPr>
            <a:lvl2pPr>
              <a:spcBef>
                <a:spcPts val="0"/>
              </a:spcBef>
              <a:spcAft>
                <a:spcPts val="200"/>
              </a:spcAft>
              <a:defRPr sz="1100">
                <a:solidFill>
                  <a:srgbClr val="666662"/>
                </a:solidFill>
              </a:defRPr>
            </a:lvl2pPr>
          </a:lstStyle>
          <a:p>
            <a:pPr lvl="0"/>
            <a:r>
              <a:rPr lang="en-US" dirty="0"/>
              <a:t>5</a:t>
            </a:r>
          </a:p>
        </p:txBody>
      </p:sp>
    </p:spTree>
    <p:extLst>
      <p:ext uri="{BB962C8B-B14F-4D97-AF65-F5344CB8AC3E}">
        <p14:creationId xmlns:p14="http://schemas.microsoft.com/office/powerpoint/2010/main" val="2789217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oC dark">
    <p:bg>
      <p:bgRef idx="1001">
        <a:schemeClr val="bg2"/>
      </p:bgRef>
    </p:bg>
    <p:spTree>
      <p:nvGrpSpPr>
        <p:cNvPr id="1" name=""/>
        <p:cNvGrpSpPr/>
        <p:nvPr/>
      </p:nvGrpSpPr>
      <p:grpSpPr>
        <a:xfrm>
          <a:off x="0" y="0"/>
          <a:ext cx="0" cy="0"/>
          <a:chOff x="0" y="0"/>
          <a:chExt cx="0" cy="0"/>
        </a:xfrm>
      </p:grpSpPr>
      <p:graphicFrame>
        <p:nvGraphicFramePr>
          <p:cNvPr id="58" name="think-cell data - do not delete" hidden="1">
            <a:extLst>
              <a:ext uri="{FF2B5EF4-FFF2-40B4-BE49-F238E27FC236}">
                <a16:creationId xmlns:a16="http://schemas.microsoft.com/office/drawing/2014/main" id="{FA81C2CC-2F63-1090-BB55-3BF6A95A5789}"/>
              </a:ext>
            </a:extLst>
          </p:cNvPr>
          <p:cNvGraphicFramePr>
            <a:graphicFrameLocks noChangeAspect="1"/>
          </p:cNvGraphicFramePr>
          <p:nvPr>
            <p:custDataLst>
              <p:tags r:id="rId1"/>
            </p:custDataLst>
            <p:extLst>
              <p:ext uri="{D42A27DB-BD31-4B8C-83A1-F6EECF244321}">
                <p14:modId xmlns:p14="http://schemas.microsoft.com/office/powerpoint/2010/main" val="222632605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8" name="think-cell data - do not delete" hidden="1">
                        <a:extLst>
                          <a:ext uri="{FF2B5EF4-FFF2-40B4-BE49-F238E27FC236}">
                            <a16:creationId xmlns:a16="http://schemas.microsoft.com/office/drawing/2014/main" id="{FA81C2CC-2F63-1090-BB55-3BF6A95A578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4" name="Title 2">
            <a:extLst>
              <a:ext uri="{FF2B5EF4-FFF2-40B4-BE49-F238E27FC236}">
                <a16:creationId xmlns:a16="http://schemas.microsoft.com/office/drawing/2014/main" id="{53FB5772-55D8-F4D5-8301-032C2D1A5AF1}"/>
              </a:ext>
            </a:extLst>
          </p:cNvPr>
          <p:cNvSpPr>
            <a:spLocks noGrp="1"/>
          </p:cNvSpPr>
          <p:nvPr>
            <p:ph type="title"/>
          </p:nvPr>
        </p:nvSpPr>
        <p:spPr>
          <a:xfrm>
            <a:off x="493713" y="368301"/>
            <a:ext cx="11222037" cy="393700"/>
          </a:xfrm>
        </p:spPr>
        <p:txBody>
          <a:bodyPr vert="horz"/>
          <a:lstStyle>
            <a:lvl1pPr>
              <a:defRPr>
                <a:solidFill>
                  <a:schemeClr val="tx1"/>
                </a:solidFill>
              </a:defRPr>
            </a:lvl1pPr>
          </a:lstStyle>
          <a:p>
            <a:r>
              <a:rPr lang="en-US" noProof="0"/>
              <a:t>Click to edit Master title style</a:t>
            </a:r>
          </a:p>
        </p:txBody>
      </p:sp>
      <p:sp>
        <p:nvSpPr>
          <p:cNvPr id="5" name="Text Placeholder 3">
            <a:extLst>
              <a:ext uri="{FF2B5EF4-FFF2-40B4-BE49-F238E27FC236}">
                <a16:creationId xmlns:a16="http://schemas.microsoft.com/office/drawing/2014/main" id="{C8EE7006-6BFC-F574-640C-F766EBD25F9B}"/>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
        <p:nvSpPr>
          <p:cNvPr id="6" name="Text Placeholder 9">
            <a:extLst>
              <a:ext uri="{FF2B5EF4-FFF2-40B4-BE49-F238E27FC236}">
                <a16:creationId xmlns:a16="http://schemas.microsoft.com/office/drawing/2014/main" id="{5E2BF327-2455-F1F3-E2C9-595D7CDF7BC4}"/>
              </a:ext>
            </a:extLst>
          </p:cNvPr>
          <p:cNvSpPr>
            <a:spLocks noGrp="1"/>
          </p:cNvSpPr>
          <p:nvPr>
            <p:ph type="body" sz="quarter" idx="11" hasCustomPrompt="1"/>
          </p:nvPr>
        </p:nvSpPr>
        <p:spPr>
          <a:xfrm>
            <a:off x="493713" y="850557"/>
            <a:ext cx="11222037" cy="293129"/>
          </a:xfrm>
        </p:spPr>
        <p:txBody>
          <a:bodyPr/>
          <a:lstStyle>
            <a:lvl1pPr>
              <a:defRPr sz="1400">
                <a:solidFill>
                  <a:schemeClr val="tx1"/>
                </a:solidFill>
              </a:defRPr>
            </a:lvl1pPr>
          </a:lstStyle>
          <a:p>
            <a:pPr lvl="0"/>
            <a:r>
              <a:rPr lang="en-US" noProof="0"/>
              <a:t>Slide sub-title; Inter Regular </a:t>
            </a:r>
            <a:r>
              <a:rPr lang="en-US" noProof="0" err="1"/>
              <a:t>14pt</a:t>
            </a:r>
            <a:r>
              <a:rPr lang="en-US" noProof="0"/>
              <a:t>, sentence case (1 line), gray 800</a:t>
            </a:r>
          </a:p>
        </p:txBody>
      </p:sp>
      <p:sp>
        <p:nvSpPr>
          <p:cNvPr id="2" name="Text Placeholder 14">
            <a:extLst>
              <a:ext uri="{FF2B5EF4-FFF2-40B4-BE49-F238E27FC236}">
                <a16:creationId xmlns:a16="http://schemas.microsoft.com/office/drawing/2014/main" id="{52BD3D46-8B1E-D78F-F7F4-0DEBB454FAB8}"/>
              </a:ext>
            </a:extLst>
          </p:cNvPr>
          <p:cNvSpPr>
            <a:spLocks noGrp="1"/>
          </p:cNvSpPr>
          <p:nvPr>
            <p:ph type="body" sz="quarter" idx="12"/>
          </p:nvPr>
        </p:nvSpPr>
        <p:spPr>
          <a:xfrm>
            <a:off x="1577130" y="1663700"/>
            <a:ext cx="9421070" cy="4432299"/>
          </a:xfrm>
        </p:spPr>
        <p:txBody>
          <a:bodyPr/>
          <a:lstStyle>
            <a:lvl1pPr>
              <a:spcBef>
                <a:spcPts val="1800"/>
              </a:spcBef>
              <a:spcAft>
                <a:spcPts val="400"/>
              </a:spcAft>
              <a:defRPr sz="1400">
                <a:solidFill>
                  <a:schemeClr val="tx1"/>
                </a:solidFill>
              </a:defRPr>
            </a:lvl1pPr>
            <a:lvl2pPr marL="171450" indent="-171450">
              <a:spcBef>
                <a:spcPts val="0"/>
              </a:spcBef>
              <a:spcAft>
                <a:spcPts val="200"/>
              </a:spcAft>
              <a:buFont typeface="Arial" panose="020B0604020202020204" pitchFamily="34" charset="0"/>
              <a:buChar char="•"/>
              <a:defRPr sz="1100">
                <a:solidFill>
                  <a:schemeClr val="tx1"/>
                </a:solidFill>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14">
            <a:extLst>
              <a:ext uri="{FF2B5EF4-FFF2-40B4-BE49-F238E27FC236}">
                <a16:creationId xmlns:a16="http://schemas.microsoft.com/office/drawing/2014/main" id="{D00D723D-2B0F-89D3-ED21-6CFC9215AB18}"/>
              </a:ext>
            </a:extLst>
          </p:cNvPr>
          <p:cNvSpPr>
            <a:spLocks noGrp="1"/>
          </p:cNvSpPr>
          <p:nvPr>
            <p:ph type="body" sz="quarter" idx="13" hasCustomPrompt="1"/>
          </p:nvPr>
        </p:nvSpPr>
        <p:spPr>
          <a:xfrm>
            <a:off x="1211263" y="1555076"/>
            <a:ext cx="261540" cy="410647"/>
          </a:xfrm>
        </p:spPr>
        <p:txBody>
          <a:bodyPr/>
          <a:lstStyle>
            <a:lvl1pPr>
              <a:spcBef>
                <a:spcPts val="1800"/>
              </a:spcBef>
              <a:spcAft>
                <a:spcPts val="400"/>
              </a:spcAft>
              <a:defRPr lang="en-US" sz="2400" b="0" i="0" kern="1200" dirty="0" smtClean="0">
                <a:solidFill>
                  <a:schemeClr val="tx1"/>
                </a:solidFill>
                <a:latin typeface="+mj-lt"/>
                <a:ea typeface="+mn-lt" panose="02000503000000020004" pitchFamily="2" charset="0"/>
                <a:cs typeface="+mn-cs"/>
              </a:defRPr>
            </a:lvl1pPr>
            <a:lvl2pPr>
              <a:spcBef>
                <a:spcPts val="0"/>
              </a:spcBef>
              <a:spcAft>
                <a:spcPts val="200"/>
              </a:spcAft>
              <a:defRPr sz="1100">
                <a:solidFill>
                  <a:srgbClr val="666662"/>
                </a:solidFill>
              </a:defRPr>
            </a:lvl2pPr>
          </a:lstStyle>
          <a:p>
            <a:pPr lvl="0"/>
            <a:r>
              <a:rPr lang="en-US" dirty="0"/>
              <a:t>1</a:t>
            </a:r>
          </a:p>
        </p:txBody>
      </p:sp>
      <p:sp>
        <p:nvSpPr>
          <p:cNvPr id="7" name="Text Placeholder 14">
            <a:extLst>
              <a:ext uri="{FF2B5EF4-FFF2-40B4-BE49-F238E27FC236}">
                <a16:creationId xmlns:a16="http://schemas.microsoft.com/office/drawing/2014/main" id="{93CCA101-BEB7-CFA3-C6B2-BE888D292B73}"/>
              </a:ext>
            </a:extLst>
          </p:cNvPr>
          <p:cNvSpPr>
            <a:spLocks noGrp="1"/>
          </p:cNvSpPr>
          <p:nvPr>
            <p:ph type="body" sz="quarter" idx="14" hasCustomPrompt="1"/>
          </p:nvPr>
        </p:nvSpPr>
        <p:spPr>
          <a:xfrm>
            <a:off x="1211263" y="2436200"/>
            <a:ext cx="261540" cy="410647"/>
          </a:xfrm>
        </p:spPr>
        <p:txBody>
          <a:bodyPr/>
          <a:lstStyle>
            <a:lvl1pPr>
              <a:spcBef>
                <a:spcPts val="1800"/>
              </a:spcBef>
              <a:spcAft>
                <a:spcPts val="400"/>
              </a:spcAft>
              <a:defRPr lang="en-US" sz="2400" b="0" i="0" kern="1200" dirty="0" smtClean="0">
                <a:solidFill>
                  <a:schemeClr val="tx1"/>
                </a:solidFill>
                <a:latin typeface="+mj-lt"/>
                <a:ea typeface="+mn-lt" panose="02000503000000020004" pitchFamily="2" charset="0"/>
                <a:cs typeface="+mn-cs"/>
              </a:defRPr>
            </a:lvl1pPr>
            <a:lvl2pPr>
              <a:spcBef>
                <a:spcPts val="0"/>
              </a:spcBef>
              <a:spcAft>
                <a:spcPts val="200"/>
              </a:spcAft>
              <a:defRPr sz="1100">
                <a:solidFill>
                  <a:srgbClr val="666662"/>
                </a:solidFill>
              </a:defRPr>
            </a:lvl2pPr>
          </a:lstStyle>
          <a:p>
            <a:pPr lvl="0"/>
            <a:r>
              <a:rPr lang="en-US" dirty="0"/>
              <a:t>2</a:t>
            </a:r>
          </a:p>
        </p:txBody>
      </p:sp>
      <p:sp>
        <p:nvSpPr>
          <p:cNvPr id="8" name="Text Placeholder 14">
            <a:extLst>
              <a:ext uri="{FF2B5EF4-FFF2-40B4-BE49-F238E27FC236}">
                <a16:creationId xmlns:a16="http://schemas.microsoft.com/office/drawing/2014/main" id="{97A2F0B8-2DA1-370E-41F4-0AEB39C16F84}"/>
              </a:ext>
            </a:extLst>
          </p:cNvPr>
          <p:cNvSpPr>
            <a:spLocks noGrp="1"/>
          </p:cNvSpPr>
          <p:nvPr>
            <p:ph type="body" sz="quarter" idx="15" hasCustomPrompt="1"/>
          </p:nvPr>
        </p:nvSpPr>
        <p:spPr>
          <a:xfrm>
            <a:off x="1211263" y="3315748"/>
            <a:ext cx="261540" cy="410647"/>
          </a:xfrm>
        </p:spPr>
        <p:txBody>
          <a:bodyPr/>
          <a:lstStyle>
            <a:lvl1pPr>
              <a:spcBef>
                <a:spcPts val="1800"/>
              </a:spcBef>
              <a:spcAft>
                <a:spcPts val="400"/>
              </a:spcAft>
              <a:defRPr lang="en-US" sz="2400" b="0" i="0" kern="1200" dirty="0" smtClean="0">
                <a:solidFill>
                  <a:schemeClr val="tx1"/>
                </a:solidFill>
                <a:latin typeface="+mj-lt"/>
                <a:ea typeface="+mn-lt" panose="02000503000000020004" pitchFamily="2" charset="0"/>
                <a:cs typeface="+mn-cs"/>
              </a:defRPr>
            </a:lvl1pPr>
            <a:lvl2pPr>
              <a:spcBef>
                <a:spcPts val="0"/>
              </a:spcBef>
              <a:spcAft>
                <a:spcPts val="200"/>
              </a:spcAft>
              <a:defRPr sz="1100">
                <a:solidFill>
                  <a:srgbClr val="666662"/>
                </a:solidFill>
              </a:defRPr>
            </a:lvl2pPr>
          </a:lstStyle>
          <a:p>
            <a:pPr lvl="0"/>
            <a:r>
              <a:rPr lang="en-US" dirty="0"/>
              <a:t>3</a:t>
            </a:r>
          </a:p>
        </p:txBody>
      </p:sp>
      <p:sp>
        <p:nvSpPr>
          <p:cNvPr id="9" name="Text Placeholder 14">
            <a:extLst>
              <a:ext uri="{FF2B5EF4-FFF2-40B4-BE49-F238E27FC236}">
                <a16:creationId xmlns:a16="http://schemas.microsoft.com/office/drawing/2014/main" id="{DE841688-B71F-9B06-5BA3-DEFCD7862E9E}"/>
              </a:ext>
            </a:extLst>
          </p:cNvPr>
          <p:cNvSpPr>
            <a:spLocks noGrp="1"/>
          </p:cNvSpPr>
          <p:nvPr>
            <p:ph type="body" sz="quarter" idx="16" hasCustomPrompt="1"/>
          </p:nvPr>
        </p:nvSpPr>
        <p:spPr>
          <a:xfrm>
            <a:off x="1211263" y="4193540"/>
            <a:ext cx="261540" cy="410647"/>
          </a:xfrm>
        </p:spPr>
        <p:txBody>
          <a:bodyPr/>
          <a:lstStyle>
            <a:lvl1pPr>
              <a:spcBef>
                <a:spcPts val="1800"/>
              </a:spcBef>
              <a:spcAft>
                <a:spcPts val="400"/>
              </a:spcAft>
              <a:defRPr lang="en-US" sz="2400" b="0" i="0" kern="1200" dirty="0" smtClean="0">
                <a:solidFill>
                  <a:schemeClr val="tx1"/>
                </a:solidFill>
                <a:latin typeface="+mj-lt"/>
                <a:ea typeface="+mn-lt" panose="02000503000000020004" pitchFamily="2" charset="0"/>
                <a:cs typeface="+mn-cs"/>
              </a:defRPr>
            </a:lvl1pPr>
            <a:lvl2pPr>
              <a:spcBef>
                <a:spcPts val="0"/>
              </a:spcBef>
              <a:spcAft>
                <a:spcPts val="200"/>
              </a:spcAft>
              <a:defRPr sz="1100">
                <a:solidFill>
                  <a:srgbClr val="666662"/>
                </a:solidFill>
              </a:defRPr>
            </a:lvl2pPr>
          </a:lstStyle>
          <a:p>
            <a:pPr lvl="0"/>
            <a:r>
              <a:rPr lang="en-US" dirty="0"/>
              <a:t>4</a:t>
            </a:r>
          </a:p>
        </p:txBody>
      </p:sp>
      <p:sp>
        <p:nvSpPr>
          <p:cNvPr id="10" name="Text Placeholder 14">
            <a:extLst>
              <a:ext uri="{FF2B5EF4-FFF2-40B4-BE49-F238E27FC236}">
                <a16:creationId xmlns:a16="http://schemas.microsoft.com/office/drawing/2014/main" id="{AED67ABC-35CC-6CB8-E35D-99F51ABF7DEF}"/>
              </a:ext>
            </a:extLst>
          </p:cNvPr>
          <p:cNvSpPr>
            <a:spLocks noGrp="1"/>
          </p:cNvSpPr>
          <p:nvPr>
            <p:ph type="body" sz="quarter" idx="17" hasCustomPrompt="1"/>
          </p:nvPr>
        </p:nvSpPr>
        <p:spPr>
          <a:xfrm>
            <a:off x="1211263" y="5070837"/>
            <a:ext cx="261540" cy="410647"/>
          </a:xfrm>
        </p:spPr>
        <p:txBody>
          <a:bodyPr/>
          <a:lstStyle>
            <a:lvl1pPr>
              <a:spcBef>
                <a:spcPts val="1800"/>
              </a:spcBef>
              <a:spcAft>
                <a:spcPts val="400"/>
              </a:spcAft>
              <a:defRPr lang="en-US" sz="2400" b="0" i="0" kern="1200" dirty="0" smtClean="0">
                <a:solidFill>
                  <a:schemeClr val="tx1"/>
                </a:solidFill>
                <a:latin typeface="+mj-lt"/>
                <a:ea typeface="+mn-lt" panose="02000503000000020004" pitchFamily="2" charset="0"/>
                <a:cs typeface="+mn-cs"/>
              </a:defRPr>
            </a:lvl1pPr>
            <a:lvl2pPr>
              <a:spcBef>
                <a:spcPts val="0"/>
              </a:spcBef>
              <a:spcAft>
                <a:spcPts val="200"/>
              </a:spcAft>
              <a:defRPr sz="1100">
                <a:solidFill>
                  <a:srgbClr val="666662"/>
                </a:solidFill>
              </a:defRPr>
            </a:lvl2pPr>
          </a:lstStyle>
          <a:p>
            <a:pPr lvl="0"/>
            <a:r>
              <a:rPr lang="en-US" dirty="0"/>
              <a:t>5</a:t>
            </a:r>
          </a:p>
        </p:txBody>
      </p:sp>
    </p:spTree>
    <p:extLst>
      <p:ext uri="{BB962C8B-B14F-4D97-AF65-F5344CB8AC3E}">
        <p14:creationId xmlns:p14="http://schemas.microsoft.com/office/powerpoint/2010/main" val="8682692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 small">
    <p:bg>
      <p:bgPr>
        <a:solidFill>
          <a:schemeClr val="bg1"/>
        </a:solidFill>
        <a:effectLst/>
      </p:bgPr>
    </p:bg>
    <p:spTree>
      <p:nvGrpSpPr>
        <p:cNvPr id="1" name=""/>
        <p:cNvGrpSpPr/>
        <p:nvPr/>
      </p:nvGrpSpPr>
      <p:grpSpPr>
        <a:xfrm>
          <a:off x="0" y="0"/>
          <a:ext cx="0" cy="0"/>
          <a:chOff x="0" y="0"/>
          <a:chExt cx="0" cy="0"/>
        </a:xfrm>
      </p:grpSpPr>
      <p:graphicFrame>
        <p:nvGraphicFramePr>
          <p:cNvPr id="58" name="think-cell data - do not delete">
            <a:extLst>
              <a:ext uri="{FF2B5EF4-FFF2-40B4-BE49-F238E27FC236}">
                <a16:creationId xmlns:a16="http://schemas.microsoft.com/office/drawing/2014/main" id="{FA81C2CC-2F63-1090-BB55-3BF6A95A5789}"/>
              </a:ext>
            </a:extLst>
          </p:cNvPr>
          <p:cNvGraphicFramePr>
            <a:graphicFrameLocks noChangeAspect="1"/>
          </p:cNvGraphicFramePr>
          <p:nvPr>
            <p:custDataLst>
              <p:tags r:id="rId1"/>
            </p:custDataLst>
            <p:extLst>
              <p:ext uri="{D42A27DB-BD31-4B8C-83A1-F6EECF244321}">
                <p14:modId xmlns:p14="http://schemas.microsoft.com/office/powerpoint/2010/main" val="264052413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8" name="think-cell data - do not delete">
                        <a:extLst>
                          <a:ext uri="{FF2B5EF4-FFF2-40B4-BE49-F238E27FC236}">
                            <a16:creationId xmlns:a16="http://schemas.microsoft.com/office/drawing/2014/main" id="{FA81C2CC-2F63-1090-BB55-3BF6A95A578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le 1">
            <a:extLst>
              <a:ext uri="{FF2B5EF4-FFF2-40B4-BE49-F238E27FC236}">
                <a16:creationId xmlns:a16="http://schemas.microsoft.com/office/drawing/2014/main" id="{DB082F1A-C663-B09A-D177-8C5BB6F3138E}"/>
              </a:ext>
            </a:extLst>
          </p:cNvPr>
          <p:cNvSpPr>
            <a:spLocks noGrp="1"/>
          </p:cNvSpPr>
          <p:nvPr>
            <p:ph type="ctrTitle" hasCustomPrompt="1"/>
          </p:nvPr>
        </p:nvSpPr>
        <p:spPr>
          <a:xfrm>
            <a:off x="493713" y="1663701"/>
            <a:ext cx="8356599" cy="1655761"/>
          </a:xfrm>
        </p:spPr>
        <p:txBody>
          <a:bodyPr vert="horz" anchor="b">
            <a:noAutofit/>
          </a:bodyPr>
          <a:lstStyle>
            <a:lvl1pPr marL="571500" indent="-563563" algn="l">
              <a:buFont typeface="+mj-lt"/>
              <a:buNone/>
              <a:tabLst/>
              <a:defRPr sz="3600">
                <a:solidFill>
                  <a:schemeClr val="tx1"/>
                </a:solidFill>
              </a:defRPr>
            </a:lvl1pPr>
          </a:lstStyle>
          <a:p>
            <a:r>
              <a:rPr lang="en-US" noProof="0"/>
              <a:t>1.	Divider title</a:t>
            </a:r>
          </a:p>
        </p:txBody>
      </p:sp>
      <p:sp>
        <p:nvSpPr>
          <p:cNvPr id="6" name="Subtitle 2">
            <a:extLst>
              <a:ext uri="{FF2B5EF4-FFF2-40B4-BE49-F238E27FC236}">
                <a16:creationId xmlns:a16="http://schemas.microsoft.com/office/drawing/2014/main" id="{C279C273-583A-678E-97EE-3C2C101EC950}"/>
              </a:ext>
            </a:extLst>
          </p:cNvPr>
          <p:cNvSpPr>
            <a:spLocks noGrp="1"/>
          </p:cNvSpPr>
          <p:nvPr>
            <p:ph type="subTitle" idx="1" hasCustomPrompt="1"/>
          </p:nvPr>
        </p:nvSpPr>
        <p:spPr>
          <a:xfrm>
            <a:off x="1055716" y="3538537"/>
            <a:ext cx="4930747" cy="2020093"/>
          </a:xfrm>
        </p:spPr>
        <p:txBody>
          <a:bodyPr>
            <a:no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Divider sub-title</a:t>
            </a:r>
          </a:p>
        </p:txBody>
      </p:sp>
    </p:spTree>
    <p:extLst>
      <p:ext uri="{BB962C8B-B14F-4D97-AF65-F5344CB8AC3E}">
        <p14:creationId xmlns:p14="http://schemas.microsoft.com/office/powerpoint/2010/main" val="294702072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ivider, small dark">
    <p:bg>
      <p:bgRef idx="1001">
        <a:schemeClr val="bg2"/>
      </p:bgRef>
    </p:bg>
    <p:spTree>
      <p:nvGrpSpPr>
        <p:cNvPr id="1" name=""/>
        <p:cNvGrpSpPr/>
        <p:nvPr/>
      </p:nvGrpSpPr>
      <p:grpSpPr>
        <a:xfrm>
          <a:off x="0" y="0"/>
          <a:ext cx="0" cy="0"/>
          <a:chOff x="0" y="0"/>
          <a:chExt cx="0" cy="0"/>
        </a:xfrm>
      </p:grpSpPr>
      <p:graphicFrame>
        <p:nvGraphicFramePr>
          <p:cNvPr id="58" name="think-cell data - do not delete">
            <a:extLst>
              <a:ext uri="{FF2B5EF4-FFF2-40B4-BE49-F238E27FC236}">
                <a16:creationId xmlns:a16="http://schemas.microsoft.com/office/drawing/2014/main" id="{FA81C2CC-2F63-1090-BB55-3BF6A95A5789}"/>
              </a:ext>
            </a:extLst>
          </p:cNvPr>
          <p:cNvGraphicFramePr>
            <a:graphicFrameLocks noChangeAspect="1"/>
          </p:cNvGraphicFramePr>
          <p:nvPr>
            <p:custDataLst>
              <p:tags r:id="rId1"/>
            </p:custDataLst>
            <p:extLst>
              <p:ext uri="{D42A27DB-BD31-4B8C-83A1-F6EECF244321}">
                <p14:modId xmlns:p14="http://schemas.microsoft.com/office/powerpoint/2010/main" val="15082055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8" name="think-cell data - do not delete">
                        <a:extLst>
                          <a:ext uri="{FF2B5EF4-FFF2-40B4-BE49-F238E27FC236}">
                            <a16:creationId xmlns:a16="http://schemas.microsoft.com/office/drawing/2014/main" id="{FA81C2CC-2F63-1090-BB55-3BF6A95A578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A28EBE7A-2E1C-06BF-2B0B-CFE169AFFED9}"/>
              </a:ext>
            </a:extLst>
          </p:cNvPr>
          <p:cNvSpPr>
            <a:spLocks noGrp="1"/>
          </p:cNvSpPr>
          <p:nvPr>
            <p:ph type="ctrTitle" hasCustomPrompt="1"/>
          </p:nvPr>
        </p:nvSpPr>
        <p:spPr>
          <a:xfrm>
            <a:off x="493713" y="1663701"/>
            <a:ext cx="8356599" cy="1655761"/>
          </a:xfrm>
        </p:spPr>
        <p:txBody>
          <a:bodyPr vert="horz" anchor="b">
            <a:noAutofit/>
          </a:bodyPr>
          <a:lstStyle>
            <a:lvl1pPr marL="571500" indent="-563563" algn="l">
              <a:buFont typeface="+mj-lt"/>
              <a:buNone/>
              <a:tabLst/>
              <a:defRPr sz="3600">
                <a:solidFill>
                  <a:schemeClr val="tx1"/>
                </a:solidFill>
              </a:defRPr>
            </a:lvl1pPr>
          </a:lstStyle>
          <a:p>
            <a:r>
              <a:rPr lang="en-US" noProof="0"/>
              <a:t>1.	Divider title</a:t>
            </a:r>
          </a:p>
        </p:txBody>
      </p:sp>
      <p:sp>
        <p:nvSpPr>
          <p:cNvPr id="3" name="Subtitle 2">
            <a:extLst>
              <a:ext uri="{FF2B5EF4-FFF2-40B4-BE49-F238E27FC236}">
                <a16:creationId xmlns:a16="http://schemas.microsoft.com/office/drawing/2014/main" id="{42AF43DB-019E-4740-9D22-9081407F517B}"/>
              </a:ext>
            </a:extLst>
          </p:cNvPr>
          <p:cNvSpPr>
            <a:spLocks noGrp="1"/>
          </p:cNvSpPr>
          <p:nvPr>
            <p:ph type="subTitle" idx="1" hasCustomPrompt="1"/>
          </p:nvPr>
        </p:nvSpPr>
        <p:spPr>
          <a:xfrm>
            <a:off x="1055716" y="3538537"/>
            <a:ext cx="4930747" cy="2020093"/>
          </a:xfrm>
        </p:spPr>
        <p:txBody>
          <a:bodyPr>
            <a:noAutofit/>
          </a:bodyPr>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Divider sub-title</a:t>
            </a:r>
          </a:p>
        </p:txBody>
      </p:sp>
    </p:spTree>
    <p:extLst>
      <p:ext uri="{BB962C8B-B14F-4D97-AF65-F5344CB8AC3E}">
        <p14:creationId xmlns:p14="http://schemas.microsoft.com/office/powerpoint/2010/main" val="13697692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graphicFrame>
        <p:nvGraphicFramePr>
          <p:cNvPr id="5" name="think-cell data - do not delete">
            <a:extLst>
              <a:ext uri="{FF2B5EF4-FFF2-40B4-BE49-F238E27FC236}">
                <a16:creationId xmlns:a16="http://schemas.microsoft.com/office/drawing/2014/main" id="{DA23F5BA-B188-2026-1B9A-530D9FED152A}"/>
              </a:ext>
            </a:extLst>
          </p:cNvPr>
          <p:cNvGraphicFramePr>
            <a:graphicFrameLocks noChangeAspect="1"/>
          </p:cNvGraphicFramePr>
          <p:nvPr>
            <p:custDataLst>
              <p:tags r:id="rId1"/>
            </p:custDataLst>
            <p:extLst>
              <p:ext uri="{D42A27DB-BD31-4B8C-83A1-F6EECF244321}">
                <p14:modId xmlns:p14="http://schemas.microsoft.com/office/powerpoint/2010/main" val="39506432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a:extLst>
                          <a:ext uri="{FF2B5EF4-FFF2-40B4-BE49-F238E27FC236}">
                            <a16:creationId xmlns:a16="http://schemas.microsoft.com/office/drawing/2014/main" id="{DA23F5BA-B188-2026-1B9A-530D9FED152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266490F-CBF2-0429-D33D-B2A4E89442A2}"/>
              </a:ext>
            </a:extLst>
          </p:cNvPr>
          <p:cNvSpPr>
            <a:spLocks noGrp="1"/>
          </p:cNvSpPr>
          <p:nvPr>
            <p:ph type="title"/>
          </p:nvPr>
        </p:nvSpPr>
        <p:spPr/>
        <p:txBody>
          <a:bodyPr vert="horz"/>
          <a:lstStyle/>
          <a:p>
            <a:r>
              <a:rPr lang="en-US" noProof="0"/>
              <a:t>Click to edit Master title style</a:t>
            </a:r>
          </a:p>
        </p:txBody>
      </p:sp>
      <p:sp>
        <p:nvSpPr>
          <p:cNvPr id="2" name="Text Placeholder 3">
            <a:extLst>
              <a:ext uri="{FF2B5EF4-FFF2-40B4-BE49-F238E27FC236}">
                <a16:creationId xmlns:a16="http://schemas.microsoft.com/office/drawing/2014/main" id="{A89B53BE-FF14-177C-67A9-4E8463682E03}"/>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
        <p:nvSpPr>
          <p:cNvPr id="10" name="Text Placeholder 9">
            <a:extLst>
              <a:ext uri="{FF2B5EF4-FFF2-40B4-BE49-F238E27FC236}">
                <a16:creationId xmlns:a16="http://schemas.microsoft.com/office/drawing/2014/main" id="{098EDC21-38E5-20FA-A59E-9F6609222225}"/>
              </a:ext>
            </a:extLst>
          </p:cNvPr>
          <p:cNvSpPr>
            <a:spLocks noGrp="1"/>
          </p:cNvSpPr>
          <p:nvPr>
            <p:ph type="body" sz="quarter" idx="11" hasCustomPrompt="1"/>
          </p:nvPr>
        </p:nvSpPr>
        <p:spPr>
          <a:xfrm>
            <a:off x="493713" y="850557"/>
            <a:ext cx="11222037"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 gray 800</a:t>
            </a:r>
          </a:p>
        </p:txBody>
      </p:sp>
    </p:spTree>
    <p:extLst>
      <p:ext uri="{BB962C8B-B14F-4D97-AF65-F5344CB8AC3E}">
        <p14:creationId xmlns:p14="http://schemas.microsoft.com/office/powerpoint/2010/main" val="473095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1 column, Contents page">
    <p:spTree>
      <p:nvGrpSpPr>
        <p:cNvPr id="1" name=""/>
        <p:cNvGrpSpPr/>
        <p:nvPr/>
      </p:nvGrpSpPr>
      <p:grpSpPr>
        <a:xfrm>
          <a:off x="0" y="0"/>
          <a:ext cx="0" cy="0"/>
          <a:chOff x="0" y="0"/>
          <a:chExt cx="0" cy="0"/>
        </a:xfrm>
      </p:grpSpPr>
      <p:sp>
        <p:nvSpPr>
          <p:cNvPr id="65" name="Do not remove" hidden="1">
            <a:extLst>
              <a:ext uri="{FF2B5EF4-FFF2-40B4-BE49-F238E27FC236}">
                <a16:creationId xmlns:a16="http://schemas.microsoft.com/office/drawing/2014/main" id="{36FC829C-69AF-5B48-2EF6-DC3D627BB413}"/>
              </a:ext>
            </a:extLst>
          </p:cNvPr>
          <p:cNvSpPr/>
          <p:nvPr>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3" name="think-cell data - do not delete" hidden="1">
            <a:extLst>
              <a:ext uri="{FF2B5EF4-FFF2-40B4-BE49-F238E27FC236}">
                <a16:creationId xmlns:a16="http://schemas.microsoft.com/office/drawing/2014/main" id="{C022CC29-C324-97F1-1478-A3F7654EAFB5}"/>
              </a:ext>
            </a:extLst>
          </p:cNvPr>
          <p:cNvGraphicFramePr>
            <a:graphicFrameLocks noChangeAspect="1"/>
          </p:cNvGraphicFramePr>
          <p:nvPr>
            <p:custDataLst>
              <p:tags r:id="rId2"/>
            </p:custDataLst>
            <p:extLst>
              <p:ext uri="{D42A27DB-BD31-4B8C-83A1-F6EECF244321}">
                <p14:modId xmlns:p14="http://schemas.microsoft.com/office/powerpoint/2010/main" val="6369637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id="{C022CC29-C324-97F1-1478-A3F7654EAFB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Title 10">
            <a:extLst>
              <a:ext uri="{FF2B5EF4-FFF2-40B4-BE49-F238E27FC236}">
                <a16:creationId xmlns:a16="http://schemas.microsoft.com/office/drawing/2014/main" id="{4D0D1035-E1AA-8C1D-5B55-91C085DB11DC}"/>
              </a:ext>
            </a:extLst>
          </p:cNvPr>
          <p:cNvSpPr>
            <a:spLocks noGrp="1"/>
          </p:cNvSpPr>
          <p:nvPr>
            <p:ph type="title"/>
          </p:nvPr>
        </p:nvSpPr>
        <p:spPr/>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0EB564E5-31AC-BBD1-7820-63790A05B42C}"/>
              </a:ext>
            </a:extLst>
          </p:cNvPr>
          <p:cNvSpPr>
            <a:spLocks noGrp="1"/>
          </p:cNvSpPr>
          <p:nvPr>
            <p:ph sz="quarter" idx="11" hasCustomPrompt="1"/>
          </p:nvPr>
        </p:nvSpPr>
        <p:spPr>
          <a:xfrm>
            <a:off x="493712" y="1663700"/>
            <a:ext cx="11222037" cy="4432300"/>
          </a:xfrm>
        </p:spPr>
        <p:txBody>
          <a:bodyPr/>
          <a:lstStyle>
            <a:lvl1pPr>
              <a:defRPr sz="1600"/>
            </a:lvl1pPr>
            <a:lvl2pPr>
              <a:defRPr sz="1600"/>
            </a:lvl2pPr>
            <a:lvl3pPr>
              <a:defRPr sz="1600"/>
            </a:lvl3pPr>
            <a:lvl4pPr>
              <a:defRPr sz="1600"/>
            </a:lvl4pPr>
            <a:lvl5pPr>
              <a:defRPr sz="16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E2C843F-5EAD-C972-A512-3E6834C52623}"/>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
        <p:nvSpPr>
          <p:cNvPr id="2" name="Text Placeholder 9">
            <a:extLst>
              <a:ext uri="{FF2B5EF4-FFF2-40B4-BE49-F238E27FC236}">
                <a16:creationId xmlns:a16="http://schemas.microsoft.com/office/drawing/2014/main" id="{80209DBA-FAF6-D072-BBE9-00C55C62DBE3}"/>
              </a:ext>
            </a:extLst>
          </p:cNvPr>
          <p:cNvSpPr>
            <a:spLocks noGrp="1"/>
          </p:cNvSpPr>
          <p:nvPr>
            <p:ph type="body" sz="quarter" idx="12" hasCustomPrompt="1"/>
          </p:nvPr>
        </p:nvSpPr>
        <p:spPr>
          <a:xfrm>
            <a:off x="493713" y="850557"/>
            <a:ext cx="11222037"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 gray 800</a:t>
            </a:r>
          </a:p>
        </p:txBody>
      </p:sp>
    </p:spTree>
    <p:extLst>
      <p:ext uri="{BB962C8B-B14F-4D97-AF65-F5344CB8AC3E}">
        <p14:creationId xmlns:p14="http://schemas.microsoft.com/office/powerpoint/2010/main" val="1187823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2 columns">
    <p:spTree>
      <p:nvGrpSpPr>
        <p:cNvPr id="1" name=""/>
        <p:cNvGrpSpPr/>
        <p:nvPr/>
      </p:nvGrpSpPr>
      <p:grpSpPr>
        <a:xfrm>
          <a:off x="0" y="0"/>
          <a:ext cx="0" cy="0"/>
          <a:chOff x="0" y="0"/>
          <a:chExt cx="0" cy="0"/>
        </a:xfrm>
      </p:grpSpPr>
      <p:graphicFrame>
        <p:nvGraphicFramePr>
          <p:cNvPr id="16" name="think-cell data - do not delete">
            <a:extLst>
              <a:ext uri="{FF2B5EF4-FFF2-40B4-BE49-F238E27FC236}">
                <a16:creationId xmlns:a16="http://schemas.microsoft.com/office/drawing/2014/main" id="{7DA4C4DB-FBA5-8D42-0046-6BFDFFE3AC40}"/>
              </a:ext>
            </a:extLst>
          </p:cNvPr>
          <p:cNvGraphicFramePr>
            <a:graphicFrameLocks noChangeAspect="1"/>
          </p:cNvGraphicFramePr>
          <p:nvPr>
            <p:custDataLst>
              <p:tags r:id="rId1"/>
            </p:custDataLst>
            <p:extLst>
              <p:ext uri="{D42A27DB-BD31-4B8C-83A1-F6EECF244321}">
                <p14:modId xmlns:p14="http://schemas.microsoft.com/office/powerpoint/2010/main" val="415708845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a:extLst>
                          <a:ext uri="{FF2B5EF4-FFF2-40B4-BE49-F238E27FC236}">
                            <a16:creationId xmlns:a16="http://schemas.microsoft.com/office/drawing/2014/main" id="{7DA4C4DB-FBA5-8D42-0046-6BFDFFE3AC4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Title 10">
            <a:extLst>
              <a:ext uri="{FF2B5EF4-FFF2-40B4-BE49-F238E27FC236}">
                <a16:creationId xmlns:a16="http://schemas.microsoft.com/office/drawing/2014/main" id="{153BA7C2-00E9-DA1F-DC4E-F1D8261EC4CC}"/>
              </a:ext>
            </a:extLst>
          </p:cNvPr>
          <p:cNvSpPr>
            <a:spLocks noGrp="1"/>
          </p:cNvSpPr>
          <p:nvPr>
            <p:ph type="title"/>
          </p:nvPr>
        </p:nvSpPr>
        <p:spPr/>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911EF9F1-47BF-C4D3-2073-7C7AC057A150}"/>
              </a:ext>
            </a:extLst>
          </p:cNvPr>
          <p:cNvSpPr>
            <a:spLocks noGrp="1"/>
          </p:cNvSpPr>
          <p:nvPr>
            <p:ph sz="quarter" idx="12" hasCustomPrompt="1"/>
          </p:nvPr>
        </p:nvSpPr>
        <p:spPr>
          <a:xfrm>
            <a:off x="493711" y="1663700"/>
            <a:ext cx="5492751" cy="44323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a:extLst>
              <a:ext uri="{FF2B5EF4-FFF2-40B4-BE49-F238E27FC236}">
                <a16:creationId xmlns:a16="http://schemas.microsoft.com/office/drawing/2014/main" id="{587FD4AD-BD90-5CB2-AB78-8C79511BCAA8}"/>
              </a:ext>
            </a:extLst>
          </p:cNvPr>
          <p:cNvSpPr>
            <a:spLocks noGrp="1"/>
          </p:cNvSpPr>
          <p:nvPr>
            <p:ph sz="quarter" idx="13" hasCustomPrompt="1"/>
          </p:nvPr>
        </p:nvSpPr>
        <p:spPr>
          <a:xfrm>
            <a:off x="6223000" y="1663700"/>
            <a:ext cx="5492751" cy="44323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DC0786A1-F8B8-2FE9-E38D-A4080A07142D}"/>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
        <p:nvSpPr>
          <p:cNvPr id="2" name="Text Placeholder 9">
            <a:extLst>
              <a:ext uri="{FF2B5EF4-FFF2-40B4-BE49-F238E27FC236}">
                <a16:creationId xmlns:a16="http://schemas.microsoft.com/office/drawing/2014/main" id="{D6C019E0-80F9-0059-C321-9FC1BF38F70C}"/>
              </a:ext>
            </a:extLst>
          </p:cNvPr>
          <p:cNvSpPr>
            <a:spLocks noGrp="1"/>
          </p:cNvSpPr>
          <p:nvPr>
            <p:ph type="body" sz="quarter" idx="11" hasCustomPrompt="1"/>
          </p:nvPr>
        </p:nvSpPr>
        <p:spPr>
          <a:xfrm>
            <a:off x="493713" y="850557"/>
            <a:ext cx="11222037"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 gray 800</a:t>
            </a:r>
          </a:p>
        </p:txBody>
      </p:sp>
    </p:spTree>
    <p:extLst>
      <p:ext uri="{BB962C8B-B14F-4D97-AF65-F5344CB8AC3E}">
        <p14:creationId xmlns:p14="http://schemas.microsoft.com/office/powerpoint/2010/main" val="27770420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ext, 3 columns">
    <p:spTree>
      <p:nvGrpSpPr>
        <p:cNvPr id="1" name=""/>
        <p:cNvGrpSpPr/>
        <p:nvPr/>
      </p:nvGrpSpPr>
      <p:grpSpPr>
        <a:xfrm>
          <a:off x="0" y="0"/>
          <a:ext cx="0" cy="0"/>
          <a:chOff x="0" y="0"/>
          <a:chExt cx="0" cy="0"/>
        </a:xfrm>
      </p:grpSpPr>
      <p:graphicFrame>
        <p:nvGraphicFramePr>
          <p:cNvPr id="11" name="think-cell data - do not delete">
            <a:extLst>
              <a:ext uri="{FF2B5EF4-FFF2-40B4-BE49-F238E27FC236}">
                <a16:creationId xmlns:a16="http://schemas.microsoft.com/office/drawing/2014/main" id="{7D5B7486-80D9-D75F-995F-8EB55DF77840}"/>
              </a:ext>
            </a:extLst>
          </p:cNvPr>
          <p:cNvGraphicFramePr>
            <a:graphicFrameLocks noChangeAspect="1"/>
          </p:cNvGraphicFramePr>
          <p:nvPr>
            <p:custDataLst>
              <p:tags r:id="rId1"/>
            </p:custDataLst>
            <p:extLst>
              <p:ext uri="{D42A27DB-BD31-4B8C-83A1-F6EECF244321}">
                <p14:modId xmlns:p14="http://schemas.microsoft.com/office/powerpoint/2010/main" val="24693453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1" name="think-cell data - do not delete">
                        <a:extLst>
                          <a:ext uri="{FF2B5EF4-FFF2-40B4-BE49-F238E27FC236}">
                            <a16:creationId xmlns:a16="http://schemas.microsoft.com/office/drawing/2014/main" id="{7D5B7486-80D9-D75F-995F-8EB55DF7784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5" name="Title 14">
            <a:extLst>
              <a:ext uri="{FF2B5EF4-FFF2-40B4-BE49-F238E27FC236}">
                <a16:creationId xmlns:a16="http://schemas.microsoft.com/office/drawing/2014/main" id="{09AABE9A-279A-23DF-7FF0-8E77871E0132}"/>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0DA7B241-E848-D312-36D2-3C9AE89DDAD7}"/>
              </a:ext>
            </a:extLst>
          </p:cNvPr>
          <p:cNvSpPr>
            <a:spLocks noGrp="1"/>
          </p:cNvSpPr>
          <p:nvPr>
            <p:ph sz="quarter" idx="13" hasCustomPrompt="1"/>
          </p:nvPr>
        </p:nvSpPr>
        <p:spPr>
          <a:xfrm>
            <a:off x="493712" y="1663700"/>
            <a:ext cx="3582988" cy="44323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a:extLst>
              <a:ext uri="{FF2B5EF4-FFF2-40B4-BE49-F238E27FC236}">
                <a16:creationId xmlns:a16="http://schemas.microsoft.com/office/drawing/2014/main" id="{8BECC47F-2614-BDF2-17BD-B1532E4CBA29}"/>
              </a:ext>
            </a:extLst>
          </p:cNvPr>
          <p:cNvSpPr>
            <a:spLocks noGrp="1"/>
          </p:cNvSpPr>
          <p:nvPr>
            <p:ph sz="quarter" idx="14" hasCustomPrompt="1"/>
          </p:nvPr>
        </p:nvSpPr>
        <p:spPr>
          <a:xfrm>
            <a:off x="4318737" y="1663700"/>
            <a:ext cx="3582988" cy="44323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08435D55-068C-C17E-53E3-3309BC84AFF0}"/>
              </a:ext>
            </a:extLst>
          </p:cNvPr>
          <p:cNvSpPr>
            <a:spLocks noGrp="1"/>
          </p:cNvSpPr>
          <p:nvPr>
            <p:ph sz="quarter" idx="15" hasCustomPrompt="1"/>
          </p:nvPr>
        </p:nvSpPr>
        <p:spPr>
          <a:xfrm>
            <a:off x="8143762" y="1663700"/>
            <a:ext cx="3582988" cy="4432300"/>
          </a:xfrm>
        </p:spPr>
        <p:txBody>
          <a:bodyPr/>
          <a:lstStyle>
            <a:lvl1pPr>
              <a:defRPr sz="1600"/>
            </a:lvl1pPr>
            <a:lvl2pPr>
              <a:defRPr sz="1600"/>
            </a:lvl2pPr>
            <a:lvl3pPr>
              <a:defRPr sz="1600"/>
            </a:lvl3pPr>
            <a:lvl4pPr>
              <a:defRPr sz="1600"/>
            </a:lvl4pPr>
            <a:lvl5pPr>
              <a:defRPr sz="16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FC45533C-E1B3-7205-83FB-4C96FD3198CB}"/>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
        <p:nvSpPr>
          <p:cNvPr id="2" name="Text Placeholder 9">
            <a:extLst>
              <a:ext uri="{FF2B5EF4-FFF2-40B4-BE49-F238E27FC236}">
                <a16:creationId xmlns:a16="http://schemas.microsoft.com/office/drawing/2014/main" id="{6D4563A9-000D-4216-5A66-E49B92189AA6}"/>
              </a:ext>
            </a:extLst>
          </p:cNvPr>
          <p:cNvSpPr>
            <a:spLocks noGrp="1"/>
          </p:cNvSpPr>
          <p:nvPr>
            <p:ph type="body" sz="quarter" idx="11" hasCustomPrompt="1"/>
          </p:nvPr>
        </p:nvSpPr>
        <p:spPr>
          <a:xfrm>
            <a:off x="493713" y="850557"/>
            <a:ext cx="11222037"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 gray 800</a:t>
            </a:r>
          </a:p>
        </p:txBody>
      </p:sp>
    </p:spTree>
    <p:extLst>
      <p:ext uri="{BB962C8B-B14F-4D97-AF65-F5344CB8AC3E}">
        <p14:creationId xmlns:p14="http://schemas.microsoft.com/office/powerpoint/2010/main" val="42373623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ext, 4 columns">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B0B0DB4A-1A03-8977-6702-A740189B5A9A}"/>
              </a:ext>
            </a:extLst>
          </p:cNvPr>
          <p:cNvGraphicFramePr>
            <a:graphicFrameLocks noChangeAspect="1"/>
          </p:cNvGraphicFramePr>
          <p:nvPr>
            <p:custDataLst>
              <p:tags r:id="rId1"/>
            </p:custDataLst>
            <p:extLst>
              <p:ext uri="{D42A27DB-BD31-4B8C-83A1-F6EECF244321}">
                <p14:modId xmlns:p14="http://schemas.microsoft.com/office/powerpoint/2010/main" val="33627813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5" name="think-cell data - do not delete" hidden="1">
                        <a:extLst>
                          <a:ext uri="{FF2B5EF4-FFF2-40B4-BE49-F238E27FC236}">
                            <a16:creationId xmlns:a16="http://schemas.microsoft.com/office/drawing/2014/main" id="{B0B0DB4A-1A03-8977-6702-A740189B5A9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E6BCF716-4722-C43C-3AD8-E3A190C32037}"/>
              </a:ext>
            </a:extLst>
          </p:cNvPr>
          <p:cNvSpPr>
            <a:spLocks noGrp="1"/>
          </p:cNvSpPr>
          <p:nvPr>
            <p:ph type="title"/>
          </p:nvPr>
        </p:nvSpPr>
        <p:spPr>
          <a:xfrm>
            <a:off x="493713" y="368301"/>
            <a:ext cx="11222037" cy="393699"/>
          </a:xfrm>
        </p:spPr>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CB67E6BA-7351-5628-A3D8-CD7F2D995527}"/>
              </a:ext>
            </a:extLst>
          </p:cNvPr>
          <p:cNvSpPr>
            <a:spLocks noGrp="1"/>
          </p:cNvSpPr>
          <p:nvPr>
            <p:ph sz="quarter" idx="16" hasCustomPrompt="1"/>
          </p:nvPr>
        </p:nvSpPr>
        <p:spPr>
          <a:xfrm>
            <a:off x="493711" y="1663700"/>
            <a:ext cx="2627313" cy="4432300"/>
          </a:xfrm>
        </p:spPr>
        <p:txBody>
          <a:bodyPr/>
          <a:lstStyle>
            <a:lvl1pPr>
              <a:defRPr sz="1600"/>
            </a:lvl1pPr>
            <a:lvl2pPr>
              <a:defRPr sz="1400"/>
            </a:lvl2pPr>
            <a:lvl3pPr>
              <a:defRPr sz="1200"/>
            </a:lvl3pPr>
            <a:lvl4pPr>
              <a:defRPr sz="1000"/>
            </a:lvl4pPr>
            <a:lvl5pPr>
              <a:defRPr sz="8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a:extLst>
              <a:ext uri="{FF2B5EF4-FFF2-40B4-BE49-F238E27FC236}">
                <a16:creationId xmlns:a16="http://schemas.microsoft.com/office/drawing/2014/main" id="{3C5B0945-CE6F-0CEF-5A9C-946A57453328}"/>
              </a:ext>
            </a:extLst>
          </p:cNvPr>
          <p:cNvSpPr>
            <a:spLocks noGrp="1"/>
          </p:cNvSpPr>
          <p:nvPr>
            <p:ph sz="quarter" idx="17" hasCustomPrompt="1"/>
          </p:nvPr>
        </p:nvSpPr>
        <p:spPr>
          <a:xfrm>
            <a:off x="3358620" y="1663700"/>
            <a:ext cx="2627313" cy="4432300"/>
          </a:xfrm>
        </p:spPr>
        <p:txBody>
          <a:bodyPr/>
          <a:lstStyle>
            <a:lvl1pPr>
              <a:defRPr sz="1600"/>
            </a:lvl1pPr>
            <a:lvl2pPr>
              <a:defRPr sz="1400"/>
            </a:lvl2pPr>
            <a:lvl3pPr>
              <a:defRPr sz="1200"/>
            </a:lvl3pPr>
            <a:lvl4pPr>
              <a:defRPr sz="1000"/>
            </a:lvl4pPr>
            <a:lvl5pPr>
              <a:defRPr sz="8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769A5D05-7AC9-B404-9263-AE221212627D}"/>
              </a:ext>
            </a:extLst>
          </p:cNvPr>
          <p:cNvSpPr>
            <a:spLocks noGrp="1"/>
          </p:cNvSpPr>
          <p:nvPr>
            <p:ph sz="quarter" idx="18" hasCustomPrompt="1"/>
          </p:nvPr>
        </p:nvSpPr>
        <p:spPr>
          <a:xfrm>
            <a:off x="6223529" y="1663700"/>
            <a:ext cx="2627313" cy="4432300"/>
          </a:xfrm>
        </p:spPr>
        <p:txBody>
          <a:bodyPr/>
          <a:lstStyle>
            <a:lvl1pPr>
              <a:defRPr sz="1600"/>
            </a:lvl1pPr>
            <a:lvl2pPr>
              <a:defRPr sz="1400"/>
            </a:lvl2pPr>
            <a:lvl3pPr>
              <a:defRPr sz="1200"/>
            </a:lvl3pPr>
            <a:lvl4pPr>
              <a:defRPr sz="1000"/>
            </a:lvl4pPr>
            <a:lvl5pPr>
              <a:defRPr sz="8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1FF8CF58-34A4-F639-5DF8-2F4859F51D46}"/>
              </a:ext>
            </a:extLst>
          </p:cNvPr>
          <p:cNvSpPr>
            <a:spLocks noGrp="1"/>
          </p:cNvSpPr>
          <p:nvPr>
            <p:ph sz="quarter" idx="19" hasCustomPrompt="1"/>
          </p:nvPr>
        </p:nvSpPr>
        <p:spPr>
          <a:xfrm>
            <a:off x="9088437" y="1663700"/>
            <a:ext cx="2627313" cy="4432300"/>
          </a:xfrm>
        </p:spPr>
        <p:txBody>
          <a:bodyPr/>
          <a:lstStyle>
            <a:lvl1pPr>
              <a:defRPr sz="1600"/>
            </a:lvl1pPr>
            <a:lvl2pPr>
              <a:defRPr sz="1400"/>
            </a:lvl2pPr>
            <a:lvl3pPr>
              <a:defRPr sz="1200"/>
            </a:lvl3pPr>
            <a:lvl4pPr>
              <a:defRPr sz="1000"/>
            </a:lvl4pPr>
            <a:lvl5pPr>
              <a:defRPr sz="8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0A1C0865-CEE8-D2E7-6529-CF512E0838BF}"/>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
        <p:nvSpPr>
          <p:cNvPr id="2" name="Text Placeholder 9">
            <a:extLst>
              <a:ext uri="{FF2B5EF4-FFF2-40B4-BE49-F238E27FC236}">
                <a16:creationId xmlns:a16="http://schemas.microsoft.com/office/drawing/2014/main" id="{8F576418-5486-CBA3-CEF9-C6731613A469}"/>
              </a:ext>
            </a:extLst>
          </p:cNvPr>
          <p:cNvSpPr>
            <a:spLocks noGrp="1"/>
          </p:cNvSpPr>
          <p:nvPr>
            <p:ph type="body" sz="quarter" idx="11" hasCustomPrompt="1"/>
          </p:nvPr>
        </p:nvSpPr>
        <p:spPr>
          <a:xfrm>
            <a:off x="493713" y="850557"/>
            <a:ext cx="11222037"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 gray 800</a:t>
            </a:r>
          </a:p>
        </p:txBody>
      </p:sp>
    </p:spTree>
    <p:extLst>
      <p:ext uri="{BB962C8B-B14F-4D97-AF65-F5344CB8AC3E}">
        <p14:creationId xmlns:p14="http://schemas.microsoft.com/office/powerpoint/2010/main" val="40737006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xt, 3 boxes">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B0B0DB4A-1A03-8977-6702-A740189B5A9A}"/>
              </a:ext>
            </a:extLst>
          </p:cNvPr>
          <p:cNvGraphicFramePr>
            <a:graphicFrameLocks noChangeAspect="1"/>
          </p:cNvGraphicFramePr>
          <p:nvPr>
            <p:custDataLst>
              <p:tags r:id="rId1"/>
            </p:custDataLst>
            <p:extLst>
              <p:ext uri="{D42A27DB-BD31-4B8C-83A1-F6EECF244321}">
                <p14:modId xmlns:p14="http://schemas.microsoft.com/office/powerpoint/2010/main" val="33627813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5" name="think-cell data - do not delete" hidden="1">
                        <a:extLst>
                          <a:ext uri="{FF2B5EF4-FFF2-40B4-BE49-F238E27FC236}">
                            <a16:creationId xmlns:a16="http://schemas.microsoft.com/office/drawing/2014/main" id="{B0B0DB4A-1A03-8977-6702-A740189B5A9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E6BCF716-4722-C43C-3AD8-E3A190C32037}"/>
              </a:ext>
            </a:extLst>
          </p:cNvPr>
          <p:cNvSpPr>
            <a:spLocks noGrp="1"/>
          </p:cNvSpPr>
          <p:nvPr>
            <p:ph type="title"/>
          </p:nvPr>
        </p:nvSpPr>
        <p:spPr>
          <a:xfrm>
            <a:off x="493713" y="368301"/>
            <a:ext cx="11222037" cy="393699"/>
          </a:xfrm>
        </p:spPr>
        <p:txBody>
          <a:bodyPr vert="horz"/>
          <a:lstStyle/>
          <a:p>
            <a:r>
              <a:rPr lang="en-US" noProof="0"/>
              <a:t>Click to edit Master title style</a:t>
            </a:r>
          </a:p>
        </p:txBody>
      </p:sp>
      <p:sp>
        <p:nvSpPr>
          <p:cNvPr id="7" name="Text Placeholder 3">
            <a:extLst>
              <a:ext uri="{FF2B5EF4-FFF2-40B4-BE49-F238E27FC236}">
                <a16:creationId xmlns:a16="http://schemas.microsoft.com/office/drawing/2014/main" id="{0A1C0865-CEE8-D2E7-6529-CF512E0838BF}"/>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
        <p:nvSpPr>
          <p:cNvPr id="2" name="Text Placeholder 9">
            <a:extLst>
              <a:ext uri="{FF2B5EF4-FFF2-40B4-BE49-F238E27FC236}">
                <a16:creationId xmlns:a16="http://schemas.microsoft.com/office/drawing/2014/main" id="{8F576418-5486-CBA3-CEF9-C6731613A469}"/>
              </a:ext>
            </a:extLst>
          </p:cNvPr>
          <p:cNvSpPr>
            <a:spLocks noGrp="1"/>
          </p:cNvSpPr>
          <p:nvPr>
            <p:ph type="body" sz="quarter" idx="11" hasCustomPrompt="1"/>
          </p:nvPr>
        </p:nvSpPr>
        <p:spPr>
          <a:xfrm>
            <a:off x="493713" y="850557"/>
            <a:ext cx="11222037"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 gray 800</a:t>
            </a:r>
          </a:p>
        </p:txBody>
      </p:sp>
      <p:sp>
        <p:nvSpPr>
          <p:cNvPr id="8" name="Content Placeholder 2">
            <a:extLst>
              <a:ext uri="{FF2B5EF4-FFF2-40B4-BE49-F238E27FC236}">
                <a16:creationId xmlns:a16="http://schemas.microsoft.com/office/drawing/2014/main" id="{1E538A7E-4059-E031-AA9A-C37ACAACDFCD}"/>
              </a:ext>
            </a:extLst>
          </p:cNvPr>
          <p:cNvSpPr>
            <a:spLocks noGrp="1"/>
          </p:cNvSpPr>
          <p:nvPr>
            <p:ph sz="quarter" idx="13" hasCustomPrompt="1"/>
          </p:nvPr>
        </p:nvSpPr>
        <p:spPr>
          <a:xfrm>
            <a:off x="493712" y="1663700"/>
            <a:ext cx="3582988" cy="44323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B1EE76A4-0ABB-E197-157A-90EB3F705190}"/>
              </a:ext>
            </a:extLst>
          </p:cNvPr>
          <p:cNvSpPr>
            <a:spLocks noGrp="1"/>
          </p:cNvSpPr>
          <p:nvPr>
            <p:ph sz="quarter" idx="14" hasCustomPrompt="1"/>
          </p:nvPr>
        </p:nvSpPr>
        <p:spPr>
          <a:xfrm>
            <a:off x="4318736" y="1663700"/>
            <a:ext cx="7408013" cy="213106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a:extLst>
              <a:ext uri="{FF2B5EF4-FFF2-40B4-BE49-F238E27FC236}">
                <a16:creationId xmlns:a16="http://schemas.microsoft.com/office/drawing/2014/main" id="{92FA7F7C-0510-D901-400F-7E4FEB18AF51}"/>
              </a:ext>
            </a:extLst>
          </p:cNvPr>
          <p:cNvSpPr>
            <a:spLocks noGrp="1"/>
          </p:cNvSpPr>
          <p:nvPr>
            <p:ph sz="quarter" idx="15" hasCustomPrompt="1"/>
          </p:nvPr>
        </p:nvSpPr>
        <p:spPr>
          <a:xfrm>
            <a:off x="4318736" y="3964940"/>
            <a:ext cx="7408014" cy="213106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90575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xt, 4 boxes">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B0B0DB4A-1A03-8977-6702-A740189B5A9A}"/>
              </a:ext>
            </a:extLst>
          </p:cNvPr>
          <p:cNvGraphicFramePr>
            <a:graphicFrameLocks noChangeAspect="1"/>
          </p:cNvGraphicFramePr>
          <p:nvPr>
            <p:custDataLst>
              <p:tags r:id="rId1"/>
            </p:custDataLst>
            <p:extLst>
              <p:ext uri="{D42A27DB-BD31-4B8C-83A1-F6EECF244321}">
                <p14:modId xmlns:p14="http://schemas.microsoft.com/office/powerpoint/2010/main" val="33627813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5" name="think-cell data - do not delete" hidden="1">
                        <a:extLst>
                          <a:ext uri="{FF2B5EF4-FFF2-40B4-BE49-F238E27FC236}">
                            <a16:creationId xmlns:a16="http://schemas.microsoft.com/office/drawing/2014/main" id="{B0B0DB4A-1A03-8977-6702-A740189B5A9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E6BCF716-4722-C43C-3AD8-E3A190C32037}"/>
              </a:ext>
            </a:extLst>
          </p:cNvPr>
          <p:cNvSpPr>
            <a:spLocks noGrp="1"/>
          </p:cNvSpPr>
          <p:nvPr>
            <p:ph type="title"/>
          </p:nvPr>
        </p:nvSpPr>
        <p:spPr>
          <a:xfrm>
            <a:off x="493713" y="368301"/>
            <a:ext cx="11222037" cy="393699"/>
          </a:xfrm>
        </p:spPr>
        <p:txBody>
          <a:bodyPr vert="horz"/>
          <a:lstStyle/>
          <a:p>
            <a:r>
              <a:rPr lang="en-US" noProof="0"/>
              <a:t>Click to edit Master title style</a:t>
            </a:r>
          </a:p>
        </p:txBody>
      </p:sp>
      <p:sp>
        <p:nvSpPr>
          <p:cNvPr id="7" name="Text Placeholder 3">
            <a:extLst>
              <a:ext uri="{FF2B5EF4-FFF2-40B4-BE49-F238E27FC236}">
                <a16:creationId xmlns:a16="http://schemas.microsoft.com/office/drawing/2014/main" id="{0A1C0865-CEE8-D2E7-6529-CF512E0838BF}"/>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
        <p:nvSpPr>
          <p:cNvPr id="2" name="Text Placeholder 9">
            <a:extLst>
              <a:ext uri="{FF2B5EF4-FFF2-40B4-BE49-F238E27FC236}">
                <a16:creationId xmlns:a16="http://schemas.microsoft.com/office/drawing/2014/main" id="{8F576418-5486-CBA3-CEF9-C6731613A469}"/>
              </a:ext>
            </a:extLst>
          </p:cNvPr>
          <p:cNvSpPr>
            <a:spLocks noGrp="1"/>
          </p:cNvSpPr>
          <p:nvPr>
            <p:ph type="body" sz="quarter" idx="11" hasCustomPrompt="1"/>
          </p:nvPr>
        </p:nvSpPr>
        <p:spPr>
          <a:xfrm>
            <a:off x="493713" y="850557"/>
            <a:ext cx="11222037"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 gray 800</a:t>
            </a:r>
          </a:p>
        </p:txBody>
      </p:sp>
      <p:sp>
        <p:nvSpPr>
          <p:cNvPr id="3" name="Content Placeholder 2">
            <a:extLst>
              <a:ext uri="{FF2B5EF4-FFF2-40B4-BE49-F238E27FC236}">
                <a16:creationId xmlns:a16="http://schemas.microsoft.com/office/drawing/2014/main" id="{B132F337-5736-D0E4-A0F3-6CCD598C251E}"/>
              </a:ext>
            </a:extLst>
          </p:cNvPr>
          <p:cNvSpPr>
            <a:spLocks noGrp="1"/>
          </p:cNvSpPr>
          <p:nvPr>
            <p:ph sz="quarter" idx="12" hasCustomPrompt="1"/>
          </p:nvPr>
        </p:nvSpPr>
        <p:spPr>
          <a:xfrm>
            <a:off x="506093" y="1663700"/>
            <a:ext cx="5480367" cy="2115819"/>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a:extLst>
              <a:ext uri="{FF2B5EF4-FFF2-40B4-BE49-F238E27FC236}">
                <a16:creationId xmlns:a16="http://schemas.microsoft.com/office/drawing/2014/main" id="{AAD03B6C-3D9C-A55D-2757-A9DCD2BBFBDE}"/>
              </a:ext>
            </a:extLst>
          </p:cNvPr>
          <p:cNvSpPr>
            <a:spLocks noGrp="1"/>
          </p:cNvSpPr>
          <p:nvPr>
            <p:ph sz="quarter" idx="13" hasCustomPrompt="1"/>
          </p:nvPr>
        </p:nvSpPr>
        <p:spPr>
          <a:xfrm>
            <a:off x="6235382" y="1663700"/>
            <a:ext cx="5480367" cy="2115819"/>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3BDA8C27-DB49-4120-9F0B-3BA086ECE207}"/>
              </a:ext>
            </a:extLst>
          </p:cNvPr>
          <p:cNvSpPr>
            <a:spLocks noGrp="1"/>
          </p:cNvSpPr>
          <p:nvPr>
            <p:ph sz="quarter" idx="14" hasCustomPrompt="1"/>
          </p:nvPr>
        </p:nvSpPr>
        <p:spPr>
          <a:xfrm>
            <a:off x="506093" y="3980180"/>
            <a:ext cx="5480367" cy="2115819"/>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44328D95-41E4-EB25-DE49-CC03BD7C4FDE}"/>
              </a:ext>
            </a:extLst>
          </p:cNvPr>
          <p:cNvSpPr>
            <a:spLocks noGrp="1"/>
          </p:cNvSpPr>
          <p:nvPr>
            <p:ph sz="quarter" idx="15" hasCustomPrompt="1"/>
          </p:nvPr>
        </p:nvSpPr>
        <p:spPr>
          <a:xfrm>
            <a:off x="6235382" y="3980180"/>
            <a:ext cx="5480367" cy="2115819"/>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76666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dark">
    <p:bg>
      <p:bgRef idx="1001">
        <a:schemeClr val="bg2"/>
      </p:bgRef>
    </p:bg>
    <p:spTree>
      <p:nvGrpSpPr>
        <p:cNvPr id="1" name=""/>
        <p:cNvGrpSpPr/>
        <p:nvPr/>
      </p:nvGrpSpPr>
      <p:grpSpPr>
        <a:xfrm>
          <a:off x="0" y="0"/>
          <a:ext cx="0" cy="0"/>
          <a:chOff x="0" y="0"/>
          <a:chExt cx="0" cy="0"/>
        </a:xfrm>
      </p:grpSpPr>
      <p:graphicFrame>
        <p:nvGraphicFramePr>
          <p:cNvPr id="13" name="think-cell data - do not delete">
            <a:extLst>
              <a:ext uri="{FF2B5EF4-FFF2-40B4-BE49-F238E27FC236}">
                <a16:creationId xmlns:a16="http://schemas.microsoft.com/office/drawing/2014/main" id="{6B6875BD-1315-A20D-8D4C-DF884B577557}"/>
              </a:ext>
            </a:extLst>
          </p:cNvPr>
          <p:cNvGraphicFramePr>
            <a:graphicFrameLocks noChangeAspect="1"/>
          </p:cNvGraphicFramePr>
          <p:nvPr>
            <p:custDataLst>
              <p:tags r:id="rId1"/>
            </p:custDataLst>
            <p:extLst>
              <p:ext uri="{D42A27DB-BD31-4B8C-83A1-F6EECF244321}">
                <p14:modId xmlns:p14="http://schemas.microsoft.com/office/powerpoint/2010/main" val="3405951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a:extLst>
                          <a:ext uri="{FF2B5EF4-FFF2-40B4-BE49-F238E27FC236}">
                            <a16:creationId xmlns:a16="http://schemas.microsoft.com/office/drawing/2014/main" id="{6B6875BD-1315-A20D-8D4C-DF884B57755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Title 10">
            <a:extLst>
              <a:ext uri="{FF2B5EF4-FFF2-40B4-BE49-F238E27FC236}">
                <a16:creationId xmlns:a16="http://schemas.microsoft.com/office/drawing/2014/main" id="{6A5D5802-EB38-0A60-F811-F0265EF7087F}"/>
              </a:ext>
            </a:extLst>
          </p:cNvPr>
          <p:cNvSpPr>
            <a:spLocks noGrp="1"/>
          </p:cNvSpPr>
          <p:nvPr>
            <p:ph type="title"/>
          </p:nvPr>
        </p:nvSpPr>
        <p:spPr/>
        <p:txBody>
          <a:bodyPr vert="horz"/>
          <a:lstStyle/>
          <a:p>
            <a:r>
              <a:rPr lang="en-US" noProof="0"/>
              <a:t>Click to edit Master title style</a:t>
            </a:r>
          </a:p>
        </p:txBody>
      </p:sp>
      <p:sp>
        <p:nvSpPr>
          <p:cNvPr id="2" name="Text Placeholder 3">
            <a:extLst>
              <a:ext uri="{FF2B5EF4-FFF2-40B4-BE49-F238E27FC236}">
                <a16:creationId xmlns:a16="http://schemas.microsoft.com/office/drawing/2014/main" id="{329869FE-612B-3829-4CE2-83647D9095A6}"/>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3" name="Text Placeholder 9">
            <a:extLst>
              <a:ext uri="{FF2B5EF4-FFF2-40B4-BE49-F238E27FC236}">
                <a16:creationId xmlns:a16="http://schemas.microsoft.com/office/drawing/2014/main" id="{124A0A4C-86A9-89EE-E785-3535918DC280}"/>
              </a:ext>
            </a:extLst>
          </p:cNvPr>
          <p:cNvSpPr>
            <a:spLocks noGrp="1"/>
          </p:cNvSpPr>
          <p:nvPr>
            <p:ph type="body" sz="quarter" idx="11" hasCustomPrompt="1"/>
          </p:nvPr>
        </p:nvSpPr>
        <p:spPr>
          <a:xfrm>
            <a:off x="493713" y="850557"/>
            <a:ext cx="11222037" cy="293129"/>
          </a:xfrm>
        </p:spPr>
        <p:txBody>
          <a:bodyPr/>
          <a:lstStyle>
            <a:lvl1pPr>
              <a:defRPr sz="1400">
                <a:solidFill>
                  <a:schemeClr val="tx1"/>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1940016959"/>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1 column, Contents page, dark">
    <p:bg>
      <p:bgRef idx="1001">
        <a:schemeClr val="bg2"/>
      </p:bgRef>
    </p:bg>
    <p:spTree>
      <p:nvGrpSpPr>
        <p:cNvPr id="1" name=""/>
        <p:cNvGrpSpPr/>
        <p:nvPr/>
      </p:nvGrpSpPr>
      <p:grpSpPr>
        <a:xfrm>
          <a:off x="0" y="0"/>
          <a:ext cx="0" cy="0"/>
          <a:chOff x="0" y="0"/>
          <a:chExt cx="0" cy="0"/>
        </a:xfrm>
      </p:grpSpPr>
      <p:graphicFrame>
        <p:nvGraphicFramePr>
          <p:cNvPr id="13" name="think-cell data - do not delete">
            <a:extLst>
              <a:ext uri="{FF2B5EF4-FFF2-40B4-BE49-F238E27FC236}">
                <a16:creationId xmlns:a16="http://schemas.microsoft.com/office/drawing/2014/main" id="{3EF22C0D-4A11-DFC7-FAA9-A16E8F1355CA}"/>
              </a:ext>
            </a:extLst>
          </p:cNvPr>
          <p:cNvGraphicFramePr>
            <a:graphicFrameLocks noChangeAspect="1"/>
          </p:cNvGraphicFramePr>
          <p:nvPr>
            <p:custDataLst>
              <p:tags r:id="rId1"/>
            </p:custDataLst>
            <p:extLst>
              <p:ext uri="{D42A27DB-BD31-4B8C-83A1-F6EECF244321}">
                <p14:modId xmlns:p14="http://schemas.microsoft.com/office/powerpoint/2010/main" val="14204740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a:extLst>
                          <a:ext uri="{FF2B5EF4-FFF2-40B4-BE49-F238E27FC236}">
                            <a16:creationId xmlns:a16="http://schemas.microsoft.com/office/drawing/2014/main" id="{3EF22C0D-4A11-DFC7-FAA9-A16E8F1355C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5" name="Title 14">
            <a:extLst>
              <a:ext uri="{FF2B5EF4-FFF2-40B4-BE49-F238E27FC236}">
                <a16:creationId xmlns:a16="http://schemas.microsoft.com/office/drawing/2014/main" id="{1F125FBA-ED76-CA23-FED4-A321416DE719}"/>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00ED3242-3CD3-9EB9-A8BA-C3C09A42F93A}"/>
              </a:ext>
            </a:extLst>
          </p:cNvPr>
          <p:cNvSpPr>
            <a:spLocks noGrp="1"/>
          </p:cNvSpPr>
          <p:nvPr>
            <p:ph sz="quarter" idx="11" hasCustomPrompt="1"/>
          </p:nvPr>
        </p:nvSpPr>
        <p:spPr>
          <a:xfrm>
            <a:off x="493712" y="1663700"/>
            <a:ext cx="11222037" cy="44323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96BC291-EB03-709D-9555-1FB8EFAE591A}"/>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
        <p:nvSpPr>
          <p:cNvPr id="2" name="Text Placeholder 9">
            <a:extLst>
              <a:ext uri="{FF2B5EF4-FFF2-40B4-BE49-F238E27FC236}">
                <a16:creationId xmlns:a16="http://schemas.microsoft.com/office/drawing/2014/main" id="{88E8DA67-A395-DE82-F70E-4DB0B4564155}"/>
              </a:ext>
            </a:extLst>
          </p:cNvPr>
          <p:cNvSpPr>
            <a:spLocks noGrp="1"/>
          </p:cNvSpPr>
          <p:nvPr>
            <p:ph type="body" sz="quarter" idx="12" hasCustomPrompt="1"/>
          </p:nvPr>
        </p:nvSpPr>
        <p:spPr>
          <a:xfrm>
            <a:off x="493713" y="850557"/>
            <a:ext cx="11222037" cy="293129"/>
          </a:xfrm>
        </p:spPr>
        <p:txBody>
          <a:bodyPr/>
          <a:lstStyle>
            <a:lvl1pPr>
              <a:defRPr sz="1400">
                <a:solidFill>
                  <a:schemeClr val="tx1"/>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767476543"/>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ext, 2 columns dark">
    <p:bg>
      <p:bgRef idx="1001">
        <a:schemeClr val="bg2"/>
      </p:bgRef>
    </p:bg>
    <p:spTree>
      <p:nvGrpSpPr>
        <p:cNvPr id="1" name=""/>
        <p:cNvGrpSpPr/>
        <p:nvPr/>
      </p:nvGrpSpPr>
      <p:grpSpPr>
        <a:xfrm>
          <a:off x="0" y="0"/>
          <a:ext cx="0" cy="0"/>
          <a:chOff x="0" y="0"/>
          <a:chExt cx="0" cy="0"/>
        </a:xfrm>
      </p:grpSpPr>
      <p:graphicFrame>
        <p:nvGraphicFramePr>
          <p:cNvPr id="16" name="think-cell data - do not delete">
            <a:extLst>
              <a:ext uri="{FF2B5EF4-FFF2-40B4-BE49-F238E27FC236}">
                <a16:creationId xmlns:a16="http://schemas.microsoft.com/office/drawing/2014/main" id="{A4C65FB1-1482-E39F-1B1C-8D610467542C}"/>
              </a:ext>
            </a:extLst>
          </p:cNvPr>
          <p:cNvGraphicFramePr>
            <a:graphicFrameLocks noChangeAspect="1"/>
          </p:cNvGraphicFramePr>
          <p:nvPr>
            <p:custDataLst>
              <p:tags r:id="rId1"/>
            </p:custDataLst>
            <p:extLst>
              <p:ext uri="{D42A27DB-BD31-4B8C-83A1-F6EECF244321}">
                <p14:modId xmlns:p14="http://schemas.microsoft.com/office/powerpoint/2010/main" val="13896924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a:extLst>
                          <a:ext uri="{FF2B5EF4-FFF2-40B4-BE49-F238E27FC236}">
                            <a16:creationId xmlns:a16="http://schemas.microsoft.com/office/drawing/2014/main" id="{A4C65FB1-1482-E39F-1B1C-8D610467542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Title 10">
            <a:extLst>
              <a:ext uri="{FF2B5EF4-FFF2-40B4-BE49-F238E27FC236}">
                <a16:creationId xmlns:a16="http://schemas.microsoft.com/office/drawing/2014/main" id="{DD3569F6-772D-9153-5F43-41AAA00C3A28}"/>
              </a:ext>
            </a:extLst>
          </p:cNvPr>
          <p:cNvSpPr>
            <a:spLocks noGrp="1"/>
          </p:cNvSpPr>
          <p:nvPr>
            <p:ph type="title"/>
          </p:nvPr>
        </p:nvSpPr>
        <p:spPr>
          <a:xfrm>
            <a:off x="493713" y="368301"/>
            <a:ext cx="11222037" cy="393699"/>
          </a:xfrm>
        </p:spPr>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EA39CABF-B5A1-3A03-0843-3C51EBEBF7F7}"/>
              </a:ext>
            </a:extLst>
          </p:cNvPr>
          <p:cNvSpPr>
            <a:spLocks noGrp="1"/>
          </p:cNvSpPr>
          <p:nvPr>
            <p:ph sz="quarter" idx="12" hasCustomPrompt="1"/>
          </p:nvPr>
        </p:nvSpPr>
        <p:spPr>
          <a:xfrm>
            <a:off x="493711" y="1663700"/>
            <a:ext cx="5492751" cy="44323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a:extLst>
              <a:ext uri="{FF2B5EF4-FFF2-40B4-BE49-F238E27FC236}">
                <a16:creationId xmlns:a16="http://schemas.microsoft.com/office/drawing/2014/main" id="{8E106F77-FA28-2821-4628-2FF3A4AF5A64}"/>
              </a:ext>
            </a:extLst>
          </p:cNvPr>
          <p:cNvSpPr>
            <a:spLocks noGrp="1"/>
          </p:cNvSpPr>
          <p:nvPr>
            <p:ph sz="quarter" idx="13" hasCustomPrompt="1"/>
          </p:nvPr>
        </p:nvSpPr>
        <p:spPr>
          <a:xfrm>
            <a:off x="6222999" y="1663700"/>
            <a:ext cx="5492751" cy="44323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9022BC13-6862-3F21-6FF0-9ABDADE25641}"/>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
        <p:nvSpPr>
          <p:cNvPr id="2" name="Text Placeholder 9">
            <a:extLst>
              <a:ext uri="{FF2B5EF4-FFF2-40B4-BE49-F238E27FC236}">
                <a16:creationId xmlns:a16="http://schemas.microsoft.com/office/drawing/2014/main" id="{AF3739B9-4D6B-A7D9-C966-FE05E19DF7FF}"/>
              </a:ext>
            </a:extLst>
          </p:cNvPr>
          <p:cNvSpPr>
            <a:spLocks noGrp="1"/>
          </p:cNvSpPr>
          <p:nvPr>
            <p:ph type="body" sz="quarter" idx="11" hasCustomPrompt="1"/>
          </p:nvPr>
        </p:nvSpPr>
        <p:spPr>
          <a:xfrm>
            <a:off x="493713" y="850557"/>
            <a:ext cx="11222037" cy="293129"/>
          </a:xfrm>
        </p:spPr>
        <p:txBody>
          <a:bodyPr/>
          <a:lstStyle>
            <a:lvl1pPr>
              <a:defRPr sz="1400">
                <a:solidFill>
                  <a:schemeClr val="tx1"/>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4131019731"/>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ext, 3 columns dark">
    <p:bg>
      <p:bgRef idx="1001">
        <a:schemeClr val="bg2"/>
      </p:bgRef>
    </p:bg>
    <p:spTree>
      <p:nvGrpSpPr>
        <p:cNvPr id="1" name=""/>
        <p:cNvGrpSpPr/>
        <p:nvPr/>
      </p:nvGrpSpPr>
      <p:grpSpPr>
        <a:xfrm>
          <a:off x="0" y="0"/>
          <a:ext cx="0" cy="0"/>
          <a:chOff x="0" y="0"/>
          <a:chExt cx="0" cy="0"/>
        </a:xfrm>
      </p:grpSpPr>
      <p:graphicFrame>
        <p:nvGraphicFramePr>
          <p:cNvPr id="17" name="think-cell data - do not delete">
            <a:extLst>
              <a:ext uri="{FF2B5EF4-FFF2-40B4-BE49-F238E27FC236}">
                <a16:creationId xmlns:a16="http://schemas.microsoft.com/office/drawing/2014/main" id="{5BDF0CFD-5082-6E91-AA9F-AE5A82CC0A1E}"/>
              </a:ext>
            </a:extLst>
          </p:cNvPr>
          <p:cNvGraphicFramePr>
            <a:graphicFrameLocks noChangeAspect="1"/>
          </p:cNvGraphicFramePr>
          <p:nvPr>
            <p:custDataLst>
              <p:tags r:id="rId1"/>
            </p:custDataLst>
            <p:extLst>
              <p:ext uri="{D42A27DB-BD31-4B8C-83A1-F6EECF244321}">
                <p14:modId xmlns:p14="http://schemas.microsoft.com/office/powerpoint/2010/main" val="42096152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7" name="think-cell data - do not delete">
                        <a:extLst>
                          <a:ext uri="{FF2B5EF4-FFF2-40B4-BE49-F238E27FC236}">
                            <a16:creationId xmlns:a16="http://schemas.microsoft.com/office/drawing/2014/main" id="{5BDF0CFD-5082-6E91-AA9F-AE5A82CC0A1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Title 10">
            <a:extLst>
              <a:ext uri="{FF2B5EF4-FFF2-40B4-BE49-F238E27FC236}">
                <a16:creationId xmlns:a16="http://schemas.microsoft.com/office/drawing/2014/main" id="{C3A7225B-4A7C-61C3-FBFF-1646BB0D6647}"/>
              </a:ext>
            </a:extLst>
          </p:cNvPr>
          <p:cNvSpPr>
            <a:spLocks noGrp="1"/>
          </p:cNvSpPr>
          <p:nvPr>
            <p:ph type="title"/>
          </p:nvPr>
        </p:nvSpPr>
        <p:spPr>
          <a:xfrm>
            <a:off x="493713" y="368301"/>
            <a:ext cx="11222037" cy="393699"/>
          </a:xfrm>
        </p:spPr>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9B0F5C53-1645-2D7F-240A-983EBE25268A}"/>
              </a:ext>
            </a:extLst>
          </p:cNvPr>
          <p:cNvSpPr>
            <a:spLocks noGrp="1"/>
          </p:cNvSpPr>
          <p:nvPr>
            <p:ph sz="quarter" idx="13" hasCustomPrompt="1"/>
          </p:nvPr>
        </p:nvSpPr>
        <p:spPr>
          <a:xfrm>
            <a:off x="493712" y="1663700"/>
            <a:ext cx="3582988" cy="44323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a:extLst>
              <a:ext uri="{FF2B5EF4-FFF2-40B4-BE49-F238E27FC236}">
                <a16:creationId xmlns:a16="http://schemas.microsoft.com/office/drawing/2014/main" id="{5E9D8A2D-C974-DC83-900E-BF0625AE2504}"/>
              </a:ext>
            </a:extLst>
          </p:cNvPr>
          <p:cNvSpPr>
            <a:spLocks noGrp="1"/>
          </p:cNvSpPr>
          <p:nvPr>
            <p:ph sz="quarter" idx="14" hasCustomPrompt="1"/>
          </p:nvPr>
        </p:nvSpPr>
        <p:spPr>
          <a:xfrm>
            <a:off x="4313237" y="1663700"/>
            <a:ext cx="3582988" cy="44323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AF0A92E7-859E-9257-799C-5EC5A73FEE02}"/>
              </a:ext>
            </a:extLst>
          </p:cNvPr>
          <p:cNvSpPr>
            <a:spLocks noGrp="1"/>
          </p:cNvSpPr>
          <p:nvPr>
            <p:ph sz="quarter" idx="15" hasCustomPrompt="1"/>
          </p:nvPr>
        </p:nvSpPr>
        <p:spPr>
          <a:xfrm>
            <a:off x="8132762" y="1663700"/>
            <a:ext cx="3582988" cy="44323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0C81E139-07EA-7B49-3F88-7AC3E9CD4D9C}"/>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
        <p:nvSpPr>
          <p:cNvPr id="2" name="Text Placeholder 9">
            <a:extLst>
              <a:ext uri="{FF2B5EF4-FFF2-40B4-BE49-F238E27FC236}">
                <a16:creationId xmlns:a16="http://schemas.microsoft.com/office/drawing/2014/main" id="{A4E364FD-689A-4D79-1D70-04D921DD1C46}"/>
              </a:ext>
            </a:extLst>
          </p:cNvPr>
          <p:cNvSpPr>
            <a:spLocks noGrp="1"/>
          </p:cNvSpPr>
          <p:nvPr>
            <p:ph type="body" sz="quarter" idx="11" hasCustomPrompt="1"/>
          </p:nvPr>
        </p:nvSpPr>
        <p:spPr>
          <a:xfrm>
            <a:off x="493713" y="850557"/>
            <a:ext cx="11222037" cy="293129"/>
          </a:xfrm>
        </p:spPr>
        <p:txBody>
          <a:bodyPr/>
          <a:lstStyle>
            <a:lvl1pPr>
              <a:defRPr sz="1400">
                <a:solidFill>
                  <a:schemeClr val="tx1"/>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1226091560"/>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xt, 4 columns dark">
    <p:bg>
      <p:bgRef idx="1001">
        <a:schemeClr val="bg2"/>
      </p:bgRef>
    </p:bg>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2A31139C-68DD-F2E2-870D-087B6AAF471E}"/>
              </a:ext>
            </a:extLst>
          </p:cNvPr>
          <p:cNvGraphicFramePr>
            <a:graphicFrameLocks noChangeAspect="1"/>
          </p:cNvGraphicFramePr>
          <p:nvPr>
            <p:custDataLst>
              <p:tags r:id="rId1"/>
            </p:custDataLst>
            <p:extLst>
              <p:ext uri="{D42A27DB-BD31-4B8C-83A1-F6EECF244321}">
                <p14:modId xmlns:p14="http://schemas.microsoft.com/office/powerpoint/2010/main" val="14507293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5" name="think-cell data - do not delete" hidden="1">
                        <a:extLst>
                          <a:ext uri="{FF2B5EF4-FFF2-40B4-BE49-F238E27FC236}">
                            <a16:creationId xmlns:a16="http://schemas.microsoft.com/office/drawing/2014/main" id="{2A31139C-68DD-F2E2-870D-087B6AAF471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D9F2EADC-EEE0-7BD4-EF87-D599300C0202}"/>
              </a:ext>
            </a:extLst>
          </p:cNvPr>
          <p:cNvSpPr>
            <a:spLocks noGrp="1"/>
          </p:cNvSpPr>
          <p:nvPr>
            <p:ph type="title"/>
          </p:nvPr>
        </p:nvSpPr>
        <p:spPr>
          <a:xfrm>
            <a:off x="493713" y="368301"/>
            <a:ext cx="11222037" cy="1005840"/>
          </a:xfrm>
        </p:spPr>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EA503733-E5F9-D4B8-0069-8E0C6CA010F0}"/>
              </a:ext>
            </a:extLst>
          </p:cNvPr>
          <p:cNvSpPr>
            <a:spLocks noGrp="1"/>
          </p:cNvSpPr>
          <p:nvPr>
            <p:ph sz="quarter" idx="16" hasCustomPrompt="1"/>
          </p:nvPr>
        </p:nvSpPr>
        <p:spPr>
          <a:xfrm>
            <a:off x="493711" y="1663700"/>
            <a:ext cx="2627313" cy="4432300"/>
          </a:xfrm>
        </p:spPr>
        <p:txBody>
          <a:bodyPr/>
          <a:lstStyle>
            <a:lvl1pPr>
              <a:defRPr sz="1600"/>
            </a:lvl1pPr>
            <a:lvl2pPr>
              <a:defRPr sz="1400"/>
            </a:lvl2pPr>
            <a:lvl3pPr>
              <a:defRPr sz="1200"/>
            </a:lvl3pPr>
            <a:lvl4pPr>
              <a:defRPr sz="1000"/>
            </a:lvl4pPr>
            <a:lvl5pPr>
              <a:defRPr sz="8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a:extLst>
              <a:ext uri="{FF2B5EF4-FFF2-40B4-BE49-F238E27FC236}">
                <a16:creationId xmlns:a16="http://schemas.microsoft.com/office/drawing/2014/main" id="{64E5F381-2796-7421-72CE-07FD00E75650}"/>
              </a:ext>
            </a:extLst>
          </p:cNvPr>
          <p:cNvSpPr>
            <a:spLocks noGrp="1"/>
          </p:cNvSpPr>
          <p:nvPr>
            <p:ph sz="quarter" idx="17" hasCustomPrompt="1"/>
          </p:nvPr>
        </p:nvSpPr>
        <p:spPr>
          <a:xfrm>
            <a:off x="3358620" y="1663700"/>
            <a:ext cx="2627313" cy="4432300"/>
          </a:xfrm>
        </p:spPr>
        <p:txBody>
          <a:bodyPr/>
          <a:lstStyle>
            <a:lvl1pPr>
              <a:defRPr sz="1600"/>
            </a:lvl1pPr>
            <a:lvl2pPr>
              <a:defRPr sz="1400"/>
            </a:lvl2pPr>
            <a:lvl3pPr>
              <a:defRPr sz="1200"/>
            </a:lvl3pPr>
            <a:lvl4pPr>
              <a:defRPr sz="1000"/>
            </a:lvl4pPr>
            <a:lvl5pPr>
              <a:defRPr sz="8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95CB8D5C-9BED-74F4-ADBA-0DB050475E85}"/>
              </a:ext>
            </a:extLst>
          </p:cNvPr>
          <p:cNvSpPr>
            <a:spLocks noGrp="1"/>
          </p:cNvSpPr>
          <p:nvPr>
            <p:ph sz="quarter" idx="18" hasCustomPrompt="1"/>
          </p:nvPr>
        </p:nvSpPr>
        <p:spPr>
          <a:xfrm>
            <a:off x="6223529" y="1663700"/>
            <a:ext cx="2627313" cy="4432300"/>
          </a:xfrm>
        </p:spPr>
        <p:txBody>
          <a:bodyPr/>
          <a:lstStyle>
            <a:lvl1pPr>
              <a:defRPr sz="1600"/>
            </a:lvl1pPr>
            <a:lvl2pPr>
              <a:defRPr sz="1400"/>
            </a:lvl2pPr>
            <a:lvl3pPr>
              <a:defRPr sz="1200"/>
            </a:lvl3pPr>
            <a:lvl4pPr>
              <a:defRPr sz="1000"/>
            </a:lvl4pPr>
            <a:lvl5pPr>
              <a:defRPr sz="8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8B2BCF57-16AA-C210-3D8B-22B9F2895B57}"/>
              </a:ext>
            </a:extLst>
          </p:cNvPr>
          <p:cNvSpPr>
            <a:spLocks noGrp="1"/>
          </p:cNvSpPr>
          <p:nvPr>
            <p:ph sz="quarter" idx="19" hasCustomPrompt="1"/>
          </p:nvPr>
        </p:nvSpPr>
        <p:spPr>
          <a:xfrm>
            <a:off x="9088437" y="1663700"/>
            <a:ext cx="2627313" cy="4432300"/>
          </a:xfrm>
        </p:spPr>
        <p:txBody>
          <a:bodyPr/>
          <a:lstStyle>
            <a:lvl1pPr>
              <a:defRPr sz="1600"/>
            </a:lvl1pPr>
            <a:lvl2pPr>
              <a:defRPr sz="1400"/>
            </a:lvl2pPr>
            <a:lvl3pPr>
              <a:defRPr sz="1200"/>
            </a:lvl3pPr>
            <a:lvl4pPr>
              <a:defRPr sz="1000"/>
            </a:lvl4pPr>
            <a:lvl5pPr>
              <a:defRPr sz="800"/>
            </a:lvl5p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995A63F9-8DDD-A6CB-2287-B556F0DA7FDB}"/>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
        <p:nvSpPr>
          <p:cNvPr id="2" name="Text Placeholder 9">
            <a:extLst>
              <a:ext uri="{FF2B5EF4-FFF2-40B4-BE49-F238E27FC236}">
                <a16:creationId xmlns:a16="http://schemas.microsoft.com/office/drawing/2014/main" id="{8161E8C3-07DD-8FED-082D-355D4DF5951C}"/>
              </a:ext>
            </a:extLst>
          </p:cNvPr>
          <p:cNvSpPr>
            <a:spLocks noGrp="1"/>
          </p:cNvSpPr>
          <p:nvPr>
            <p:ph type="body" sz="quarter" idx="11" hasCustomPrompt="1"/>
          </p:nvPr>
        </p:nvSpPr>
        <p:spPr>
          <a:xfrm>
            <a:off x="493713" y="850557"/>
            <a:ext cx="11222037" cy="293129"/>
          </a:xfrm>
        </p:spPr>
        <p:txBody>
          <a:bodyPr/>
          <a:lstStyle>
            <a:lvl1pPr>
              <a:defRPr sz="1400">
                <a:solidFill>
                  <a:schemeClr val="tx1"/>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3188787442"/>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ext, 3 boxes dark">
    <p:bg>
      <p:bgRef idx="1001">
        <a:schemeClr val="bg2"/>
      </p:bgRef>
    </p:bg>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2A31139C-68DD-F2E2-870D-087B6AAF471E}"/>
              </a:ext>
            </a:extLst>
          </p:cNvPr>
          <p:cNvGraphicFramePr>
            <a:graphicFrameLocks noChangeAspect="1"/>
          </p:cNvGraphicFramePr>
          <p:nvPr>
            <p:custDataLst>
              <p:tags r:id="rId1"/>
            </p:custDataLst>
            <p:extLst>
              <p:ext uri="{D42A27DB-BD31-4B8C-83A1-F6EECF244321}">
                <p14:modId xmlns:p14="http://schemas.microsoft.com/office/powerpoint/2010/main" val="14507293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5" name="think-cell data - do not delete" hidden="1">
                        <a:extLst>
                          <a:ext uri="{FF2B5EF4-FFF2-40B4-BE49-F238E27FC236}">
                            <a16:creationId xmlns:a16="http://schemas.microsoft.com/office/drawing/2014/main" id="{2A31139C-68DD-F2E2-870D-087B6AAF471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D9F2EADC-EEE0-7BD4-EF87-D599300C0202}"/>
              </a:ext>
            </a:extLst>
          </p:cNvPr>
          <p:cNvSpPr>
            <a:spLocks noGrp="1"/>
          </p:cNvSpPr>
          <p:nvPr>
            <p:ph type="title"/>
          </p:nvPr>
        </p:nvSpPr>
        <p:spPr>
          <a:xfrm>
            <a:off x="493713" y="368301"/>
            <a:ext cx="11222037" cy="1005840"/>
          </a:xfrm>
        </p:spPr>
        <p:txBody>
          <a:bodyPr vert="horz"/>
          <a:lstStyle/>
          <a:p>
            <a:r>
              <a:rPr lang="en-US" noProof="0"/>
              <a:t>Click to edit Master title style</a:t>
            </a:r>
          </a:p>
        </p:txBody>
      </p:sp>
      <p:sp>
        <p:nvSpPr>
          <p:cNvPr id="7" name="Text Placeholder 3">
            <a:extLst>
              <a:ext uri="{FF2B5EF4-FFF2-40B4-BE49-F238E27FC236}">
                <a16:creationId xmlns:a16="http://schemas.microsoft.com/office/drawing/2014/main" id="{995A63F9-8DDD-A6CB-2287-B556F0DA7FDB}"/>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
        <p:nvSpPr>
          <p:cNvPr id="2" name="Text Placeholder 9">
            <a:extLst>
              <a:ext uri="{FF2B5EF4-FFF2-40B4-BE49-F238E27FC236}">
                <a16:creationId xmlns:a16="http://schemas.microsoft.com/office/drawing/2014/main" id="{8161E8C3-07DD-8FED-082D-355D4DF5951C}"/>
              </a:ext>
            </a:extLst>
          </p:cNvPr>
          <p:cNvSpPr>
            <a:spLocks noGrp="1"/>
          </p:cNvSpPr>
          <p:nvPr>
            <p:ph type="body" sz="quarter" idx="11" hasCustomPrompt="1"/>
          </p:nvPr>
        </p:nvSpPr>
        <p:spPr>
          <a:xfrm>
            <a:off x="493713" y="850557"/>
            <a:ext cx="11222037" cy="293129"/>
          </a:xfrm>
        </p:spPr>
        <p:txBody>
          <a:bodyPr/>
          <a:lstStyle>
            <a:lvl1pPr>
              <a:defRPr sz="1400">
                <a:solidFill>
                  <a:schemeClr val="tx1"/>
                </a:solidFill>
              </a:defRPr>
            </a:lvl1pPr>
          </a:lstStyle>
          <a:p>
            <a:pPr lvl="0"/>
            <a:r>
              <a:rPr lang="en-US" noProof="0"/>
              <a:t>Slide sub-title; Inter Regular </a:t>
            </a:r>
            <a:r>
              <a:rPr lang="en-US" noProof="0" err="1"/>
              <a:t>14pt</a:t>
            </a:r>
            <a:r>
              <a:rPr lang="en-US" noProof="0"/>
              <a:t>, sentence case (1 line)</a:t>
            </a:r>
          </a:p>
        </p:txBody>
      </p:sp>
      <p:sp>
        <p:nvSpPr>
          <p:cNvPr id="8" name="Content Placeholder 2">
            <a:extLst>
              <a:ext uri="{FF2B5EF4-FFF2-40B4-BE49-F238E27FC236}">
                <a16:creationId xmlns:a16="http://schemas.microsoft.com/office/drawing/2014/main" id="{6EEF9B02-C4DD-B6B8-819A-5F28547FC8B4}"/>
              </a:ext>
            </a:extLst>
          </p:cNvPr>
          <p:cNvSpPr>
            <a:spLocks noGrp="1"/>
          </p:cNvSpPr>
          <p:nvPr>
            <p:ph sz="quarter" idx="13" hasCustomPrompt="1"/>
          </p:nvPr>
        </p:nvSpPr>
        <p:spPr>
          <a:xfrm>
            <a:off x="493712" y="1663700"/>
            <a:ext cx="3582988" cy="443230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D6D2CBED-E7AB-3965-DD9E-DCE0F09A943D}"/>
              </a:ext>
            </a:extLst>
          </p:cNvPr>
          <p:cNvSpPr>
            <a:spLocks noGrp="1"/>
          </p:cNvSpPr>
          <p:nvPr>
            <p:ph sz="quarter" idx="14" hasCustomPrompt="1"/>
          </p:nvPr>
        </p:nvSpPr>
        <p:spPr>
          <a:xfrm>
            <a:off x="4318736" y="1663700"/>
            <a:ext cx="7408013" cy="213106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a:extLst>
              <a:ext uri="{FF2B5EF4-FFF2-40B4-BE49-F238E27FC236}">
                <a16:creationId xmlns:a16="http://schemas.microsoft.com/office/drawing/2014/main" id="{9301C6C9-B7E0-41FA-D6D6-1C7C45AAC4A9}"/>
              </a:ext>
            </a:extLst>
          </p:cNvPr>
          <p:cNvSpPr>
            <a:spLocks noGrp="1"/>
          </p:cNvSpPr>
          <p:nvPr>
            <p:ph sz="quarter" idx="15" hasCustomPrompt="1"/>
          </p:nvPr>
        </p:nvSpPr>
        <p:spPr>
          <a:xfrm>
            <a:off x="4318736" y="3964940"/>
            <a:ext cx="7408014" cy="2131060"/>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9518090"/>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xt, 4 boxes dark">
    <p:bg>
      <p:bgRef idx="1001">
        <a:schemeClr val="bg2"/>
      </p:bgRef>
    </p:bg>
    <p:spTree>
      <p:nvGrpSpPr>
        <p:cNvPr id="1" name=""/>
        <p:cNvGrpSpPr/>
        <p:nvPr/>
      </p:nvGrpSpPr>
      <p:grpSpPr>
        <a:xfrm>
          <a:off x="0" y="0"/>
          <a:ext cx="0" cy="0"/>
          <a:chOff x="0" y="0"/>
          <a:chExt cx="0" cy="0"/>
        </a:xfrm>
      </p:grpSpPr>
      <p:graphicFrame>
        <p:nvGraphicFramePr>
          <p:cNvPr id="15" name="think-cell data - do not delete">
            <a:extLst>
              <a:ext uri="{FF2B5EF4-FFF2-40B4-BE49-F238E27FC236}">
                <a16:creationId xmlns:a16="http://schemas.microsoft.com/office/drawing/2014/main" id="{2A31139C-68DD-F2E2-870D-087B6AAF471E}"/>
              </a:ext>
            </a:extLst>
          </p:cNvPr>
          <p:cNvGraphicFramePr>
            <a:graphicFrameLocks noChangeAspect="1"/>
          </p:cNvGraphicFramePr>
          <p:nvPr>
            <p:custDataLst>
              <p:tags r:id="rId1"/>
            </p:custDataLst>
            <p:extLst>
              <p:ext uri="{D42A27DB-BD31-4B8C-83A1-F6EECF244321}">
                <p14:modId xmlns:p14="http://schemas.microsoft.com/office/powerpoint/2010/main" val="235999902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5" name="think-cell data - do not delete">
                        <a:extLst>
                          <a:ext uri="{FF2B5EF4-FFF2-40B4-BE49-F238E27FC236}">
                            <a16:creationId xmlns:a16="http://schemas.microsoft.com/office/drawing/2014/main" id="{2A31139C-68DD-F2E2-870D-087B6AAF471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Title 11">
            <a:extLst>
              <a:ext uri="{FF2B5EF4-FFF2-40B4-BE49-F238E27FC236}">
                <a16:creationId xmlns:a16="http://schemas.microsoft.com/office/drawing/2014/main" id="{D9F2EADC-EEE0-7BD4-EF87-D599300C0202}"/>
              </a:ext>
            </a:extLst>
          </p:cNvPr>
          <p:cNvSpPr>
            <a:spLocks noGrp="1"/>
          </p:cNvSpPr>
          <p:nvPr>
            <p:ph type="title"/>
          </p:nvPr>
        </p:nvSpPr>
        <p:spPr>
          <a:xfrm>
            <a:off x="493713" y="368301"/>
            <a:ext cx="11222037" cy="1005840"/>
          </a:xfrm>
        </p:spPr>
        <p:txBody>
          <a:bodyPr vert="horz"/>
          <a:lstStyle/>
          <a:p>
            <a:r>
              <a:rPr lang="en-US" noProof="0"/>
              <a:t>Click to edit Master title style</a:t>
            </a:r>
          </a:p>
        </p:txBody>
      </p:sp>
      <p:sp>
        <p:nvSpPr>
          <p:cNvPr id="7" name="Text Placeholder 3">
            <a:extLst>
              <a:ext uri="{FF2B5EF4-FFF2-40B4-BE49-F238E27FC236}">
                <a16:creationId xmlns:a16="http://schemas.microsoft.com/office/drawing/2014/main" id="{995A63F9-8DDD-A6CB-2287-B556F0DA7FDB}"/>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
        <p:nvSpPr>
          <p:cNvPr id="2" name="Text Placeholder 9">
            <a:extLst>
              <a:ext uri="{FF2B5EF4-FFF2-40B4-BE49-F238E27FC236}">
                <a16:creationId xmlns:a16="http://schemas.microsoft.com/office/drawing/2014/main" id="{8161E8C3-07DD-8FED-082D-355D4DF5951C}"/>
              </a:ext>
            </a:extLst>
          </p:cNvPr>
          <p:cNvSpPr>
            <a:spLocks noGrp="1"/>
          </p:cNvSpPr>
          <p:nvPr>
            <p:ph type="body" sz="quarter" idx="11" hasCustomPrompt="1"/>
          </p:nvPr>
        </p:nvSpPr>
        <p:spPr>
          <a:xfrm>
            <a:off x="493713" y="850557"/>
            <a:ext cx="11222037" cy="293129"/>
          </a:xfrm>
        </p:spPr>
        <p:txBody>
          <a:bodyPr/>
          <a:lstStyle>
            <a:lvl1pPr>
              <a:defRPr sz="1400">
                <a:solidFill>
                  <a:schemeClr val="tx1"/>
                </a:solidFill>
              </a:defRPr>
            </a:lvl1pPr>
          </a:lstStyle>
          <a:p>
            <a:pPr lvl="0"/>
            <a:r>
              <a:rPr lang="en-US" noProof="0"/>
              <a:t>Slide sub-title; Inter Regular </a:t>
            </a:r>
            <a:r>
              <a:rPr lang="en-US" noProof="0" err="1"/>
              <a:t>14pt</a:t>
            </a:r>
            <a:r>
              <a:rPr lang="en-US" noProof="0"/>
              <a:t>, sentence case (1 line)</a:t>
            </a:r>
          </a:p>
        </p:txBody>
      </p:sp>
      <p:sp>
        <p:nvSpPr>
          <p:cNvPr id="3" name="Content Placeholder 2">
            <a:extLst>
              <a:ext uri="{FF2B5EF4-FFF2-40B4-BE49-F238E27FC236}">
                <a16:creationId xmlns:a16="http://schemas.microsoft.com/office/drawing/2014/main" id="{B6B3ADAD-B691-35F5-F7B3-BFC07A3A5B65}"/>
              </a:ext>
            </a:extLst>
          </p:cNvPr>
          <p:cNvSpPr>
            <a:spLocks noGrp="1"/>
          </p:cNvSpPr>
          <p:nvPr>
            <p:ph sz="quarter" idx="12" hasCustomPrompt="1"/>
          </p:nvPr>
        </p:nvSpPr>
        <p:spPr>
          <a:xfrm>
            <a:off x="506093" y="1663700"/>
            <a:ext cx="5480367" cy="2115819"/>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a:extLst>
              <a:ext uri="{FF2B5EF4-FFF2-40B4-BE49-F238E27FC236}">
                <a16:creationId xmlns:a16="http://schemas.microsoft.com/office/drawing/2014/main" id="{B934C55C-AD1A-C1E1-496B-CD659ACFBED9}"/>
              </a:ext>
            </a:extLst>
          </p:cNvPr>
          <p:cNvSpPr>
            <a:spLocks noGrp="1"/>
          </p:cNvSpPr>
          <p:nvPr>
            <p:ph sz="quarter" idx="13" hasCustomPrompt="1"/>
          </p:nvPr>
        </p:nvSpPr>
        <p:spPr>
          <a:xfrm>
            <a:off x="6235382" y="1663700"/>
            <a:ext cx="5480367" cy="2115819"/>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5" name="Content Placeholder 2">
            <a:extLst>
              <a:ext uri="{FF2B5EF4-FFF2-40B4-BE49-F238E27FC236}">
                <a16:creationId xmlns:a16="http://schemas.microsoft.com/office/drawing/2014/main" id="{71FAA29B-0197-5FA4-1E69-50A0F9B8FFFA}"/>
              </a:ext>
            </a:extLst>
          </p:cNvPr>
          <p:cNvSpPr>
            <a:spLocks noGrp="1"/>
          </p:cNvSpPr>
          <p:nvPr>
            <p:ph sz="quarter" idx="14" hasCustomPrompt="1"/>
          </p:nvPr>
        </p:nvSpPr>
        <p:spPr>
          <a:xfrm>
            <a:off x="506093" y="3980180"/>
            <a:ext cx="5480367" cy="2115819"/>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2DA50B0A-67DC-7921-DF8B-51DBB8B1CE2B}"/>
              </a:ext>
            </a:extLst>
          </p:cNvPr>
          <p:cNvSpPr>
            <a:spLocks noGrp="1"/>
          </p:cNvSpPr>
          <p:nvPr>
            <p:ph sz="quarter" idx="15" hasCustomPrompt="1"/>
          </p:nvPr>
        </p:nvSpPr>
        <p:spPr>
          <a:xfrm>
            <a:off x="6235382" y="3980180"/>
            <a:ext cx="5480367" cy="2115819"/>
          </a:xfrm>
        </p:spPr>
        <p:txBody>
          <a:bodyPr/>
          <a:lstStyle/>
          <a:p>
            <a:pPr lvl="0"/>
            <a:r>
              <a:rPr lang="en-US"/>
              <a:t>Click to type text. To activate sub-level formatting, place cursor at beginning of text/line and hit tab or shift tab. Click icon for chart or table.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18060062"/>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entered text 01">
    <p:spTree>
      <p:nvGrpSpPr>
        <p:cNvPr id="1" name=""/>
        <p:cNvGrpSpPr/>
        <p:nvPr/>
      </p:nvGrpSpPr>
      <p:grpSpPr>
        <a:xfrm>
          <a:off x="0" y="0"/>
          <a:ext cx="0" cy="0"/>
          <a:chOff x="0" y="0"/>
          <a:chExt cx="0" cy="0"/>
        </a:xfrm>
      </p:grpSpPr>
      <p:graphicFrame>
        <p:nvGraphicFramePr>
          <p:cNvPr id="12" name="think-cell data - do not delete">
            <a:extLst>
              <a:ext uri="{FF2B5EF4-FFF2-40B4-BE49-F238E27FC236}">
                <a16:creationId xmlns:a16="http://schemas.microsoft.com/office/drawing/2014/main" id="{E0974427-B3C2-EAA9-31F1-1AD947C93C3D}"/>
              </a:ext>
            </a:extLst>
          </p:cNvPr>
          <p:cNvGraphicFramePr>
            <a:graphicFrameLocks noChangeAspect="1"/>
          </p:cNvGraphicFramePr>
          <p:nvPr>
            <p:custDataLst>
              <p:tags r:id="rId1"/>
            </p:custDataLst>
            <p:extLst>
              <p:ext uri="{D42A27DB-BD31-4B8C-83A1-F6EECF244321}">
                <p14:modId xmlns:p14="http://schemas.microsoft.com/office/powerpoint/2010/main" val="134601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2" name="think-cell data - do not delete">
                        <a:extLst>
                          <a:ext uri="{FF2B5EF4-FFF2-40B4-BE49-F238E27FC236}">
                            <a16:creationId xmlns:a16="http://schemas.microsoft.com/office/drawing/2014/main" id="{E0974427-B3C2-EAA9-31F1-1AD947C93C3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F314F59-E762-EBCD-6682-BD11A1A2843C}"/>
              </a:ext>
            </a:extLst>
          </p:cNvPr>
          <p:cNvSpPr>
            <a:spLocks noGrp="1"/>
          </p:cNvSpPr>
          <p:nvPr>
            <p:ph type="title"/>
          </p:nvPr>
        </p:nvSpPr>
        <p:spPr>
          <a:xfrm>
            <a:off x="493715" y="2393781"/>
            <a:ext cx="4537074" cy="1041355"/>
          </a:xfrm>
        </p:spPr>
        <p:txBody>
          <a:bodyPr vert="horz"/>
          <a:lstStyle>
            <a:lvl1pPr>
              <a:defRPr sz="3200"/>
            </a:lvl1pPr>
          </a:lstStyle>
          <a:p>
            <a:r>
              <a:rPr lang="en-US" noProof="0"/>
              <a:t>Click to edit Master title style</a:t>
            </a:r>
          </a:p>
        </p:txBody>
      </p:sp>
      <p:sp>
        <p:nvSpPr>
          <p:cNvPr id="14" name="Text Placeholder 13">
            <a:extLst>
              <a:ext uri="{FF2B5EF4-FFF2-40B4-BE49-F238E27FC236}">
                <a16:creationId xmlns:a16="http://schemas.microsoft.com/office/drawing/2014/main" id="{E04CEFCE-0654-8AE5-4F57-143FFC917C3D}"/>
              </a:ext>
            </a:extLst>
          </p:cNvPr>
          <p:cNvSpPr>
            <a:spLocks noGrp="1"/>
          </p:cNvSpPr>
          <p:nvPr>
            <p:ph type="body" sz="quarter" idx="10" hasCustomPrompt="1"/>
          </p:nvPr>
        </p:nvSpPr>
        <p:spPr>
          <a:xfrm>
            <a:off x="493713" y="3669957"/>
            <a:ext cx="4537076" cy="2426043"/>
          </a:xfrm>
        </p:spPr>
        <p:txBody>
          <a:bodyPr>
            <a:noAutofit/>
          </a:bodyPr>
          <a:lstStyle>
            <a:lvl1pPr>
              <a:defRPr sz="1400"/>
            </a:lvl1pPr>
            <a:lvl2pPr>
              <a:defRPr sz="1100"/>
            </a:lvl2pPr>
            <a:lvl3pPr>
              <a:defRPr sz="1050"/>
            </a:lvl3pPr>
            <a:lvl4pPr>
              <a:defRPr sz="900"/>
            </a:lvl4pPr>
            <a:lvl5pPr>
              <a:defRPr sz="700"/>
            </a:lvl5pPr>
          </a:lstStyle>
          <a:p>
            <a:pPr lvl="0"/>
            <a:r>
              <a:rPr lang="en-US"/>
              <a:t>Click to type text. To activate sub-level formatting, place cursor at beginning of text/line and hit tab or shift tab.</a:t>
            </a:r>
          </a:p>
          <a:p>
            <a:pPr lvl="1"/>
            <a:r>
              <a:rPr lang="en-US"/>
              <a:t>Second level</a:t>
            </a:r>
          </a:p>
          <a:p>
            <a:pPr lvl="2"/>
            <a:r>
              <a:rPr lang="en-US"/>
              <a:t>Third level</a:t>
            </a:r>
          </a:p>
        </p:txBody>
      </p:sp>
      <p:sp>
        <p:nvSpPr>
          <p:cNvPr id="3" name="Text Placeholder 3">
            <a:extLst>
              <a:ext uri="{FF2B5EF4-FFF2-40B4-BE49-F238E27FC236}">
                <a16:creationId xmlns:a16="http://schemas.microsoft.com/office/drawing/2014/main" id="{D138D520-8C86-B306-3844-997E242707B5}"/>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Tree>
    <p:extLst>
      <p:ext uri="{BB962C8B-B14F-4D97-AF65-F5344CB8AC3E}">
        <p14:creationId xmlns:p14="http://schemas.microsoft.com/office/powerpoint/2010/main" val="9340555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entered text 02">
    <p:bg>
      <p:bgRef idx="1001">
        <a:schemeClr val="bg2"/>
      </p:bgRef>
    </p:bg>
    <p:spTree>
      <p:nvGrpSpPr>
        <p:cNvPr id="1" name=""/>
        <p:cNvGrpSpPr/>
        <p:nvPr/>
      </p:nvGrpSpPr>
      <p:grpSpPr>
        <a:xfrm>
          <a:off x="0" y="0"/>
          <a:ext cx="0" cy="0"/>
          <a:chOff x="0" y="0"/>
          <a:chExt cx="0" cy="0"/>
        </a:xfrm>
      </p:grpSpPr>
      <p:graphicFrame>
        <p:nvGraphicFramePr>
          <p:cNvPr id="12" name="think-cell data - do not delete">
            <a:extLst>
              <a:ext uri="{FF2B5EF4-FFF2-40B4-BE49-F238E27FC236}">
                <a16:creationId xmlns:a16="http://schemas.microsoft.com/office/drawing/2014/main" id="{4EDCE73A-4A32-8B70-110E-8CBF64ADAD19}"/>
              </a:ext>
            </a:extLst>
          </p:cNvPr>
          <p:cNvGraphicFramePr>
            <a:graphicFrameLocks noChangeAspect="1"/>
          </p:cNvGraphicFramePr>
          <p:nvPr>
            <p:custDataLst>
              <p:tags r:id="rId1"/>
            </p:custDataLst>
            <p:extLst>
              <p:ext uri="{D42A27DB-BD31-4B8C-83A1-F6EECF244321}">
                <p14:modId xmlns:p14="http://schemas.microsoft.com/office/powerpoint/2010/main" val="35950683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2" name="think-cell data - do not delete">
                        <a:extLst>
                          <a:ext uri="{FF2B5EF4-FFF2-40B4-BE49-F238E27FC236}">
                            <a16:creationId xmlns:a16="http://schemas.microsoft.com/office/drawing/2014/main" id="{4EDCE73A-4A32-8B70-110E-8CBF64ADAD1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F314F59-E762-EBCD-6682-BD11A1A2843C}"/>
              </a:ext>
            </a:extLst>
          </p:cNvPr>
          <p:cNvSpPr>
            <a:spLocks noGrp="1"/>
          </p:cNvSpPr>
          <p:nvPr>
            <p:ph type="title"/>
          </p:nvPr>
        </p:nvSpPr>
        <p:spPr>
          <a:xfrm>
            <a:off x="511385" y="2393781"/>
            <a:ext cx="4519404" cy="1041355"/>
          </a:xfrm>
        </p:spPr>
        <p:txBody>
          <a:bodyPr vert="horz"/>
          <a:lstStyle>
            <a:lvl1pPr>
              <a:defRPr sz="3200">
                <a:solidFill>
                  <a:schemeClr val="tx1"/>
                </a:solidFill>
              </a:defRPr>
            </a:lvl1pPr>
          </a:lstStyle>
          <a:p>
            <a:r>
              <a:rPr lang="en-US" noProof="0"/>
              <a:t>Click to edit Master title style</a:t>
            </a:r>
          </a:p>
        </p:txBody>
      </p:sp>
      <p:sp>
        <p:nvSpPr>
          <p:cNvPr id="14" name="Text Placeholder 13">
            <a:extLst>
              <a:ext uri="{FF2B5EF4-FFF2-40B4-BE49-F238E27FC236}">
                <a16:creationId xmlns:a16="http://schemas.microsoft.com/office/drawing/2014/main" id="{E04CEFCE-0654-8AE5-4F57-143FFC917C3D}"/>
              </a:ext>
            </a:extLst>
          </p:cNvPr>
          <p:cNvSpPr>
            <a:spLocks noGrp="1"/>
          </p:cNvSpPr>
          <p:nvPr>
            <p:ph type="body" sz="quarter" idx="10" hasCustomPrompt="1"/>
          </p:nvPr>
        </p:nvSpPr>
        <p:spPr>
          <a:xfrm>
            <a:off x="511383" y="3669957"/>
            <a:ext cx="4519405" cy="2426043"/>
          </a:xfrm>
        </p:spPr>
        <p:txBody>
          <a:bodyPr>
            <a:noAutofit/>
          </a:bodyPr>
          <a:lstStyle>
            <a:lvl1pPr>
              <a:defRPr sz="1400">
                <a:solidFill>
                  <a:schemeClr val="tx1"/>
                </a:solidFill>
              </a:defRPr>
            </a:lvl1pPr>
            <a:lvl2pPr>
              <a:defRPr sz="1100">
                <a:solidFill>
                  <a:schemeClr val="tx1"/>
                </a:solidFill>
              </a:defRPr>
            </a:lvl2pPr>
            <a:lvl3pPr>
              <a:defRPr sz="1050">
                <a:solidFill>
                  <a:schemeClr val="tx1"/>
                </a:solidFill>
              </a:defRPr>
            </a:lvl3pPr>
            <a:lvl4pPr>
              <a:defRPr sz="900">
                <a:solidFill>
                  <a:schemeClr val="tx1"/>
                </a:solidFill>
              </a:defRPr>
            </a:lvl4pPr>
            <a:lvl5pPr>
              <a:defRPr sz="700">
                <a:solidFill>
                  <a:schemeClr val="tx1"/>
                </a:solidFill>
              </a:defRPr>
            </a:lvl5pPr>
          </a:lstStyle>
          <a:p>
            <a:pPr lvl="0"/>
            <a:r>
              <a:rPr lang="en-US"/>
              <a:t>Click to type text. To activate sub-level formatting, place cursor at beginning of text/line and hit tab or shift tab.</a:t>
            </a:r>
          </a:p>
          <a:p>
            <a:pPr lvl="1"/>
            <a:r>
              <a:rPr lang="en-US"/>
              <a:t>Second level</a:t>
            </a:r>
          </a:p>
          <a:p>
            <a:pPr lvl="2"/>
            <a:r>
              <a:rPr lang="en-US"/>
              <a:t>Third level</a:t>
            </a:r>
          </a:p>
        </p:txBody>
      </p:sp>
      <p:sp>
        <p:nvSpPr>
          <p:cNvPr id="3" name="Text Placeholder 3">
            <a:extLst>
              <a:ext uri="{FF2B5EF4-FFF2-40B4-BE49-F238E27FC236}">
                <a16:creationId xmlns:a16="http://schemas.microsoft.com/office/drawing/2014/main" id="{6015BA3F-9C50-FE05-276C-CE08E5E9A150}"/>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a:t>Click to add footnote or delete if not in use</a:t>
            </a:r>
          </a:p>
        </p:txBody>
      </p:sp>
    </p:spTree>
    <p:extLst>
      <p:ext uri="{BB962C8B-B14F-4D97-AF65-F5344CB8AC3E}">
        <p14:creationId xmlns:p14="http://schemas.microsoft.com/office/powerpoint/2010/main" val="75245984"/>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plit, 1/2 01">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40401C97-E27C-1E15-DF3D-7E3479DDCBD8}"/>
              </a:ext>
            </a:extLst>
          </p:cNvPr>
          <p:cNvGraphicFramePr>
            <a:graphicFrameLocks noChangeAspect="1"/>
          </p:cNvGraphicFramePr>
          <p:nvPr>
            <p:custDataLst>
              <p:tags r:id="rId1"/>
            </p:custDataLst>
            <p:extLst>
              <p:ext uri="{D42A27DB-BD31-4B8C-83A1-F6EECF244321}">
                <p14:modId xmlns:p14="http://schemas.microsoft.com/office/powerpoint/2010/main" val="31464099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40401C97-E27C-1E15-DF3D-7E3479DDCBD8}"/>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6096000" y="0"/>
            <a:ext cx="6095999"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6505575" y="368301"/>
            <a:ext cx="5210176" cy="57276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itle 14">
            <a:extLst>
              <a:ext uri="{FF2B5EF4-FFF2-40B4-BE49-F238E27FC236}">
                <a16:creationId xmlns:a16="http://schemas.microsoft.com/office/drawing/2014/main" id="{61901685-8589-6B2A-2BB8-A4B033D558D2}"/>
              </a:ext>
            </a:extLst>
          </p:cNvPr>
          <p:cNvSpPr>
            <a:spLocks noGrp="1"/>
          </p:cNvSpPr>
          <p:nvPr>
            <p:ph type="title"/>
          </p:nvPr>
        </p:nvSpPr>
        <p:spPr>
          <a:xfrm>
            <a:off x="493714" y="368301"/>
            <a:ext cx="5192710" cy="393699"/>
          </a:xfrm>
        </p:spPr>
        <p:txBody>
          <a:bodyPr vert="horz"/>
          <a:lstStyle/>
          <a:p>
            <a:r>
              <a:rPr lang="en-US" noProof="0"/>
              <a:t>Click to edit Master title style</a:t>
            </a:r>
          </a:p>
        </p:txBody>
      </p:sp>
      <p:sp>
        <p:nvSpPr>
          <p:cNvPr id="19" name="TextBox 18">
            <a:extLst>
              <a:ext uri="{FF2B5EF4-FFF2-40B4-BE49-F238E27FC236}">
                <a16:creationId xmlns:a16="http://schemas.microsoft.com/office/drawing/2014/main" id="{6C4AC7F8-5A9C-2944-1D2B-07531A8B2EFF}"/>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bg1"/>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bg1"/>
                </a:solidFill>
                <a:latin typeface="+mn-lt"/>
                <a:ea typeface="+mn-lt" panose="02000503000000020004" pitchFamily="2" charset="0"/>
              </a:rPr>
              <a:pPr algn="r"/>
              <a:t>‹#›</a:t>
            </a:fld>
            <a:endParaRPr lang="en-US" sz="1000" b="0" i="0" noProof="0">
              <a:solidFill>
                <a:schemeClr val="bg1"/>
              </a:solidFill>
              <a:latin typeface="+mn-lt"/>
              <a:ea typeface="+mn-lt" panose="02000503000000020004" pitchFamily="2" charset="0"/>
            </a:endParaRPr>
          </a:p>
        </p:txBody>
      </p:sp>
      <p:sp>
        <p:nvSpPr>
          <p:cNvPr id="3" name="Content Placeholder 2">
            <a:extLst>
              <a:ext uri="{FF2B5EF4-FFF2-40B4-BE49-F238E27FC236}">
                <a16:creationId xmlns:a16="http://schemas.microsoft.com/office/drawing/2014/main" id="{922BE252-D890-568D-A47F-0474EFF20763}"/>
              </a:ext>
            </a:extLst>
          </p:cNvPr>
          <p:cNvSpPr>
            <a:spLocks noGrp="1"/>
          </p:cNvSpPr>
          <p:nvPr>
            <p:ph sz="quarter" idx="12" hasCustomPrompt="1"/>
          </p:nvPr>
        </p:nvSpPr>
        <p:spPr>
          <a:xfrm>
            <a:off x="493712" y="1663700"/>
            <a:ext cx="5192709"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a:extLst>
              <a:ext uri="{FF2B5EF4-FFF2-40B4-BE49-F238E27FC236}">
                <a16:creationId xmlns:a16="http://schemas.microsoft.com/office/drawing/2014/main" id="{17663D76-B6FF-F061-B21C-56B38CEBABDE}"/>
              </a:ext>
            </a:extLst>
          </p:cNvPr>
          <p:cNvSpPr>
            <a:spLocks noGrp="1"/>
          </p:cNvSpPr>
          <p:nvPr>
            <p:ph type="body" sz="half" idx="2" hasCustomPrompt="1"/>
          </p:nvPr>
        </p:nvSpPr>
        <p:spPr>
          <a:xfrm>
            <a:off x="6505575" y="6337300"/>
            <a:ext cx="4251326" cy="293128"/>
          </a:xfrm>
        </p:spPr>
        <p:txBody>
          <a:bodyPr vert="horz" lIns="0" tIns="0" rIns="0" bIns="0" rtlCol="0" anchor="b" anchorCtr="0">
            <a:noAutofit/>
          </a:bodyPr>
          <a:lstStyle>
            <a:lvl1pPr algn="r">
              <a:defRPr lang="en-US" sz="800" baseline="0" dirty="0" smtClean="0">
                <a:solidFill>
                  <a:schemeClr val="bg1"/>
                </a:solidFill>
              </a:defRPr>
            </a:lvl1pPr>
          </a:lstStyle>
          <a:p>
            <a:pPr lvl="0" algn="r"/>
            <a:r>
              <a:rPr lang="en-US" noProof="0"/>
              <a:t>Click to add footnote or delete if not in use</a:t>
            </a:r>
          </a:p>
        </p:txBody>
      </p:sp>
      <p:sp>
        <p:nvSpPr>
          <p:cNvPr id="2" name="Text Placeholder 9">
            <a:extLst>
              <a:ext uri="{FF2B5EF4-FFF2-40B4-BE49-F238E27FC236}">
                <a16:creationId xmlns:a16="http://schemas.microsoft.com/office/drawing/2014/main" id="{A6D5AC26-A4E8-7C01-019A-979AF587D863}"/>
              </a:ext>
            </a:extLst>
          </p:cNvPr>
          <p:cNvSpPr>
            <a:spLocks noGrp="1"/>
          </p:cNvSpPr>
          <p:nvPr>
            <p:ph type="body" sz="quarter" idx="13" hasCustomPrompt="1"/>
          </p:nvPr>
        </p:nvSpPr>
        <p:spPr>
          <a:xfrm>
            <a:off x="493714" y="850557"/>
            <a:ext cx="5192708"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28644708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plit, 1/2 02">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95325E6D-E395-BC72-A0AA-2CA2BFF0AC67}"/>
              </a:ext>
            </a:extLst>
          </p:cNvPr>
          <p:cNvGraphicFramePr>
            <a:graphicFrameLocks noChangeAspect="1"/>
          </p:cNvGraphicFramePr>
          <p:nvPr>
            <p:custDataLst>
              <p:tags r:id="rId1"/>
            </p:custDataLst>
            <p:extLst>
              <p:ext uri="{D42A27DB-BD31-4B8C-83A1-F6EECF244321}">
                <p14:modId xmlns:p14="http://schemas.microsoft.com/office/powerpoint/2010/main" val="1422139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hidden="1">
                        <a:extLst>
                          <a:ext uri="{FF2B5EF4-FFF2-40B4-BE49-F238E27FC236}">
                            <a16:creationId xmlns:a16="http://schemas.microsoft.com/office/drawing/2014/main" id="{95325E6D-E395-BC72-A0AA-2CA2BFF0AC6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6096000" y="0"/>
            <a:ext cx="6095999"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6505575" y="368301"/>
            <a:ext cx="5210176" cy="5727699"/>
          </a:xfrm>
        </p:spPr>
        <p:txBody>
          <a:bodyPr>
            <a:noAutofit/>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itle 12">
            <a:extLst>
              <a:ext uri="{FF2B5EF4-FFF2-40B4-BE49-F238E27FC236}">
                <a16:creationId xmlns:a16="http://schemas.microsoft.com/office/drawing/2014/main" id="{16293CAB-B7B4-B944-3CD2-4B5BB569DE8D}"/>
              </a:ext>
            </a:extLst>
          </p:cNvPr>
          <p:cNvSpPr>
            <a:spLocks noGrp="1"/>
          </p:cNvSpPr>
          <p:nvPr>
            <p:ph type="title"/>
          </p:nvPr>
        </p:nvSpPr>
        <p:spPr>
          <a:xfrm>
            <a:off x="493713" y="368301"/>
            <a:ext cx="5192709" cy="393699"/>
          </a:xfrm>
        </p:spPr>
        <p:txBody>
          <a:bodyPr vert="horz"/>
          <a:lstStyle/>
          <a:p>
            <a:r>
              <a:rPr lang="en-US" noProof="0"/>
              <a:t>Click to edit Master title style</a:t>
            </a:r>
          </a:p>
        </p:txBody>
      </p:sp>
      <p:sp>
        <p:nvSpPr>
          <p:cNvPr id="20" name="TextBox 19">
            <a:extLst>
              <a:ext uri="{FF2B5EF4-FFF2-40B4-BE49-F238E27FC236}">
                <a16:creationId xmlns:a16="http://schemas.microsoft.com/office/drawing/2014/main" id="{9009F3B5-7052-2946-50FA-669D701BCD3C}"/>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tx1"/>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tx1"/>
                </a:solidFill>
                <a:latin typeface="+mn-lt"/>
                <a:ea typeface="+mn-lt" panose="02000503000000020004" pitchFamily="2" charset="0"/>
              </a:rPr>
              <a:pPr algn="r"/>
              <a:t>‹#›</a:t>
            </a:fld>
            <a:endParaRPr lang="en-US" sz="1000" b="0" i="0" noProof="0">
              <a:solidFill>
                <a:schemeClr val="tx1"/>
              </a:solidFill>
              <a:latin typeface="+mn-lt"/>
              <a:ea typeface="+mn-lt" panose="02000503000000020004" pitchFamily="2" charset="0"/>
            </a:endParaRPr>
          </a:p>
        </p:txBody>
      </p:sp>
      <p:sp>
        <p:nvSpPr>
          <p:cNvPr id="2" name="Content Placeholder 2">
            <a:extLst>
              <a:ext uri="{FF2B5EF4-FFF2-40B4-BE49-F238E27FC236}">
                <a16:creationId xmlns:a16="http://schemas.microsoft.com/office/drawing/2014/main" id="{E20EAA10-2053-6DF2-790B-33784874A15F}"/>
              </a:ext>
            </a:extLst>
          </p:cNvPr>
          <p:cNvSpPr>
            <a:spLocks noGrp="1"/>
          </p:cNvSpPr>
          <p:nvPr>
            <p:ph sz="quarter" idx="12" hasCustomPrompt="1"/>
          </p:nvPr>
        </p:nvSpPr>
        <p:spPr>
          <a:xfrm>
            <a:off x="493712" y="1663700"/>
            <a:ext cx="5192709"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225CF696-5370-B6F7-E1D6-D73348827D6B}"/>
              </a:ext>
            </a:extLst>
          </p:cNvPr>
          <p:cNvSpPr>
            <a:spLocks noGrp="1"/>
          </p:cNvSpPr>
          <p:nvPr>
            <p:ph type="body" sz="half" idx="2" hasCustomPrompt="1"/>
          </p:nvPr>
        </p:nvSpPr>
        <p:spPr>
          <a:xfrm>
            <a:off x="6505575" y="6337300"/>
            <a:ext cx="4251326"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4" name="Text Placeholder 9">
            <a:extLst>
              <a:ext uri="{FF2B5EF4-FFF2-40B4-BE49-F238E27FC236}">
                <a16:creationId xmlns:a16="http://schemas.microsoft.com/office/drawing/2014/main" id="{BB5DA52C-DEFA-783B-7C7A-09D7FFA85279}"/>
              </a:ext>
            </a:extLst>
          </p:cNvPr>
          <p:cNvSpPr>
            <a:spLocks noGrp="1"/>
          </p:cNvSpPr>
          <p:nvPr>
            <p:ph type="body" sz="quarter" idx="13" hasCustomPrompt="1"/>
          </p:nvPr>
        </p:nvSpPr>
        <p:spPr>
          <a:xfrm>
            <a:off x="493714" y="850557"/>
            <a:ext cx="5192708"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35735504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plit, 1/2 03">
    <p:spTree>
      <p:nvGrpSpPr>
        <p:cNvPr id="1" name=""/>
        <p:cNvGrpSpPr/>
        <p:nvPr/>
      </p:nvGrpSpPr>
      <p:grpSpPr>
        <a:xfrm>
          <a:off x="0" y="0"/>
          <a:ext cx="0" cy="0"/>
          <a:chOff x="0" y="0"/>
          <a:chExt cx="0" cy="0"/>
        </a:xfrm>
      </p:grpSpPr>
      <p:graphicFrame>
        <p:nvGraphicFramePr>
          <p:cNvPr id="16" name="think-cell data - do not delete">
            <a:extLst>
              <a:ext uri="{FF2B5EF4-FFF2-40B4-BE49-F238E27FC236}">
                <a16:creationId xmlns:a16="http://schemas.microsoft.com/office/drawing/2014/main" id="{A50A5553-278E-2DA2-AE67-0F7592D1A889}"/>
              </a:ext>
            </a:extLst>
          </p:cNvPr>
          <p:cNvGraphicFramePr>
            <a:graphicFrameLocks noChangeAspect="1"/>
          </p:cNvGraphicFramePr>
          <p:nvPr>
            <p:custDataLst>
              <p:tags r:id="rId1"/>
            </p:custDataLst>
            <p:extLst>
              <p:ext uri="{D42A27DB-BD31-4B8C-83A1-F6EECF244321}">
                <p14:modId xmlns:p14="http://schemas.microsoft.com/office/powerpoint/2010/main" val="29548253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a:extLst>
                          <a:ext uri="{FF2B5EF4-FFF2-40B4-BE49-F238E27FC236}">
                            <a16:creationId xmlns:a16="http://schemas.microsoft.com/office/drawing/2014/main" id="{A50A5553-278E-2DA2-AE67-0F7592D1A889}"/>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6096001" y="0"/>
            <a:ext cx="6095999" cy="6858000"/>
          </a:xfrm>
          <a:prstGeom prst="rect">
            <a:avLst/>
          </a:prstGeom>
          <a:gradFill flip="none" rotWithShape="1">
            <a:gsLst>
              <a:gs pos="0">
                <a:srgbClr val="0038FF"/>
              </a:gs>
              <a:gs pos="100000">
                <a:srgbClr val="269A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6505575" y="368300"/>
            <a:ext cx="5210176" cy="572770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itle 12">
            <a:extLst>
              <a:ext uri="{FF2B5EF4-FFF2-40B4-BE49-F238E27FC236}">
                <a16:creationId xmlns:a16="http://schemas.microsoft.com/office/drawing/2014/main" id="{EA16E815-053D-B89A-E7E5-153913BB907B}"/>
              </a:ext>
            </a:extLst>
          </p:cNvPr>
          <p:cNvSpPr>
            <a:spLocks noGrp="1"/>
          </p:cNvSpPr>
          <p:nvPr>
            <p:ph type="title"/>
          </p:nvPr>
        </p:nvSpPr>
        <p:spPr>
          <a:xfrm>
            <a:off x="493714" y="368301"/>
            <a:ext cx="5192712" cy="393699"/>
          </a:xfrm>
        </p:spPr>
        <p:txBody>
          <a:bodyPr vert="horz"/>
          <a:lstStyle/>
          <a:p>
            <a:r>
              <a:rPr lang="en-US" noProof="0"/>
              <a:t>Click to edit Master title style</a:t>
            </a:r>
          </a:p>
        </p:txBody>
      </p:sp>
      <p:sp>
        <p:nvSpPr>
          <p:cNvPr id="18" name="TextBox 17">
            <a:extLst>
              <a:ext uri="{FF2B5EF4-FFF2-40B4-BE49-F238E27FC236}">
                <a16:creationId xmlns:a16="http://schemas.microsoft.com/office/drawing/2014/main" id="{1AF0B2AB-78DC-064D-58D1-080739957B7D}"/>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bg1"/>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bg1"/>
                </a:solidFill>
                <a:latin typeface="+mn-lt"/>
                <a:ea typeface="+mn-lt" panose="02000503000000020004" pitchFamily="2" charset="0"/>
              </a:rPr>
              <a:pPr algn="r"/>
              <a:t>‹#›</a:t>
            </a:fld>
            <a:endParaRPr lang="en-US" sz="1000" b="0" i="0" noProof="0">
              <a:solidFill>
                <a:schemeClr val="bg1"/>
              </a:solidFill>
              <a:latin typeface="+mn-lt"/>
              <a:ea typeface="+mn-lt" panose="02000503000000020004" pitchFamily="2" charset="0"/>
            </a:endParaRPr>
          </a:p>
        </p:txBody>
      </p:sp>
      <p:sp>
        <p:nvSpPr>
          <p:cNvPr id="2" name="Content Placeholder 2">
            <a:extLst>
              <a:ext uri="{FF2B5EF4-FFF2-40B4-BE49-F238E27FC236}">
                <a16:creationId xmlns:a16="http://schemas.microsoft.com/office/drawing/2014/main" id="{83B6654F-6818-24C6-87B7-6B9FEB07A14A}"/>
              </a:ext>
            </a:extLst>
          </p:cNvPr>
          <p:cNvSpPr>
            <a:spLocks noGrp="1"/>
          </p:cNvSpPr>
          <p:nvPr>
            <p:ph sz="quarter" idx="12" hasCustomPrompt="1"/>
          </p:nvPr>
        </p:nvSpPr>
        <p:spPr>
          <a:xfrm>
            <a:off x="493712" y="1663700"/>
            <a:ext cx="5192709"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16E151DE-04B6-9E20-334D-F8B2E7845F12}"/>
              </a:ext>
            </a:extLst>
          </p:cNvPr>
          <p:cNvSpPr>
            <a:spLocks noGrp="1"/>
          </p:cNvSpPr>
          <p:nvPr>
            <p:ph type="body" sz="half" idx="2" hasCustomPrompt="1"/>
          </p:nvPr>
        </p:nvSpPr>
        <p:spPr>
          <a:xfrm>
            <a:off x="6505575" y="6337300"/>
            <a:ext cx="4251326" cy="293128"/>
          </a:xfrm>
        </p:spPr>
        <p:txBody>
          <a:bodyPr vert="horz" lIns="0" tIns="0" rIns="0" bIns="0" rtlCol="0" anchor="b" anchorCtr="0">
            <a:noAutofit/>
          </a:bodyPr>
          <a:lstStyle>
            <a:lvl1pPr algn="r">
              <a:defRPr lang="en-US" sz="800" baseline="0" dirty="0" smtClean="0">
                <a:solidFill>
                  <a:schemeClr val="bg1"/>
                </a:solidFill>
              </a:defRPr>
            </a:lvl1pPr>
          </a:lstStyle>
          <a:p>
            <a:pPr lvl="0" algn="r"/>
            <a:r>
              <a:rPr lang="en-US" noProof="0"/>
              <a:t>Click to add footnote or delete if not in use</a:t>
            </a:r>
          </a:p>
        </p:txBody>
      </p:sp>
      <p:sp>
        <p:nvSpPr>
          <p:cNvPr id="4" name="Text Placeholder 9">
            <a:extLst>
              <a:ext uri="{FF2B5EF4-FFF2-40B4-BE49-F238E27FC236}">
                <a16:creationId xmlns:a16="http://schemas.microsoft.com/office/drawing/2014/main" id="{057B5106-A245-8CCB-A0FA-5CFE74B86CE9}"/>
              </a:ext>
            </a:extLst>
          </p:cNvPr>
          <p:cNvSpPr>
            <a:spLocks noGrp="1"/>
          </p:cNvSpPr>
          <p:nvPr>
            <p:ph type="body" sz="quarter" idx="13" hasCustomPrompt="1"/>
          </p:nvPr>
        </p:nvSpPr>
        <p:spPr>
          <a:xfrm>
            <a:off x="493714" y="850557"/>
            <a:ext cx="5192708"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37454211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plit, 1/2 04">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117D60D1-0B88-DD51-D828-D46E319B4707}"/>
              </a:ext>
            </a:extLst>
          </p:cNvPr>
          <p:cNvGraphicFramePr>
            <a:graphicFrameLocks noChangeAspect="1"/>
          </p:cNvGraphicFramePr>
          <p:nvPr>
            <p:custDataLst>
              <p:tags r:id="rId1"/>
            </p:custDataLst>
            <p:extLst>
              <p:ext uri="{D42A27DB-BD31-4B8C-83A1-F6EECF244321}">
                <p14:modId xmlns:p14="http://schemas.microsoft.com/office/powerpoint/2010/main" val="75222273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hidden="1">
                        <a:extLst>
                          <a:ext uri="{FF2B5EF4-FFF2-40B4-BE49-F238E27FC236}">
                            <a16:creationId xmlns:a16="http://schemas.microsoft.com/office/drawing/2014/main" id="{117D60D1-0B88-DD51-D828-D46E319B470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6096000" y="0"/>
            <a:ext cx="6095999" cy="6858000"/>
          </a:xfrm>
          <a:prstGeom prst="rect">
            <a:avLst/>
          </a:prstGeom>
          <a:gradFill flip="none" rotWithShape="1">
            <a:gsLst>
              <a:gs pos="0">
                <a:srgbClr val="3E13BA"/>
              </a:gs>
              <a:gs pos="100000">
                <a:srgbClr val="7552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6505575" y="368301"/>
            <a:ext cx="5210176" cy="57276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itle 12">
            <a:extLst>
              <a:ext uri="{FF2B5EF4-FFF2-40B4-BE49-F238E27FC236}">
                <a16:creationId xmlns:a16="http://schemas.microsoft.com/office/drawing/2014/main" id="{9EACAC68-A2EF-F936-437E-CB2F3AF2C7B3}"/>
              </a:ext>
            </a:extLst>
          </p:cNvPr>
          <p:cNvSpPr>
            <a:spLocks noGrp="1"/>
          </p:cNvSpPr>
          <p:nvPr>
            <p:ph type="title"/>
          </p:nvPr>
        </p:nvSpPr>
        <p:spPr>
          <a:xfrm>
            <a:off x="493713" y="368301"/>
            <a:ext cx="5192711" cy="393699"/>
          </a:xfrm>
        </p:spPr>
        <p:txBody>
          <a:bodyPr vert="horz"/>
          <a:lstStyle/>
          <a:p>
            <a:r>
              <a:rPr lang="en-US" noProof="0"/>
              <a:t>Click to edit Master title style</a:t>
            </a:r>
          </a:p>
        </p:txBody>
      </p:sp>
      <p:sp>
        <p:nvSpPr>
          <p:cNvPr id="18" name="TextBox 17">
            <a:extLst>
              <a:ext uri="{FF2B5EF4-FFF2-40B4-BE49-F238E27FC236}">
                <a16:creationId xmlns:a16="http://schemas.microsoft.com/office/drawing/2014/main" id="{096C9FB0-0D99-F511-DC4E-1E1F391A5ADA}"/>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bg1"/>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bg1"/>
                </a:solidFill>
                <a:latin typeface="+mn-lt"/>
                <a:ea typeface="+mn-lt" panose="02000503000000020004" pitchFamily="2" charset="0"/>
              </a:rPr>
              <a:pPr algn="r"/>
              <a:t>‹#›</a:t>
            </a:fld>
            <a:endParaRPr lang="en-US" sz="1000" b="0" i="0" noProof="0">
              <a:solidFill>
                <a:schemeClr val="bg1"/>
              </a:solidFill>
              <a:latin typeface="+mn-lt"/>
              <a:ea typeface="+mn-lt" panose="02000503000000020004" pitchFamily="2" charset="0"/>
            </a:endParaRPr>
          </a:p>
        </p:txBody>
      </p:sp>
      <p:sp>
        <p:nvSpPr>
          <p:cNvPr id="2" name="Content Placeholder 2">
            <a:extLst>
              <a:ext uri="{FF2B5EF4-FFF2-40B4-BE49-F238E27FC236}">
                <a16:creationId xmlns:a16="http://schemas.microsoft.com/office/drawing/2014/main" id="{466EC729-FD4A-1014-BA1B-657EB12F5ACD}"/>
              </a:ext>
            </a:extLst>
          </p:cNvPr>
          <p:cNvSpPr>
            <a:spLocks noGrp="1"/>
          </p:cNvSpPr>
          <p:nvPr>
            <p:ph sz="quarter" idx="12" hasCustomPrompt="1"/>
          </p:nvPr>
        </p:nvSpPr>
        <p:spPr>
          <a:xfrm>
            <a:off x="493712" y="1663700"/>
            <a:ext cx="5192709"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CAF66E9C-B772-8380-5E2E-7A9F9CFEC6A6}"/>
              </a:ext>
            </a:extLst>
          </p:cNvPr>
          <p:cNvSpPr>
            <a:spLocks noGrp="1"/>
          </p:cNvSpPr>
          <p:nvPr>
            <p:ph type="body" sz="half" idx="2" hasCustomPrompt="1"/>
          </p:nvPr>
        </p:nvSpPr>
        <p:spPr>
          <a:xfrm>
            <a:off x="6505575" y="6337300"/>
            <a:ext cx="4251326" cy="293128"/>
          </a:xfrm>
        </p:spPr>
        <p:txBody>
          <a:bodyPr vert="horz" lIns="0" tIns="0" rIns="0" bIns="0" rtlCol="0" anchor="b" anchorCtr="0">
            <a:noAutofit/>
          </a:bodyPr>
          <a:lstStyle>
            <a:lvl1pPr algn="r">
              <a:defRPr lang="en-US" sz="800" baseline="0" dirty="0" smtClean="0">
                <a:solidFill>
                  <a:schemeClr val="bg1"/>
                </a:solidFill>
              </a:defRPr>
            </a:lvl1pPr>
          </a:lstStyle>
          <a:p>
            <a:pPr lvl="0" algn="r"/>
            <a:r>
              <a:rPr lang="en-US" noProof="0"/>
              <a:t>Click to add footnote or delete if not in use</a:t>
            </a:r>
          </a:p>
        </p:txBody>
      </p:sp>
      <p:sp>
        <p:nvSpPr>
          <p:cNvPr id="4" name="Text Placeholder 9">
            <a:extLst>
              <a:ext uri="{FF2B5EF4-FFF2-40B4-BE49-F238E27FC236}">
                <a16:creationId xmlns:a16="http://schemas.microsoft.com/office/drawing/2014/main" id="{6636C22E-E0E5-E58F-67F2-2291C29D05E5}"/>
              </a:ext>
            </a:extLst>
          </p:cNvPr>
          <p:cNvSpPr>
            <a:spLocks noGrp="1"/>
          </p:cNvSpPr>
          <p:nvPr>
            <p:ph type="body" sz="quarter" idx="13" hasCustomPrompt="1"/>
          </p:nvPr>
        </p:nvSpPr>
        <p:spPr>
          <a:xfrm>
            <a:off x="493714" y="850557"/>
            <a:ext cx="5192708"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834300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Split, 1/2 05">
    <p:spTree>
      <p:nvGrpSpPr>
        <p:cNvPr id="1" name=""/>
        <p:cNvGrpSpPr/>
        <p:nvPr/>
      </p:nvGrpSpPr>
      <p:grpSpPr>
        <a:xfrm>
          <a:off x="0" y="0"/>
          <a:ext cx="0" cy="0"/>
          <a:chOff x="0" y="0"/>
          <a:chExt cx="0" cy="0"/>
        </a:xfrm>
      </p:grpSpPr>
      <p:graphicFrame>
        <p:nvGraphicFramePr>
          <p:cNvPr id="16" name="think-cell data - do not delete">
            <a:extLst>
              <a:ext uri="{FF2B5EF4-FFF2-40B4-BE49-F238E27FC236}">
                <a16:creationId xmlns:a16="http://schemas.microsoft.com/office/drawing/2014/main" id="{371E74A1-8CB7-CEDB-8488-F5C9D390940D}"/>
              </a:ext>
            </a:extLst>
          </p:cNvPr>
          <p:cNvGraphicFramePr>
            <a:graphicFrameLocks noChangeAspect="1"/>
          </p:cNvGraphicFramePr>
          <p:nvPr>
            <p:custDataLst>
              <p:tags r:id="rId1"/>
            </p:custDataLst>
            <p:extLst>
              <p:ext uri="{D42A27DB-BD31-4B8C-83A1-F6EECF244321}">
                <p14:modId xmlns:p14="http://schemas.microsoft.com/office/powerpoint/2010/main" val="35967003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a:extLst>
                          <a:ext uri="{FF2B5EF4-FFF2-40B4-BE49-F238E27FC236}">
                            <a16:creationId xmlns:a16="http://schemas.microsoft.com/office/drawing/2014/main" id="{371E74A1-8CB7-CEDB-8488-F5C9D390940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6096001" y="0"/>
            <a:ext cx="6095999" cy="6858000"/>
          </a:xfrm>
          <a:prstGeom prst="rect">
            <a:avLst/>
          </a:prstGeom>
          <a:gradFill flip="none" rotWithShape="1">
            <a:gsLst>
              <a:gs pos="0">
                <a:srgbClr val="6B7D00"/>
              </a:gs>
              <a:gs pos="100000">
                <a:srgbClr val="B5D208"/>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6505575" y="368301"/>
            <a:ext cx="5210176" cy="57276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itle 12">
            <a:extLst>
              <a:ext uri="{FF2B5EF4-FFF2-40B4-BE49-F238E27FC236}">
                <a16:creationId xmlns:a16="http://schemas.microsoft.com/office/drawing/2014/main" id="{CBAE9AD6-FC1D-E0A4-95FF-FB3DE02412A7}"/>
              </a:ext>
            </a:extLst>
          </p:cNvPr>
          <p:cNvSpPr>
            <a:spLocks noGrp="1"/>
          </p:cNvSpPr>
          <p:nvPr>
            <p:ph type="title"/>
          </p:nvPr>
        </p:nvSpPr>
        <p:spPr>
          <a:xfrm>
            <a:off x="493713" y="368301"/>
            <a:ext cx="5192711" cy="393699"/>
          </a:xfrm>
        </p:spPr>
        <p:txBody>
          <a:bodyPr vert="horz"/>
          <a:lstStyle/>
          <a:p>
            <a:r>
              <a:rPr lang="en-US" noProof="0"/>
              <a:t>Click to edit Master title style</a:t>
            </a:r>
          </a:p>
        </p:txBody>
      </p:sp>
      <p:sp>
        <p:nvSpPr>
          <p:cNvPr id="18" name="TextBox 17">
            <a:extLst>
              <a:ext uri="{FF2B5EF4-FFF2-40B4-BE49-F238E27FC236}">
                <a16:creationId xmlns:a16="http://schemas.microsoft.com/office/drawing/2014/main" id="{B076029D-3076-E164-405C-6DB64E4C1F4E}"/>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bg1"/>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bg1"/>
                </a:solidFill>
                <a:latin typeface="+mn-lt"/>
                <a:ea typeface="+mn-lt" panose="02000503000000020004" pitchFamily="2" charset="0"/>
              </a:rPr>
              <a:pPr algn="r"/>
              <a:t>‹#›</a:t>
            </a:fld>
            <a:endParaRPr lang="en-US" sz="1000" b="0" i="0" noProof="0">
              <a:solidFill>
                <a:schemeClr val="bg1"/>
              </a:solidFill>
              <a:latin typeface="+mn-lt"/>
              <a:ea typeface="+mn-lt" panose="02000503000000020004" pitchFamily="2" charset="0"/>
            </a:endParaRPr>
          </a:p>
        </p:txBody>
      </p:sp>
      <p:sp>
        <p:nvSpPr>
          <p:cNvPr id="2" name="Content Placeholder 2">
            <a:extLst>
              <a:ext uri="{FF2B5EF4-FFF2-40B4-BE49-F238E27FC236}">
                <a16:creationId xmlns:a16="http://schemas.microsoft.com/office/drawing/2014/main" id="{60CD5F49-D8A3-08E6-2F98-6CB7A643A8FF}"/>
              </a:ext>
            </a:extLst>
          </p:cNvPr>
          <p:cNvSpPr>
            <a:spLocks noGrp="1"/>
          </p:cNvSpPr>
          <p:nvPr>
            <p:ph sz="quarter" idx="12" hasCustomPrompt="1"/>
          </p:nvPr>
        </p:nvSpPr>
        <p:spPr>
          <a:xfrm>
            <a:off x="493712" y="1663700"/>
            <a:ext cx="5192709"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6AB8A7C4-F8BC-FFC6-02F6-3579E22BEF48}"/>
              </a:ext>
            </a:extLst>
          </p:cNvPr>
          <p:cNvSpPr>
            <a:spLocks noGrp="1"/>
          </p:cNvSpPr>
          <p:nvPr>
            <p:ph type="body" sz="half" idx="2" hasCustomPrompt="1"/>
          </p:nvPr>
        </p:nvSpPr>
        <p:spPr>
          <a:xfrm>
            <a:off x="6505575" y="6337300"/>
            <a:ext cx="4251326" cy="293128"/>
          </a:xfrm>
        </p:spPr>
        <p:txBody>
          <a:bodyPr vert="horz" lIns="0" tIns="0" rIns="0" bIns="0" rtlCol="0" anchor="b" anchorCtr="0">
            <a:noAutofit/>
          </a:bodyPr>
          <a:lstStyle>
            <a:lvl1pPr algn="r">
              <a:defRPr lang="en-US" sz="800" baseline="0" dirty="0" smtClean="0">
                <a:solidFill>
                  <a:schemeClr val="bg1"/>
                </a:solidFill>
              </a:defRPr>
            </a:lvl1pPr>
          </a:lstStyle>
          <a:p>
            <a:pPr lvl="0" algn="r"/>
            <a:r>
              <a:rPr lang="en-US" noProof="0"/>
              <a:t>Click to add footnote or delete if not in use</a:t>
            </a:r>
          </a:p>
        </p:txBody>
      </p:sp>
      <p:sp>
        <p:nvSpPr>
          <p:cNvPr id="4" name="Text Placeholder 9">
            <a:extLst>
              <a:ext uri="{FF2B5EF4-FFF2-40B4-BE49-F238E27FC236}">
                <a16:creationId xmlns:a16="http://schemas.microsoft.com/office/drawing/2014/main" id="{4A1EE946-4625-AF25-A31D-49A1ED2EABDF}"/>
              </a:ext>
            </a:extLst>
          </p:cNvPr>
          <p:cNvSpPr>
            <a:spLocks noGrp="1"/>
          </p:cNvSpPr>
          <p:nvPr>
            <p:ph type="body" sz="quarter" idx="13" hasCustomPrompt="1"/>
          </p:nvPr>
        </p:nvSpPr>
        <p:spPr>
          <a:xfrm>
            <a:off x="493714" y="850557"/>
            <a:ext cx="5192708"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41060144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plit, 1/2 06">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26928C3A-AD4D-CBAA-58B4-C8FEA7468B7C}"/>
              </a:ext>
            </a:extLst>
          </p:cNvPr>
          <p:cNvGraphicFramePr>
            <a:graphicFrameLocks noChangeAspect="1"/>
          </p:cNvGraphicFramePr>
          <p:nvPr>
            <p:custDataLst>
              <p:tags r:id="rId1"/>
            </p:custDataLst>
            <p:extLst>
              <p:ext uri="{D42A27DB-BD31-4B8C-83A1-F6EECF244321}">
                <p14:modId xmlns:p14="http://schemas.microsoft.com/office/powerpoint/2010/main" val="13103283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hidden="1">
                        <a:extLst>
                          <a:ext uri="{FF2B5EF4-FFF2-40B4-BE49-F238E27FC236}">
                            <a16:creationId xmlns:a16="http://schemas.microsoft.com/office/drawing/2014/main" id="{26928C3A-AD4D-CBAA-58B4-C8FEA7468B7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6096001" y="0"/>
            <a:ext cx="6095999" cy="6858000"/>
          </a:xfrm>
          <a:prstGeom prst="rect">
            <a:avLst/>
          </a:prstGeom>
          <a:gradFill flip="none" rotWithShape="1">
            <a:gsLst>
              <a:gs pos="0">
                <a:srgbClr val="982B09"/>
              </a:gs>
              <a:gs pos="100000">
                <a:srgbClr val="FA6526"/>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6505575" y="368301"/>
            <a:ext cx="5210176" cy="57276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itle 12">
            <a:extLst>
              <a:ext uri="{FF2B5EF4-FFF2-40B4-BE49-F238E27FC236}">
                <a16:creationId xmlns:a16="http://schemas.microsoft.com/office/drawing/2014/main" id="{8FF18BB9-FD96-1AF4-C417-BCD1ADC4678B}"/>
              </a:ext>
            </a:extLst>
          </p:cNvPr>
          <p:cNvSpPr>
            <a:spLocks noGrp="1"/>
          </p:cNvSpPr>
          <p:nvPr>
            <p:ph type="title"/>
          </p:nvPr>
        </p:nvSpPr>
        <p:spPr>
          <a:xfrm>
            <a:off x="493713" y="368301"/>
            <a:ext cx="5192711" cy="393699"/>
          </a:xfrm>
        </p:spPr>
        <p:txBody>
          <a:bodyPr vert="horz"/>
          <a:lstStyle/>
          <a:p>
            <a:r>
              <a:rPr lang="en-US" noProof="0"/>
              <a:t>Click to edit Master title style</a:t>
            </a:r>
          </a:p>
        </p:txBody>
      </p:sp>
      <p:sp>
        <p:nvSpPr>
          <p:cNvPr id="18" name="TextBox 17">
            <a:extLst>
              <a:ext uri="{FF2B5EF4-FFF2-40B4-BE49-F238E27FC236}">
                <a16:creationId xmlns:a16="http://schemas.microsoft.com/office/drawing/2014/main" id="{DB8A143E-678D-BEBB-AB41-DB194F1F5A33}"/>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bg1"/>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bg1"/>
                </a:solidFill>
                <a:latin typeface="+mn-lt"/>
                <a:ea typeface="+mn-lt" panose="02000503000000020004" pitchFamily="2" charset="0"/>
              </a:rPr>
              <a:pPr algn="r"/>
              <a:t>‹#›</a:t>
            </a:fld>
            <a:endParaRPr lang="en-US" sz="1000" b="0" i="0" noProof="0">
              <a:solidFill>
                <a:schemeClr val="bg1"/>
              </a:solidFill>
              <a:latin typeface="+mn-lt"/>
              <a:ea typeface="+mn-lt" panose="02000503000000020004" pitchFamily="2" charset="0"/>
            </a:endParaRPr>
          </a:p>
        </p:txBody>
      </p:sp>
      <p:sp>
        <p:nvSpPr>
          <p:cNvPr id="2" name="Content Placeholder 2">
            <a:extLst>
              <a:ext uri="{FF2B5EF4-FFF2-40B4-BE49-F238E27FC236}">
                <a16:creationId xmlns:a16="http://schemas.microsoft.com/office/drawing/2014/main" id="{E7122B98-2001-E6D3-9A56-FC62C55EEB7C}"/>
              </a:ext>
            </a:extLst>
          </p:cNvPr>
          <p:cNvSpPr>
            <a:spLocks noGrp="1"/>
          </p:cNvSpPr>
          <p:nvPr>
            <p:ph sz="quarter" idx="12" hasCustomPrompt="1"/>
          </p:nvPr>
        </p:nvSpPr>
        <p:spPr>
          <a:xfrm>
            <a:off x="493712" y="1663700"/>
            <a:ext cx="5192709"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971014E6-8AC6-C361-E4A4-0DCE1C55DAE3}"/>
              </a:ext>
            </a:extLst>
          </p:cNvPr>
          <p:cNvSpPr>
            <a:spLocks noGrp="1"/>
          </p:cNvSpPr>
          <p:nvPr>
            <p:ph type="body" sz="half" idx="2" hasCustomPrompt="1"/>
          </p:nvPr>
        </p:nvSpPr>
        <p:spPr>
          <a:xfrm>
            <a:off x="6505575" y="6337300"/>
            <a:ext cx="4251326" cy="293128"/>
          </a:xfrm>
        </p:spPr>
        <p:txBody>
          <a:bodyPr vert="horz" lIns="0" tIns="0" rIns="0" bIns="0" rtlCol="0" anchor="b" anchorCtr="0">
            <a:noAutofit/>
          </a:bodyPr>
          <a:lstStyle>
            <a:lvl1pPr algn="r">
              <a:defRPr lang="en-US" sz="800" baseline="0" dirty="0" smtClean="0">
                <a:solidFill>
                  <a:schemeClr val="bg1"/>
                </a:solidFill>
              </a:defRPr>
            </a:lvl1pPr>
          </a:lstStyle>
          <a:p>
            <a:pPr lvl="0" algn="r"/>
            <a:r>
              <a:rPr lang="en-US" noProof="0"/>
              <a:t>Click to add footnote or delete if not in use</a:t>
            </a:r>
          </a:p>
        </p:txBody>
      </p:sp>
      <p:sp>
        <p:nvSpPr>
          <p:cNvPr id="4" name="Text Placeholder 9">
            <a:extLst>
              <a:ext uri="{FF2B5EF4-FFF2-40B4-BE49-F238E27FC236}">
                <a16:creationId xmlns:a16="http://schemas.microsoft.com/office/drawing/2014/main" id="{04EC829D-BA18-F515-686C-29A0498CC7A8}"/>
              </a:ext>
            </a:extLst>
          </p:cNvPr>
          <p:cNvSpPr>
            <a:spLocks noGrp="1"/>
          </p:cNvSpPr>
          <p:nvPr>
            <p:ph type="body" sz="quarter" idx="13" hasCustomPrompt="1"/>
          </p:nvPr>
        </p:nvSpPr>
        <p:spPr>
          <a:xfrm>
            <a:off x="493714" y="850557"/>
            <a:ext cx="5192708"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13330516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plit, 1/2 07">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6BEC11EF-8755-A32F-7FE0-8FF562119696}"/>
              </a:ext>
            </a:extLst>
          </p:cNvPr>
          <p:cNvGraphicFramePr>
            <a:graphicFrameLocks noChangeAspect="1"/>
          </p:cNvGraphicFramePr>
          <p:nvPr>
            <p:custDataLst>
              <p:tags r:id="rId1"/>
            </p:custDataLst>
            <p:extLst>
              <p:ext uri="{D42A27DB-BD31-4B8C-83A1-F6EECF244321}">
                <p14:modId xmlns:p14="http://schemas.microsoft.com/office/powerpoint/2010/main" val="24501364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hidden="1">
                        <a:extLst>
                          <a:ext uri="{FF2B5EF4-FFF2-40B4-BE49-F238E27FC236}">
                            <a16:creationId xmlns:a16="http://schemas.microsoft.com/office/drawing/2014/main" id="{6BEC11EF-8755-A32F-7FE0-8FF562119696}"/>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6096000" y="0"/>
            <a:ext cx="6095999" cy="6858000"/>
          </a:xfrm>
          <a:prstGeom prst="rect">
            <a:avLst/>
          </a:prstGeom>
          <a:gradFill flip="none" rotWithShape="1">
            <a:gsLst>
              <a:gs pos="0">
                <a:srgbClr val="AA5200"/>
              </a:gs>
              <a:gs pos="100000">
                <a:srgbClr val="FF96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6505575" y="368300"/>
            <a:ext cx="5210176" cy="572770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itle 12">
            <a:extLst>
              <a:ext uri="{FF2B5EF4-FFF2-40B4-BE49-F238E27FC236}">
                <a16:creationId xmlns:a16="http://schemas.microsoft.com/office/drawing/2014/main" id="{FCD1B998-FF6E-F9B2-955B-C450A1DEBA58}"/>
              </a:ext>
            </a:extLst>
          </p:cNvPr>
          <p:cNvSpPr>
            <a:spLocks noGrp="1"/>
          </p:cNvSpPr>
          <p:nvPr>
            <p:ph type="title"/>
          </p:nvPr>
        </p:nvSpPr>
        <p:spPr>
          <a:xfrm>
            <a:off x="493714" y="368301"/>
            <a:ext cx="5192712" cy="393699"/>
          </a:xfrm>
        </p:spPr>
        <p:txBody>
          <a:bodyPr vert="horz"/>
          <a:lstStyle/>
          <a:p>
            <a:r>
              <a:rPr lang="en-US" noProof="0"/>
              <a:t>Click to edit Master title style</a:t>
            </a:r>
          </a:p>
        </p:txBody>
      </p:sp>
      <p:sp>
        <p:nvSpPr>
          <p:cNvPr id="18" name="TextBox 17">
            <a:extLst>
              <a:ext uri="{FF2B5EF4-FFF2-40B4-BE49-F238E27FC236}">
                <a16:creationId xmlns:a16="http://schemas.microsoft.com/office/drawing/2014/main" id="{6EAAF3D5-E906-1829-CA9E-BCAE2EE26AB4}"/>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bg1"/>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bg1"/>
                </a:solidFill>
                <a:latin typeface="+mn-lt"/>
                <a:ea typeface="+mn-lt" panose="02000503000000020004" pitchFamily="2" charset="0"/>
              </a:rPr>
              <a:pPr algn="r"/>
              <a:t>‹#›</a:t>
            </a:fld>
            <a:endParaRPr lang="en-US" sz="1000" b="0" i="0" noProof="0">
              <a:solidFill>
                <a:schemeClr val="bg1"/>
              </a:solidFill>
              <a:latin typeface="+mn-lt"/>
              <a:ea typeface="+mn-lt" panose="02000503000000020004" pitchFamily="2" charset="0"/>
            </a:endParaRPr>
          </a:p>
        </p:txBody>
      </p:sp>
      <p:sp>
        <p:nvSpPr>
          <p:cNvPr id="2" name="Content Placeholder 2">
            <a:extLst>
              <a:ext uri="{FF2B5EF4-FFF2-40B4-BE49-F238E27FC236}">
                <a16:creationId xmlns:a16="http://schemas.microsoft.com/office/drawing/2014/main" id="{F92CCF64-1217-9D2B-BAA2-784FE93D77E7}"/>
              </a:ext>
            </a:extLst>
          </p:cNvPr>
          <p:cNvSpPr>
            <a:spLocks noGrp="1"/>
          </p:cNvSpPr>
          <p:nvPr>
            <p:ph sz="quarter" idx="12" hasCustomPrompt="1"/>
          </p:nvPr>
        </p:nvSpPr>
        <p:spPr>
          <a:xfrm>
            <a:off x="493712" y="1663700"/>
            <a:ext cx="5192709"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712F60E5-0BC7-1F64-D82E-3D75EB86DFD4}"/>
              </a:ext>
            </a:extLst>
          </p:cNvPr>
          <p:cNvSpPr>
            <a:spLocks noGrp="1"/>
          </p:cNvSpPr>
          <p:nvPr>
            <p:ph type="body" sz="half" idx="2" hasCustomPrompt="1"/>
          </p:nvPr>
        </p:nvSpPr>
        <p:spPr>
          <a:xfrm>
            <a:off x="6505575" y="6337300"/>
            <a:ext cx="4251326" cy="293128"/>
          </a:xfrm>
        </p:spPr>
        <p:txBody>
          <a:bodyPr vert="horz" lIns="0" tIns="0" rIns="0" bIns="0" rtlCol="0" anchor="b" anchorCtr="0">
            <a:noAutofit/>
          </a:bodyPr>
          <a:lstStyle>
            <a:lvl1pPr algn="r">
              <a:defRPr lang="en-US" sz="800" baseline="0" dirty="0" smtClean="0">
                <a:solidFill>
                  <a:schemeClr val="bg1"/>
                </a:solidFill>
              </a:defRPr>
            </a:lvl1pPr>
          </a:lstStyle>
          <a:p>
            <a:pPr lvl="0" algn="r"/>
            <a:r>
              <a:rPr lang="en-US" noProof="0"/>
              <a:t>Click to add footnote or delete if not in use</a:t>
            </a:r>
          </a:p>
        </p:txBody>
      </p:sp>
      <p:sp>
        <p:nvSpPr>
          <p:cNvPr id="4" name="Text Placeholder 9">
            <a:extLst>
              <a:ext uri="{FF2B5EF4-FFF2-40B4-BE49-F238E27FC236}">
                <a16:creationId xmlns:a16="http://schemas.microsoft.com/office/drawing/2014/main" id="{406E9D19-F285-76FA-EA78-634268A44B90}"/>
              </a:ext>
            </a:extLst>
          </p:cNvPr>
          <p:cNvSpPr>
            <a:spLocks noGrp="1"/>
          </p:cNvSpPr>
          <p:nvPr>
            <p:ph type="body" sz="quarter" idx="13" hasCustomPrompt="1"/>
          </p:nvPr>
        </p:nvSpPr>
        <p:spPr>
          <a:xfrm>
            <a:off x="493714" y="850557"/>
            <a:ext cx="5192708"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42462674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plit, 1/2 08">
    <p:spTree>
      <p:nvGrpSpPr>
        <p:cNvPr id="1" name=""/>
        <p:cNvGrpSpPr/>
        <p:nvPr/>
      </p:nvGrpSpPr>
      <p:grpSpPr>
        <a:xfrm>
          <a:off x="0" y="0"/>
          <a:ext cx="0" cy="0"/>
          <a:chOff x="0" y="0"/>
          <a:chExt cx="0" cy="0"/>
        </a:xfrm>
      </p:grpSpPr>
      <p:graphicFrame>
        <p:nvGraphicFramePr>
          <p:cNvPr id="16" name="think-cell data - do not delete">
            <a:extLst>
              <a:ext uri="{FF2B5EF4-FFF2-40B4-BE49-F238E27FC236}">
                <a16:creationId xmlns:a16="http://schemas.microsoft.com/office/drawing/2014/main" id="{9AFF0B9F-E082-39C4-F5C1-4EF4862EBA56}"/>
              </a:ext>
            </a:extLst>
          </p:cNvPr>
          <p:cNvGraphicFramePr>
            <a:graphicFrameLocks noChangeAspect="1"/>
          </p:cNvGraphicFramePr>
          <p:nvPr>
            <p:custDataLst>
              <p:tags r:id="rId1"/>
            </p:custDataLst>
            <p:extLst>
              <p:ext uri="{D42A27DB-BD31-4B8C-83A1-F6EECF244321}">
                <p14:modId xmlns:p14="http://schemas.microsoft.com/office/powerpoint/2010/main" val="84701256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a:extLst>
                          <a:ext uri="{FF2B5EF4-FFF2-40B4-BE49-F238E27FC236}">
                            <a16:creationId xmlns:a16="http://schemas.microsoft.com/office/drawing/2014/main" id="{9AFF0B9F-E082-39C4-F5C1-4EF4862EBA56}"/>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6096000" y="0"/>
            <a:ext cx="6095999" cy="6858000"/>
          </a:xfrm>
          <a:prstGeom prst="rect">
            <a:avLst/>
          </a:prstGeom>
          <a:gradFill flip="none" rotWithShape="1">
            <a:gsLst>
              <a:gs pos="0">
                <a:srgbClr val="A88100"/>
              </a:gs>
              <a:gs pos="100000">
                <a:srgbClr val="E1B52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6505575" y="368301"/>
            <a:ext cx="5210176" cy="57276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itle 12">
            <a:extLst>
              <a:ext uri="{FF2B5EF4-FFF2-40B4-BE49-F238E27FC236}">
                <a16:creationId xmlns:a16="http://schemas.microsoft.com/office/drawing/2014/main" id="{7907EB4D-C89E-0581-FA42-23DF42A84F1E}"/>
              </a:ext>
            </a:extLst>
          </p:cNvPr>
          <p:cNvSpPr>
            <a:spLocks noGrp="1"/>
          </p:cNvSpPr>
          <p:nvPr>
            <p:ph type="title"/>
          </p:nvPr>
        </p:nvSpPr>
        <p:spPr>
          <a:xfrm>
            <a:off x="493713" y="368301"/>
            <a:ext cx="5192711" cy="393699"/>
          </a:xfrm>
        </p:spPr>
        <p:txBody>
          <a:bodyPr vert="horz"/>
          <a:lstStyle/>
          <a:p>
            <a:r>
              <a:rPr lang="en-US" noProof="0"/>
              <a:t>Click to edit Master title style</a:t>
            </a:r>
          </a:p>
        </p:txBody>
      </p:sp>
      <p:sp>
        <p:nvSpPr>
          <p:cNvPr id="18" name="TextBox 17">
            <a:extLst>
              <a:ext uri="{FF2B5EF4-FFF2-40B4-BE49-F238E27FC236}">
                <a16:creationId xmlns:a16="http://schemas.microsoft.com/office/drawing/2014/main" id="{F204FF27-9E1B-E9B6-0DBC-C9741BCB90AC}"/>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bg1"/>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bg1"/>
                </a:solidFill>
                <a:latin typeface="+mn-lt"/>
                <a:ea typeface="+mn-lt" panose="02000503000000020004" pitchFamily="2" charset="0"/>
              </a:rPr>
              <a:pPr algn="r"/>
              <a:t>‹#›</a:t>
            </a:fld>
            <a:endParaRPr lang="en-US" sz="1000" b="0" i="0" noProof="0">
              <a:solidFill>
                <a:schemeClr val="bg1"/>
              </a:solidFill>
              <a:latin typeface="+mn-lt"/>
              <a:ea typeface="+mn-lt" panose="02000503000000020004" pitchFamily="2" charset="0"/>
            </a:endParaRPr>
          </a:p>
        </p:txBody>
      </p:sp>
      <p:sp>
        <p:nvSpPr>
          <p:cNvPr id="2" name="Content Placeholder 2">
            <a:extLst>
              <a:ext uri="{FF2B5EF4-FFF2-40B4-BE49-F238E27FC236}">
                <a16:creationId xmlns:a16="http://schemas.microsoft.com/office/drawing/2014/main" id="{A544864C-BF4C-C5AC-9C00-424E29F54551}"/>
              </a:ext>
            </a:extLst>
          </p:cNvPr>
          <p:cNvSpPr>
            <a:spLocks noGrp="1"/>
          </p:cNvSpPr>
          <p:nvPr>
            <p:ph sz="quarter" idx="12" hasCustomPrompt="1"/>
          </p:nvPr>
        </p:nvSpPr>
        <p:spPr>
          <a:xfrm>
            <a:off x="493712" y="1663700"/>
            <a:ext cx="5192709"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7E223A29-E6BD-BC93-5286-9EF5A930ECFC}"/>
              </a:ext>
            </a:extLst>
          </p:cNvPr>
          <p:cNvSpPr>
            <a:spLocks noGrp="1"/>
          </p:cNvSpPr>
          <p:nvPr>
            <p:ph type="body" sz="half" idx="2" hasCustomPrompt="1"/>
          </p:nvPr>
        </p:nvSpPr>
        <p:spPr>
          <a:xfrm>
            <a:off x="6505575" y="6337300"/>
            <a:ext cx="4251326" cy="293128"/>
          </a:xfrm>
        </p:spPr>
        <p:txBody>
          <a:bodyPr vert="horz" lIns="0" tIns="0" rIns="0" bIns="0" rtlCol="0" anchor="b" anchorCtr="0">
            <a:noAutofit/>
          </a:bodyPr>
          <a:lstStyle>
            <a:lvl1pPr algn="r">
              <a:defRPr lang="en-US" sz="800" baseline="0" dirty="0" smtClean="0">
                <a:solidFill>
                  <a:schemeClr val="bg1"/>
                </a:solidFill>
              </a:defRPr>
            </a:lvl1pPr>
          </a:lstStyle>
          <a:p>
            <a:pPr lvl="0" algn="r"/>
            <a:r>
              <a:rPr lang="en-US" noProof="0"/>
              <a:t>Click to add footnote or delete if not in use</a:t>
            </a:r>
          </a:p>
        </p:txBody>
      </p:sp>
      <p:sp>
        <p:nvSpPr>
          <p:cNvPr id="4" name="Text Placeholder 9">
            <a:extLst>
              <a:ext uri="{FF2B5EF4-FFF2-40B4-BE49-F238E27FC236}">
                <a16:creationId xmlns:a16="http://schemas.microsoft.com/office/drawing/2014/main" id="{E1652F54-4DCC-377F-0E1D-8CDF29705650}"/>
              </a:ext>
            </a:extLst>
          </p:cNvPr>
          <p:cNvSpPr>
            <a:spLocks noGrp="1"/>
          </p:cNvSpPr>
          <p:nvPr>
            <p:ph type="body" sz="quarter" idx="13" hasCustomPrompt="1"/>
          </p:nvPr>
        </p:nvSpPr>
        <p:spPr>
          <a:xfrm>
            <a:off x="493714" y="850557"/>
            <a:ext cx="5192708"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346524410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plit, 1/3 01">
    <p:spTree>
      <p:nvGrpSpPr>
        <p:cNvPr id="1" name=""/>
        <p:cNvGrpSpPr/>
        <p:nvPr/>
      </p:nvGrpSpPr>
      <p:grpSpPr>
        <a:xfrm>
          <a:off x="0" y="0"/>
          <a:ext cx="0" cy="0"/>
          <a:chOff x="0" y="0"/>
          <a:chExt cx="0" cy="0"/>
        </a:xfrm>
      </p:grpSpPr>
      <p:graphicFrame>
        <p:nvGraphicFramePr>
          <p:cNvPr id="12" name="think-cell data - do not delete">
            <a:extLst>
              <a:ext uri="{FF2B5EF4-FFF2-40B4-BE49-F238E27FC236}">
                <a16:creationId xmlns:a16="http://schemas.microsoft.com/office/drawing/2014/main" id="{F6DAAB40-46B1-1992-412B-65A59AD0F5C1}"/>
              </a:ext>
            </a:extLst>
          </p:cNvPr>
          <p:cNvGraphicFramePr>
            <a:graphicFrameLocks noChangeAspect="1"/>
          </p:cNvGraphicFramePr>
          <p:nvPr>
            <p:custDataLst>
              <p:tags r:id="rId1"/>
            </p:custDataLst>
            <p:extLst>
              <p:ext uri="{D42A27DB-BD31-4B8C-83A1-F6EECF244321}">
                <p14:modId xmlns:p14="http://schemas.microsoft.com/office/powerpoint/2010/main" val="20182713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2" name="think-cell data - do not delete">
                        <a:extLst>
                          <a:ext uri="{FF2B5EF4-FFF2-40B4-BE49-F238E27FC236}">
                            <a16:creationId xmlns:a16="http://schemas.microsoft.com/office/drawing/2014/main" id="{F6DAAB40-46B1-1992-412B-65A59AD0F5C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4324350" y="0"/>
            <a:ext cx="786765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4719636" y="368301"/>
            <a:ext cx="6996113" cy="57276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Content Placeholder 2">
            <a:extLst>
              <a:ext uri="{FF2B5EF4-FFF2-40B4-BE49-F238E27FC236}">
                <a16:creationId xmlns:a16="http://schemas.microsoft.com/office/drawing/2014/main" id="{68E43894-1EED-C2CF-6B7D-274F58B8A4B3}"/>
              </a:ext>
            </a:extLst>
          </p:cNvPr>
          <p:cNvSpPr>
            <a:spLocks noGrp="1"/>
          </p:cNvSpPr>
          <p:nvPr>
            <p:ph sz="quarter" idx="12" hasCustomPrompt="1"/>
          </p:nvPr>
        </p:nvSpPr>
        <p:spPr>
          <a:xfrm>
            <a:off x="493712" y="1663700"/>
            <a:ext cx="3414408"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6AEECD2A-C8FE-C75F-134A-203B25227500}"/>
              </a:ext>
            </a:extLst>
          </p:cNvPr>
          <p:cNvSpPr>
            <a:spLocks noGrp="1"/>
          </p:cNvSpPr>
          <p:nvPr>
            <p:ph type="body" sz="half" idx="2" hasCustomPrompt="1"/>
          </p:nvPr>
        </p:nvSpPr>
        <p:spPr>
          <a:xfrm>
            <a:off x="4719636" y="6337300"/>
            <a:ext cx="6037265" cy="293128"/>
          </a:xfrm>
        </p:spPr>
        <p:txBody>
          <a:bodyPr vert="horz" lIns="0" tIns="0" rIns="0" bIns="0" rtlCol="0" anchor="b" anchorCtr="0">
            <a:noAutofit/>
          </a:bodyPr>
          <a:lstStyle>
            <a:lvl1pPr algn="r">
              <a:defRPr lang="en-US" sz="800" baseline="0" dirty="0" smtClean="0">
                <a:solidFill>
                  <a:schemeClr val="bg1"/>
                </a:solidFill>
              </a:defRPr>
            </a:lvl1pPr>
          </a:lstStyle>
          <a:p>
            <a:pPr lvl="0" algn="r"/>
            <a:r>
              <a:rPr lang="en-US" noProof="0"/>
              <a:t>Click to add footnote or delete if not in use</a:t>
            </a:r>
          </a:p>
        </p:txBody>
      </p:sp>
      <p:sp>
        <p:nvSpPr>
          <p:cNvPr id="4" name="TextBox 3">
            <a:extLst>
              <a:ext uri="{FF2B5EF4-FFF2-40B4-BE49-F238E27FC236}">
                <a16:creationId xmlns:a16="http://schemas.microsoft.com/office/drawing/2014/main" id="{55295733-EE28-8B6C-6CD3-8ACC351A0F5B}"/>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bg1"/>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bg1"/>
                </a:solidFill>
                <a:latin typeface="+mn-lt"/>
                <a:ea typeface="+mn-lt" panose="02000503000000020004" pitchFamily="2" charset="0"/>
              </a:rPr>
              <a:pPr algn="r"/>
              <a:t>‹#›</a:t>
            </a:fld>
            <a:endParaRPr lang="en-US" sz="1000" b="0" i="0" noProof="0">
              <a:solidFill>
                <a:schemeClr val="bg1"/>
              </a:solidFill>
              <a:latin typeface="+mn-lt"/>
              <a:ea typeface="+mn-lt" panose="02000503000000020004" pitchFamily="2" charset="0"/>
            </a:endParaRPr>
          </a:p>
        </p:txBody>
      </p:sp>
      <p:sp>
        <p:nvSpPr>
          <p:cNvPr id="6" name="Title 11">
            <a:extLst>
              <a:ext uri="{FF2B5EF4-FFF2-40B4-BE49-F238E27FC236}">
                <a16:creationId xmlns:a16="http://schemas.microsoft.com/office/drawing/2014/main" id="{9C35B2B6-B317-6988-D61C-A9827AAF6447}"/>
              </a:ext>
            </a:extLst>
          </p:cNvPr>
          <p:cNvSpPr>
            <a:spLocks noGrp="1"/>
          </p:cNvSpPr>
          <p:nvPr>
            <p:ph type="title"/>
          </p:nvPr>
        </p:nvSpPr>
        <p:spPr>
          <a:xfrm>
            <a:off x="493714" y="368301"/>
            <a:ext cx="3409950" cy="393699"/>
          </a:xfrm>
        </p:spPr>
        <p:txBody>
          <a:bodyPr vert="horz"/>
          <a:lstStyle/>
          <a:p>
            <a:r>
              <a:rPr lang="en-US" noProof="0"/>
              <a:t>Click to edit Master title style</a:t>
            </a:r>
          </a:p>
        </p:txBody>
      </p:sp>
      <p:sp>
        <p:nvSpPr>
          <p:cNvPr id="7" name="Text Placeholder 9">
            <a:extLst>
              <a:ext uri="{FF2B5EF4-FFF2-40B4-BE49-F238E27FC236}">
                <a16:creationId xmlns:a16="http://schemas.microsoft.com/office/drawing/2014/main" id="{7DFF8A63-607C-4B98-DA59-FAA9AA09F7EF}"/>
              </a:ext>
            </a:extLst>
          </p:cNvPr>
          <p:cNvSpPr>
            <a:spLocks noGrp="1"/>
          </p:cNvSpPr>
          <p:nvPr>
            <p:ph type="body" sz="quarter" idx="14" hasCustomPrompt="1"/>
          </p:nvPr>
        </p:nvSpPr>
        <p:spPr>
          <a:xfrm>
            <a:off x="493714" y="850557"/>
            <a:ext cx="3409950" cy="293129"/>
          </a:xfrm>
        </p:spPr>
        <p:txBody>
          <a:bodyPr/>
          <a:lstStyle>
            <a:lvl1pPr>
              <a:defRPr sz="1400">
                <a:solidFill>
                  <a:srgbClr val="666662"/>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37649066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plit, 1/3 02">
    <p:spTree>
      <p:nvGrpSpPr>
        <p:cNvPr id="1" name=""/>
        <p:cNvGrpSpPr/>
        <p:nvPr/>
      </p:nvGrpSpPr>
      <p:grpSpPr>
        <a:xfrm>
          <a:off x="0" y="0"/>
          <a:ext cx="0" cy="0"/>
          <a:chOff x="0" y="0"/>
          <a:chExt cx="0" cy="0"/>
        </a:xfrm>
      </p:grpSpPr>
      <p:graphicFrame>
        <p:nvGraphicFramePr>
          <p:cNvPr id="15" name="think-cell data - do not delete" hidden="1">
            <a:extLst>
              <a:ext uri="{FF2B5EF4-FFF2-40B4-BE49-F238E27FC236}">
                <a16:creationId xmlns:a16="http://schemas.microsoft.com/office/drawing/2014/main" id="{B5D7E20A-87DA-9385-3EA2-B80D152E4225}"/>
              </a:ext>
            </a:extLst>
          </p:cNvPr>
          <p:cNvGraphicFramePr>
            <a:graphicFrameLocks noChangeAspect="1"/>
          </p:cNvGraphicFramePr>
          <p:nvPr>
            <p:custDataLst>
              <p:tags r:id="rId1"/>
            </p:custDataLst>
            <p:extLst>
              <p:ext uri="{D42A27DB-BD31-4B8C-83A1-F6EECF244321}">
                <p14:modId xmlns:p14="http://schemas.microsoft.com/office/powerpoint/2010/main" val="22306687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5" name="think-cell data - do not delete" hidden="1">
                        <a:extLst>
                          <a:ext uri="{FF2B5EF4-FFF2-40B4-BE49-F238E27FC236}">
                            <a16:creationId xmlns:a16="http://schemas.microsoft.com/office/drawing/2014/main" id="{B5D7E20A-87DA-9385-3EA2-B80D152E422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4324350" y="0"/>
            <a:ext cx="7867650" cy="6858000"/>
          </a:xfrm>
          <a:prstGeom prst="rect">
            <a:avLst/>
          </a:prstGeom>
          <a:solidFill>
            <a:srgbClr val="F5F2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4719637" y="368301"/>
            <a:ext cx="6996113" cy="5727698"/>
          </a:xfrm>
        </p:spPr>
        <p:txBody>
          <a:bodyPr>
            <a:noAutofit/>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Content Placeholder 2">
            <a:extLst>
              <a:ext uri="{FF2B5EF4-FFF2-40B4-BE49-F238E27FC236}">
                <a16:creationId xmlns:a16="http://schemas.microsoft.com/office/drawing/2014/main" id="{1CAFFBA4-7885-CE28-7B29-7321D1CAE470}"/>
              </a:ext>
            </a:extLst>
          </p:cNvPr>
          <p:cNvSpPr>
            <a:spLocks noGrp="1"/>
          </p:cNvSpPr>
          <p:nvPr>
            <p:ph sz="quarter" idx="12" hasCustomPrompt="1"/>
          </p:nvPr>
        </p:nvSpPr>
        <p:spPr>
          <a:xfrm>
            <a:off x="493712" y="1663700"/>
            <a:ext cx="3414408"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A1EEA128-DF92-F5EE-501C-E916B4806A04}"/>
              </a:ext>
            </a:extLst>
          </p:cNvPr>
          <p:cNvSpPr>
            <a:spLocks noGrp="1"/>
          </p:cNvSpPr>
          <p:nvPr>
            <p:ph type="body" sz="half" idx="2" hasCustomPrompt="1"/>
          </p:nvPr>
        </p:nvSpPr>
        <p:spPr>
          <a:xfrm>
            <a:off x="4719636" y="6337300"/>
            <a:ext cx="6037265" cy="293128"/>
          </a:xfrm>
        </p:spPr>
        <p:txBody>
          <a:bodyPr vert="horz" lIns="0" tIns="0" rIns="0" bIns="0" rtlCol="0" anchor="b" anchorCtr="0">
            <a:noAutofit/>
          </a:bodyPr>
          <a:lstStyle>
            <a:lvl1pPr algn="r">
              <a:defRPr lang="en-US" sz="800" baseline="0" dirty="0" smtClean="0">
                <a:solidFill>
                  <a:schemeClr val="tx2"/>
                </a:solidFill>
              </a:defRPr>
            </a:lvl1pPr>
          </a:lstStyle>
          <a:p>
            <a:pPr lvl="0" algn="r"/>
            <a:r>
              <a:rPr lang="en-US" noProof="0"/>
              <a:t>Click to add footnote or delete if not in use</a:t>
            </a:r>
          </a:p>
        </p:txBody>
      </p:sp>
      <p:sp>
        <p:nvSpPr>
          <p:cNvPr id="4" name="TextBox 3">
            <a:extLst>
              <a:ext uri="{FF2B5EF4-FFF2-40B4-BE49-F238E27FC236}">
                <a16:creationId xmlns:a16="http://schemas.microsoft.com/office/drawing/2014/main" id="{3E06964C-D373-68DB-836E-5E2C08AD16CB}"/>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tx2"/>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tx2"/>
                </a:solidFill>
                <a:latin typeface="+mn-lt"/>
                <a:ea typeface="+mn-lt" panose="02000503000000020004" pitchFamily="2" charset="0"/>
              </a:rPr>
              <a:pPr algn="r"/>
              <a:t>‹#›</a:t>
            </a:fld>
            <a:endParaRPr lang="en-US" sz="1000" b="0" i="0" noProof="0">
              <a:solidFill>
                <a:schemeClr val="tx2"/>
              </a:solidFill>
              <a:latin typeface="+mn-lt"/>
              <a:ea typeface="+mn-lt" panose="02000503000000020004" pitchFamily="2" charset="0"/>
            </a:endParaRPr>
          </a:p>
        </p:txBody>
      </p:sp>
      <p:sp>
        <p:nvSpPr>
          <p:cNvPr id="6" name="Title 11">
            <a:extLst>
              <a:ext uri="{FF2B5EF4-FFF2-40B4-BE49-F238E27FC236}">
                <a16:creationId xmlns:a16="http://schemas.microsoft.com/office/drawing/2014/main" id="{742DDB2D-3C5C-ED2C-E25B-84C8583A999E}"/>
              </a:ext>
            </a:extLst>
          </p:cNvPr>
          <p:cNvSpPr>
            <a:spLocks noGrp="1"/>
          </p:cNvSpPr>
          <p:nvPr>
            <p:ph type="title"/>
          </p:nvPr>
        </p:nvSpPr>
        <p:spPr>
          <a:xfrm>
            <a:off x="493714" y="368301"/>
            <a:ext cx="3409950" cy="393699"/>
          </a:xfrm>
        </p:spPr>
        <p:txBody>
          <a:bodyPr vert="horz"/>
          <a:lstStyle/>
          <a:p>
            <a:r>
              <a:rPr lang="en-US" noProof="0"/>
              <a:t>Click to edit Master title style</a:t>
            </a:r>
          </a:p>
        </p:txBody>
      </p:sp>
      <p:sp>
        <p:nvSpPr>
          <p:cNvPr id="7" name="Text Placeholder 9">
            <a:extLst>
              <a:ext uri="{FF2B5EF4-FFF2-40B4-BE49-F238E27FC236}">
                <a16:creationId xmlns:a16="http://schemas.microsoft.com/office/drawing/2014/main" id="{00CF8DDA-71DF-9F00-CBB3-D9D562910CF3}"/>
              </a:ext>
            </a:extLst>
          </p:cNvPr>
          <p:cNvSpPr>
            <a:spLocks noGrp="1"/>
          </p:cNvSpPr>
          <p:nvPr>
            <p:ph type="body" sz="quarter" idx="14" hasCustomPrompt="1"/>
          </p:nvPr>
        </p:nvSpPr>
        <p:spPr>
          <a:xfrm>
            <a:off x="493714" y="850557"/>
            <a:ext cx="3409950" cy="293129"/>
          </a:xfrm>
        </p:spPr>
        <p:txBody>
          <a:bodyPr/>
          <a:lstStyle>
            <a:lvl1pPr>
              <a:defRPr sz="1400">
                <a:solidFill>
                  <a:srgbClr val="666662"/>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41641781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plit, 1/3 03">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6DAAB40-46B1-1992-412B-65A59AD0F5C1}"/>
              </a:ext>
            </a:extLst>
          </p:cNvPr>
          <p:cNvGraphicFramePr>
            <a:graphicFrameLocks noChangeAspect="1"/>
          </p:cNvGraphicFramePr>
          <p:nvPr>
            <p:custDataLst>
              <p:tags r:id="rId1"/>
            </p:custDataLst>
            <p:extLst>
              <p:ext uri="{D42A27DB-BD31-4B8C-83A1-F6EECF244321}">
                <p14:modId xmlns:p14="http://schemas.microsoft.com/office/powerpoint/2010/main" val="27937755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2" name="think-cell data - do not delete" hidden="1">
                        <a:extLst>
                          <a:ext uri="{FF2B5EF4-FFF2-40B4-BE49-F238E27FC236}">
                            <a16:creationId xmlns:a16="http://schemas.microsoft.com/office/drawing/2014/main" id="{F6DAAB40-46B1-1992-412B-65A59AD0F5C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4324350" y="0"/>
            <a:ext cx="7867650" cy="6858000"/>
          </a:xfrm>
          <a:prstGeom prst="rect">
            <a:avLst/>
          </a:prstGeom>
          <a:gradFill flip="none" rotWithShape="1">
            <a:gsLst>
              <a:gs pos="0">
                <a:srgbClr val="0038FF"/>
              </a:gs>
              <a:gs pos="100000">
                <a:srgbClr val="269A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4719636" y="368301"/>
            <a:ext cx="6996113" cy="57276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ontent Placeholder 2">
            <a:extLst>
              <a:ext uri="{FF2B5EF4-FFF2-40B4-BE49-F238E27FC236}">
                <a16:creationId xmlns:a16="http://schemas.microsoft.com/office/drawing/2014/main" id="{0C6B1F67-7C85-D51D-7DE2-03F688708E84}"/>
              </a:ext>
            </a:extLst>
          </p:cNvPr>
          <p:cNvSpPr>
            <a:spLocks noGrp="1"/>
          </p:cNvSpPr>
          <p:nvPr>
            <p:ph sz="quarter" idx="12" hasCustomPrompt="1"/>
          </p:nvPr>
        </p:nvSpPr>
        <p:spPr>
          <a:xfrm>
            <a:off x="493712" y="1663700"/>
            <a:ext cx="3414408"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a:extLst>
              <a:ext uri="{FF2B5EF4-FFF2-40B4-BE49-F238E27FC236}">
                <a16:creationId xmlns:a16="http://schemas.microsoft.com/office/drawing/2014/main" id="{1B4BD11B-6CF8-5093-4A51-F8DC2600D60F}"/>
              </a:ext>
            </a:extLst>
          </p:cNvPr>
          <p:cNvSpPr>
            <a:spLocks noGrp="1"/>
          </p:cNvSpPr>
          <p:nvPr>
            <p:ph type="body" sz="half" idx="2" hasCustomPrompt="1"/>
          </p:nvPr>
        </p:nvSpPr>
        <p:spPr>
          <a:xfrm>
            <a:off x="4719636" y="6337300"/>
            <a:ext cx="6037265" cy="293128"/>
          </a:xfrm>
        </p:spPr>
        <p:txBody>
          <a:bodyPr vert="horz" lIns="0" tIns="0" rIns="0" bIns="0" rtlCol="0" anchor="b" anchorCtr="0">
            <a:noAutofit/>
          </a:bodyPr>
          <a:lstStyle>
            <a:lvl1pPr algn="r">
              <a:defRPr lang="en-US" sz="800" baseline="0" dirty="0" smtClean="0">
                <a:solidFill>
                  <a:schemeClr val="bg1"/>
                </a:solidFill>
              </a:defRPr>
            </a:lvl1pPr>
          </a:lstStyle>
          <a:p>
            <a:pPr lvl="0" algn="r"/>
            <a:r>
              <a:rPr lang="en-US" noProof="0"/>
              <a:t>Click to add footnote or delete if not in use</a:t>
            </a:r>
          </a:p>
        </p:txBody>
      </p:sp>
      <p:sp>
        <p:nvSpPr>
          <p:cNvPr id="5" name="TextBox 4">
            <a:extLst>
              <a:ext uri="{FF2B5EF4-FFF2-40B4-BE49-F238E27FC236}">
                <a16:creationId xmlns:a16="http://schemas.microsoft.com/office/drawing/2014/main" id="{FE379B97-8AD8-F3DD-1045-A4E139175AF6}"/>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bg1"/>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bg1"/>
                </a:solidFill>
                <a:latin typeface="+mn-lt"/>
                <a:ea typeface="+mn-lt" panose="02000503000000020004" pitchFamily="2" charset="0"/>
              </a:rPr>
              <a:pPr algn="r"/>
              <a:t>‹#›</a:t>
            </a:fld>
            <a:endParaRPr lang="en-US" sz="1000" b="0" i="0" noProof="0">
              <a:solidFill>
                <a:schemeClr val="bg1"/>
              </a:solidFill>
              <a:latin typeface="+mn-lt"/>
              <a:ea typeface="+mn-lt" panose="02000503000000020004" pitchFamily="2" charset="0"/>
            </a:endParaRPr>
          </a:p>
        </p:txBody>
      </p:sp>
      <p:sp>
        <p:nvSpPr>
          <p:cNvPr id="7" name="Title 11">
            <a:extLst>
              <a:ext uri="{FF2B5EF4-FFF2-40B4-BE49-F238E27FC236}">
                <a16:creationId xmlns:a16="http://schemas.microsoft.com/office/drawing/2014/main" id="{86C90526-CC89-F4DC-D93A-85DECA1C4710}"/>
              </a:ext>
            </a:extLst>
          </p:cNvPr>
          <p:cNvSpPr>
            <a:spLocks noGrp="1"/>
          </p:cNvSpPr>
          <p:nvPr>
            <p:ph type="title"/>
          </p:nvPr>
        </p:nvSpPr>
        <p:spPr>
          <a:xfrm>
            <a:off x="493714" y="368301"/>
            <a:ext cx="3409950" cy="393699"/>
          </a:xfrm>
        </p:spPr>
        <p:txBody>
          <a:bodyPr vert="horz"/>
          <a:lstStyle/>
          <a:p>
            <a:r>
              <a:rPr lang="en-US" noProof="0"/>
              <a:t>Click to edit Master title style</a:t>
            </a:r>
          </a:p>
        </p:txBody>
      </p:sp>
      <p:sp>
        <p:nvSpPr>
          <p:cNvPr id="8" name="Text Placeholder 9">
            <a:extLst>
              <a:ext uri="{FF2B5EF4-FFF2-40B4-BE49-F238E27FC236}">
                <a16:creationId xmlns:a16="http://schemas.microsoft.com/office/drawing/2014/main" id="{0E3630BD-BECD-EAC4-E990-837E4538F177}"/>
              </a:ext>
            </a:extLst>
          </p:cNvPr>
          <p:cNvSpPr>
            <a:spLocks noGrp="1"/>
          </p:cNvSpPr>
          <p:nvPr>
            <p:ph type="body" sz="quarter" idx="14" hasCustomPrompt="1"/>
          </p:nvPr>
        </p:nvSpPr>
        <p:spPr>
          <a:xfrm>
            <a:off x="493714" y="850557"/>
            <a:ext cx="3409950" cy="293129"/>
          </a:xfrm>
        </p:spPr>
        <p:txBody>
          <a:bodyPr/>
          <a:lstStyle>
            <a:lvl1pPr>
              <a:defRPr sz="1400">
                <a:solidFill>
                  <a:srgbClr val="666662"/>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23119079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plit, 1/3 04">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6DAAB40-46B1-1992-412B-65A59AD0F5C1}"/>
              </a:ext>
            </a:extLst>
          </p:cNvPr>
          <p:cNvGraphicFramePr>
            <a:graphicFrameLocks noChangeAspect="1"/>
          </p:cNvGraphicFramePr>
          <p:nvPr>
            <p:custDataLst>
              <p:tags r:id="rId1"/>
            </p:custDataLst>
            <p:extLst>
              <p:ext uri="{D42A27DB-BD31-4B8C-83A1-F6EECF244321}">
                <p14:modId xmlns:p14="http://schemas.microsoft.com/office/powerpoint/2010/main" val="27937755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2" name="think-cell data - do not delete" hidden="1">
                        <a:extLst>
                          <a:ext uri="{FF2B5EF4-FFF2-40B4-BE49-F238E27FC236}">
                            <a16:creationId xmlns:a16="http://schemas.microsoft.com/office/drawing/2014/main" id="{F6DAAB40-46B1-1992-412B-65A59AD0F5C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4324350" y="0"/>
            <a:ext cx="7867650" cy="6858000"/>
          </a:xfrm>
          <a:prstGeom prst="rect">
            <a:avLst/>
          </a:prstGeom>
          <a:gradFill flip="none" rotWithShape="1">
            <a:gsLst>
              <a:gs pos="0">
                <a:srgbClr val="3E13BA"/>
              </a:gs>
              <a:gs pos="100000">
                <a:srgbClr val="7552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4719636" y="368301"/>
            <a:ext cx="6996113" cy="57276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Content Placeholder 2">
            <a:extLst>
              <a:ext uri="{FF2B5EF4-FFF2-40B4-BE49-F238E27FC236}">
                <a16:creationId xmlns:a16="http://schemas.microsoft.com/office/drawing/2014/main" id="{BCB5A474-73C9-A1BB-9B8C-2880DA15A543}"/>
              </a:ext>
            </a:extLst>
          </p:cNvPr>
          <p:cNvSpPr>
            <a:spLocks noGrp="1"/>
          </p:cNvSpPr>
          <p:nvPr>
            <p:ph sz="quarter" idx="12" hasCustomPrompt="1"/>
          </p:nvPr>
        </p:nvSpPr>
        <p:spPr>
          <a:xfrm>
            <a:off x="493712" y="1663700"/>
            <a:ext cx="3414408"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BAFAF776-50B7-4CA0-0FAB-C7185567FABE}"/>
              </a:ext>
            </a:extLst>
          </p:cNvPr>
          <p:cNvSpPr>
            <a:spLocks noGrp="1"/>
          </p:cNvSpPr>
          <p:nvPr>
            <p:ph type="body" sz="half" idx="2" hasCustomPrompt="1"/>
          </p:nvPr>
        </p:nvSpPr>
        <p:spPr>
          <a:xfrm>
            <a:off x="4719636" y="6337300"/>
            <a:ext cx="6037265" cy="293128"/>
          </a:xfrm>
        </p:spPr>
        <p:txBody>
          <a:bodyPr vert="horz" lIns="0" tIns="0" rIns="0" bIns="0" rtlCol="0" anchor="b" anchorCtr="0">
            <a:noAutofit/>
          </a:bodyPr>
          <a:lstStyle>
            <a:lvl1pPr algn="r">
              <a:defRPr lang="en-US" sz="800" baseline="0" dirty="0" smtClean="0">
                <a:solidFill>
                  <a:schemeClr val="bg1"/>
                </a:solidFill>
              </a:defRPr>
            </a:lvl1pPr>
          </a:lstStyle>
          <a:p>
            <a:pPr lvl="0" algn="r"/>
            <a:r>
              <a:rPr lang="en-US" noProof="0"/>
              <a:t>Click to add footnote or delete if not in use</a:t>
            </a:r>
          </a:p>
        </p:txBody>
      </p:sp>
      <p:sp>
        <p:nvSpPr>
          <p:cNvPr id="4" name="TextBox 3">
            <a:extLst>
              <a:ext uri="{FF2B5EF4-FFF2-40B4-BE49-F238E27FC236}">
                <a16:creationId xmlns:a16="http://schemas.microsoft.com/office/drawing/2014/main" id="{C38E08E2-FA99-D26B-422A-AD46C8D9E92E}"/>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bg1"/>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bg1"/>
                </a:solidFill>
                <a:latin typeface="+mn-lt"/>
                <a:ea typeface="+mn-lt" panose="02000503000000020004" pitchFamily="2" charset="0"/>
              </a:rPr>
              <a:pPr algn="r"/>
              <a:t>‹#›</a:t>
            </a:fld>
            <a:endParaRPr lang="en-US" sz="1000" b="0" i="0" noProof="0">
              <a:solidFill>
                <a:schemeClr val="bg1"/>
              </a:solidFill>
              <a:latin typeface="+mn-lt"/>
              <a:ea typeface="+mn-lt" panose="02000503000000020004" pitchFamily="2" charset="0"/>
            </a:endParaRPr>
          </a:p>
        </p:txBody>
      </p:sp>
      <p:sp>
        <p:nvSpPr>
          <p:cNvPr id="5" name="Title 11">
            <a:extLst>
              <a:ext uri="{FF2B5EF4-FFF2-40B4-BE49-F238E27FC236}">
                <a16:creationId xmlns:a16="http://schemas.microsoft.com/office/drawing/2014/main" id="{9BF8646C-E8F1-EE02-82A8-6FA6E323F1ED}"/>
              </a:ext>
            </a:extLst>
          </p:cNvPr>
          <p:cNvSpPr>
            <a:spLocks noGrp="1"/>
          </p:cNvSpPr>
          <p:nvPr>
            <p:ph type="title"/>
          </p:nvPr>
        </p:nvSpPr>
        <p:spPr>
          <a:xfrm>
            <a:off x="493714" y="368301"/>
            <a:ext cx="3409950" cy="393699"/>
          </a:xfrm>
        </p:spPr>
        <p:txBody>
          <a:bodyPr vert="horz"/>
          <a:lstStyle/>
          <a:p>
            <a:r>
              <a:rPr lang="en-US" noProof="0"/>
              <a:t>Click to edit Master title style</a:t>
            </a:r>
          </a:p>
        </p:txBody>
      </p:sp>
      <p:sp>
        <p:nvSpPr>
          <p:cNvPr id="7" name="Text Placeholder 9">
            <a:extLst>
              <a:ext uri="{FF2B5EF4-FFF2-40B4-BE49-F238E27FC236}">
                <a16:creationId xmlns:a16="http://schemas.microsoft.com/office/drawing/2014/main" id="{BC8B3933-4499-F559-C3C4-5156D2B532BB}"/>
              </a:ext>
            </a:extLst>
          </p:cNvPr>
          <p:cNvSpPr>
            <a:spLocks noGrp="1"/>
          </p:cNvSpPr>
          <p:nvPr>
            <p:ph type="body" sz="quarter" idx="14" hasCustomPrompt="1"/>
          </p:nvPr>
        </p:nvSpPr>
        <p:spPr>
          <a:xfrm>
            <a:off x="493714" y="850557"/>
            <a:ext cx="3409950" cy="293129"/>
          </a:xfrm>
        </p:spPr>
        <p:txBody>
          <a:bodyPr/>
          <a:lstStyle>
            <a:lvl1pPr>
              <a:defRPr sz="1400">
                <a:solidFill>
                  <a:srgbClr val="666662"/>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314171545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plit, 1/3 05">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6DAAB40-46B1-1992-412B-65A59AD0F5C1}"/>
              </a:ext>
            </a:extLst>
          </p:cNvPr>
          <p:cNvGraphicFramePr>
            <a:graphicFrameLocks noChangeAspect="1"/>
          </p:cNvGraphicFramePr>
          <p:nvPr>
            <p:custDataLst>
              <p:tags r:id="rId1"/>
            </p:custDataLst>
            <p:extLst>
              <p:ext uri="{D42A27DB-BD31-4B8C-83A1-F6EECF244321}">
                <p14:modId xmlns:p14="http://schemas.microsoft.com/office/powerpoint/2010/main" val="27937755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2" name="think-cell data - do not delete" hidden="1">
                        <a:extLst>
                          <a:ext uri="{FF2B5EF4-FFF2-40B4-BE49-F238E27FC236}">
                            <a16:creationId xmlns:a16="http://schemas.microsoft.com/office/drawing/2014/main" id="{F6DAAB40-46B1-1992-412B-65A59AD0F5C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4324350" y="0"/>
            <a:ext cx="7867650" cy="6858000"/>
          </a:xfrm>
          <a:prstGeom prst="rect">
            <a:avLst/>
          </a:prstGeom>
          <a:gradFill flip="none" rotWithShape="1">
            <a:gsLst>
              <a:gs pos="0">
                <a:srgbClr val="6B7D00"/>
              </a:gs>
              <a:gs pos="100000">
                <a:srgbClr val="B5D208"/>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4719636" y="368301"/>
            <a:ext cx="6996113" cy="57276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Content Placeholder 2">
            <a:extLst>
              <a:ext uri="{FF2B5EF4-FFF2-40B4-BE49-F238E27FC236}">
                <a16:creationId xmlns:a16="http://schemas.microsoft.com/office/drawing/2014/main" id="{46C60F36-6919-4844-491F-49F7052E3F2B}"/>
              </a:ext>
            </a:extLst>
          </p:cNvPr>
          <p:cNvSpPr>
            <a:spLocks noGrp="1"/>
          </p:cNvSpPr>
          <p:nvPr>
            <p:ph sz="quarter" idx="12" hasCustomPrompt="1"/>
          </p:nvPr>
        </p:nvSpPr>
        <p:spPr>
          <a:xfrm>
            <a:off x="493712" y="1663700"/>
            <a:ext cx="3414408"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0F3CC11E-85D1-285B-A2A5-6356A2541E75}"/>
              </a:ext>
            </a:extLst>
          </p:cNvPr>
          <p:cNvSpPr>
            <a:spLocks noGrp="1"/>
          </p:cNvSpPr>
          <p:nvPr>
            <p:ph type="body" sz="half" idx="2" hasCustomPrompt="1"/>
          </p:nvPr>
        </p:nvSpPr>
        <p:spPr>
          <a:xfrm>
            <a:off x="4719636" y="6337300"/>
            <a:ext cx="6037265" cy="293128"/>
          </a:xfrm>
        </p:spPr>
        <p:txBody>
          <a:bodyPr vert="horz" lIns="0" tIns="0" rIns="0" bIns="0" rtlCol="0" anchor="b" anchorCtr="0">
            <a:noAutofit/>
          </a:bodyPr>
          <a:lstStyle>
            <a:lvl1pPr algn="r">
              <a:defRPr lang="en-US" sz="800" baseline="0" dirty="0" smtClean="0">
                <a:solidFill>
                  <a:schemeClr val="bg1"/>
                </a:solidFill>
              </a:defRPr>
            </a:lvl1pPr>
          </a:lstStyle>
          <a:p>
            <a:pPr lvl="0" algn="r"/>
            <a:r>
              <a:rPr lang="en-US" noProof="0"/>
              <a:t>Click to add footnote or delete if not in use</a:t>
            </a:r>
          </a:p>
        </p:txBody>
      </p:sp>
      <p:sp>
        <p:nvSpPr>
          <p:cNvPr id="4" name="TextBox 3">
            <a:extLst>
              <a:ext uri="{FF2B5EF4-FFF2-40B4-BE49-F238E27FC236}">
                <a16:creationId xmlns:a16="http://schemas.microsoft.com/office/drawing/2014/main" id="{F1859E0E-A7F5-2B2B-3F85-A6B4E4F894D1}"/>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bg1"/>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bg1"/>
                </a:solidFill>
                <a:latin typeface="+mn-lt"/>
                <a:ea typeface="+mn-lt" panose="02000503000000020004" pitchFamily="2" charset="0"/>
              </a:rPr>
              <a:pPr algn="r"/>
              <a:t>‹#›</a:t>
            </a:fld>
            <a:endParaRPr lang="en-US" sz="1000" b="0" i="0" noProof="0">
              <a:solidFill>
                <a:schemeClr val="bg1"/>
              </a:solidFill>
              <a:latin typeface="+mn-lt"/>
              <a:ea typeface="+mn-lt" panose="02000503000000020004" pitchFamily="2" charset="0"/>
            </a:endParaRPr>
          </a:p>
        </p:txBody>
      </p:sp>
      <p:sp>
        <p:nvSpPr>
          <p:cNvPr id="7" name="Title 11">
            <a:extLst>
              <a:ext uri="{FF2B5EF4-FFF2-40B4-BE49-F238E27FC236}">
                <a16:creationId xmlns:a16="http://schemas.microsoft.com/office/drawing/2014/main" id="{F694D135-81AC-F644-F77C-E92E5E902C26}"/>
              </a:ext>
            </a:extLst>
          </p:cNvPr>
          <p:cNvSpPr>
            <a:spLocks noGrp="1"/>
          </p:cNvSpPr>
          <p:nvPr>
            <p:ph type="title"/>
          </p:nvPr>
        </p:nvSpPr>
        <p:spPr>
          <a:xfrm>
            <a:off x="493714" y="368301"/>
            <a:ext cx="3409950" cy="393699"/>
          </a:xfrm>
        </p:spPr>
        <p:txBody>
          <a:bodyPr vert="horz"/>
          <a:lstStyle/>
          <a:p>
            <a:r>
              <a:rPr lang="en-US" noProof="0"/>
              <a:t>Click to edit Master title style</a:t>
            </a:r>
          </a:p>
        </p:txBody>
      </p:sp>
      <p:sp>
        <p:nvSpPr>
          <p:cNvPr id="8" name="Text Placeholder 9">
            <a:extLst>
              <a:ext uri="{FF2B5EF4-FFF2-40B4-BE49-F238E27FC236}">
                <a16:creationId xmlns:a16="http://schemas.microsoft.com/office/drawing/2014/main" id="{696517A7-A909-0158-02F8-2885BBAEACF0}"/>
              </a:ext>
            </a:extLst>
          </p:cNvPr>
          <p:cNvSpPr>
            <a:spLocks noGrp="1"/>
          </p:cNvSpPr>
          <p:nvPr>
            <p:ph type="body" sz="quarter" idx="14" hasCustomPrompt="1"/>
          </p:nvPr>
        </p:nvSpPr>
        <p:spPr>
          <a:xfrm>
            <a:off x="493714" y="850557"/>
            <a:ext cx="3409950" cy="293129"/>
          </a:xfrm>
        </p:spPr>
        <p:txBody>
          <a:bodyPr/>
          <a:lstStyle>
            <a:lvl1pPr>
              <a:defRPr sz="1400">
                <a:solidFill>
                  <a:srgbClr val="666662"/>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41413021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plit, 1/3 06">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6DAAB40-46B1-1992-412B-65A59AD0F5C1}"/>
              </a:ext>
            </a:extLst>
          </p:cNvPr>
          <p:cNvGraphicFramePr>
            <a:graphicFrameLocks noChangeAspect="1"/>
          </p:cNvGraphicFramePr>
          <p:nvPr>
            <p:custDataLst>
              <p:tags r:id="rId1"/>
            </p:custDataLst>
            <p:extLst>
              <p:ext uri="{D42A27DB-BD31-4B8C-83A1-F6EECF244321}">
                <p14:modId xmlns:p14="http://schemas.microsoft.com/office/powerpoint/2010/main" val="27937755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2" name="think-cell data - do not delete" hidden="1">
                        <a:extLst>
                          <a:ext uri="{FF2B5EF4-FFF2-40B4-BE49-F238E27FC236}">
                            <a16:creationId xmlns:a16="http://schemas.microsoft.com/office/drawing/2014/main" id="{F6DAAB40-46B1-1992-412B-65A59AD0F5C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4324350" y="0"/>
            <a:ext cx="7867650" cy="6858000"/>
          </a:xfrm>
          <a:prstGeom prst="rect">
            <a:avLst/>
          </a:prstGeom>
          <a:gradFill flip="none" rotWithShape="1">
            <a:gsLst>
              <a:gs pos="0">
                <a:srgbClr val="982B09"/>
              </a:gs>
              <a:gs pos="100000">
                <a:srgbClr val="FA6526"/>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4719636" y="368301"/>
            <a:ext cx="6996113" cy="57276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Content Placeholder 2">
            <a:extLst>
              <a:ext uri="{FF2B5EF4-FFF2-40B4-BE49-F238E27FC236}">
                <a16:creationId xmlns:a16="http://schemas.microsoft.com/office/drawing/2014/main" id="{1AC83F11-D3B2-431B-6323-DD50FC96FD2A}"/>
              </a:ext>
            </a:extLst>
          </p:cNvPr>
          <p:cNvSpPr>
            <a:spLocks noGrp="1"/>
          </p:cNvSpPr>
          <p:nvPr>
            <p:ph sz="quarter" idx="12" hasCustomPrompt="1"/>
          </p:nvPr>
        </p:nvSpPr>
        <p:spPr>
          <a:xfrm>
            <a:off x="493712" y="1663700"/>
            <a:ext cx="3414408"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8496CF25-C1E6-4558-6FC1-84781FF7E670}"/>
              </a:ext>
            </a:extLst>
          </p:cNvPr>
          <p:cNvSpPr>
            <a:spLocks noGrp="1"/>
          </p:cNvSpPr>
          <p:nvPr>
            <p:ph type="body" sz="half" idx="2" hasCustomPrompt="1"/>
          </p:nvPr>
        </p:nvSpPr>
        <p:spPr>
          <a:xfrm>
            <a:off x="4719636" y="6337300"/>
            <a:ext cx="6037265" cy="293128"/>
          </a:xfrm>
        </p:spPr>
        <p:txBody>
          <a:bodyPr vert="horz" lIns="0" tIns="0" rIns="0" bIns="0" rtlCol="0" anchor="b" anchorCtr="0">
            <a:noAutofit/>
          </a:bodyPr>
          <a:lstStyle>
            <a:lvl1pPr algn="r">
              <a:defRPr lang="en-US" sz="800" baseline="0" dirty="0" smtClean="0">
                <a:solidFill>
                  <a:schemeClr val="bg1"/>
                </a:solidFill>
              </a:defRPr>
            </a:lvl1pPr>
          </a:lstStyle>
          <a:p>
            <a:pPr lvl="0" algn="r"/>
            <a:r>
              <a:rPr lang="en-US" noProof="0"/>
              <a:t>Click to add footnote or delete if not in use</a:t>
            </a:r>
          </a:p>
        </p:txBody>
      </p:sp>
      <p:sp>
        <p:nvSpPr>
          <p:cNvPr id="4" name="TextBox 3">
            <a:extLst>
              <a:ext uri="{FF2B5EF4-FFF2-40B4-BE49-F238E27FC236}">
                <a16:creationId xmlns:a16="http://schemas.microsoft.com/office/drawing/2014/main" id="{F59E4658-754F-C4E3-AA66-E57D27A9D4F2}"/>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bg1"/>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bg1"/>
                </a:solidFill>
                <a:latin typeface="+mn-lt"/>
                <a:ea typeface="+mn-lt" panose="02000503000000020004" pitchFamily="2" charset="0"/>
              </a:rPr>
              <a:pPr algn="r"/>
              <a:t>‹#›</a:t>
            </a:fld>
            <a:endParaRPr lang="en-US" sz="1000" b="0" i="0" noProof="0">
              <a:solidFill>
                <a:schemeClr val="bg1"/>
              </a:solidFill>
              <a:latin typeface="+mn-lt"/>
              <a:ea typeface="+mn-lt" panose="02000503000000020004" pitchFamily="2" charset="0"/>
            </a:endParaRPr>
          </a:p>
        </p:txBody>
      </p:sp>
      <p:sp>
        <p:nvSpPr>
          <p:cNvPr id="7" name="Title 11">
            <a:extLst>
              <a:ext uri="{FF2B5EF4-FFF2-40B4-BE49-F238E27FC236}">
                <a16:creationId xmlns:a16="http://schemas.microsoft.com/office/drawing/2014/main" id="{0247F30B-D4AC-A515-5ECE-7891E56DE57C}"/>
              </a:ext>
            </a:extLst>
          </p:cNvPr>
          <p:cNvSpPr>
            <a:spLocks noGrp="1"/>
          </p:cNvSpPr>
          <p:nvPr>
            <p:ph type="title"/>
          </p:nvPr>
        </p:nvSpPr>
        <p:spPr>
          <a:xfrm>
            <a:off x="493714" y="368301"/>
            <a:ext cx="3409950" cy="393699"/>
          </a:xfrm>
        </p:spPr>
        <p:txBody>
          <a:bodyPr vert="horz"/>
          <a:lstStyle/>
          <a:p>
            <a:r>
              <a:rPr lang="en-US" noProof="0"/>
              <a:t>Click to edit Master title style</a:t>
            </a:r>
          </a:p>
        </p:txBody>
      </p:sp>
      <p:sp>
        <p:nvSpPr>
          <p:cNvPr id="8" name="Text Placeholder 9">
            <a:extLst>
              <a:ext uri="{FF2B5EF4-FFF2-40B4-BE49-F238E27FC236}">
                <a16:creationId xmlns:a16="http://schemas.microsoft.com/office/drawing/2014/main" id="{E9A712F2-807A-ECB0-2769-C48B4AACF1F3}"/>
              </a:ext>
            </a:extLst>
          </p:cNvPr>
          <p:cNvSpPr>
            <a:spLocks noGrp="1"/>
          </p:cNvSpPr>
          <p:nvPr>
            <p:ph type="body" sz="quarter" idx="14" hasCustomPrompt="1"/>
          </p:nvPr>
        </p:nvSpPr>
        <p:spPr>
          <a:xfrm>
            <a:off x="493714" y="850557"/>
            <a:ext cx="3409950" cy="293129"/>
          </a:xfrm>
        </p:spPr>
        <p:txBody>
          <a:bodyPr/>
          <a:lstStyle>
            <a:lvl1pPr>
              <a:defRPr sz="1400">
                <a:solidFill>
                  <a:srgbClr val="666662"/>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282791549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Split, 1/3 07">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6DAAB40-46B1-1992-412B-65A59AD0F5C1}"/>
              </a:ext>
            </a:extLst>
          </p:cNvPr>
          <p:cNvGraphicFramePr>
            <a:graphicFrameLocks noChangeAspect="1"/>
          </p:cNvGraphicFramePr>
          <p:nvPr>
            <p:custDataLst>
              <p:tags r:id="rId1"/>
            </p:custDataLst>
            <p:extLst>
              <p:ext uri="{D42A27DB-BD31-4B8C-83A1-F6EECF244321}">
                <p14:modId xmlns:p14="http://schemas.microsoft.com/office/powerpoint/2010/main" val="27937755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2" name="think-cell data - do not delete" hidden="1">
                        <a:extLst>
                          <a:ext uri="{FF2B5EF4-FFF2-40B4-BE49-F238E27FC236}">
                            <a16:creationId xmlns:a16="http://schemas.microsoft.com/office/drawing/2014/main" id="{F6DAAB40-46B1-1992-412B-65A59AD0F5C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4324350" y="0"/>
            <a:ext cx="7867650" cy="6858000"/>
          </a:xfrm>
          <a:prstGeom prst="rect">
            <a:avLst/>
          </a:prstGeom>
          <a:gradFill flip="none" rotWithShape="1">
            <a:gsLst>
              <a:gs pos="0">
                <a:srgbClr val="AA5200"/>
              </a:gs>
              <a:gs pos="100000">
                <a:srgbClr val="FF96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4719636" y="368301"/>
            <a:ext cx="6996113" cy="57276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Content Placeholder 2">
            <a:extLst>
              <a:ext uri="{FF2B5EF4-FFF2-40B4-BE49-F238E27FC236}">
                <a16:creationId xmlns:a16="http://schemas.microsoft.com/office/drawing/2014/main" id="{7972B6A5-612B-C2C4-9C49-A7D7AA272A42}"/>
              </a:ext>
            </a:extLst>
          </p:cNvPr>
          <p:cNvSpPr>
            <a:spLocks noGrp="1"/>
          </p:cNvSpPr>
          <p:nvPr>
            <p:ph sz="quarter" idx="12" hasCustomPrompt="1"/>
          </p:nvPr>
        </p:nvSpPr>
        <p:spPr>
          <a:xfrm>
            <a:off x="493712" y="1663700"/>
            <a:ext cx="3414408"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E2F78777-F855-68E8-2EB4-B471AC9EBB15}"/>
              </a:ext>
            </a:extLst>
          </p:cNvPr>
          <p:cNvSpPr>
            <a:spLocks noGrp="1"/>
          </p:cNvSpPr>
          <p:nvPr>
            <p:ph type="body" sz="half" idx="2" hasCustomPrompt="1"/>
          </p:nvPr>
        </p:nvSpPr>
        <p:spPr>
          <a:xfrm>
            <a:off x="4719636" y="6337300"/>
            <a:ext cx="6037265" cy="293128"/>
          </a:xfrm>
        </p:spPr>
        <p:txBody>
          <a:bodyPr vert="horz" lIns="0" tIns="0" rIns="0" bIns="0" rtlCol="0" anchor="b" anchorCtr="0">
            <a:noAutofit/>
          </a:bodyPr>
          <a:lstStyle>
            <a:lvl1pPr algn="r">
              <a:defRPr lang="en-US" sz="800" baseline="0" dirty="0" smtClean="0">
                <a:solidFill>
                  <a:schemeClr val="bg1"/>
                </a:solidFill>
              </a:defRPr>
            </a:lvl1pPr>
          </a:lstStyle>
          <a:p>
            <a:pPr lvl="0" algn="r"/>
            <a:r>
              <a:rPr lang="en-US" noProof="0"/>
              <a:t>Click to add footnote or delete if not in use</a:t>
            </a:r>
          </a:p>
        </p:txBody>
      </p:sp>
      <p:sp>
        <p:nvSpPr>
          <p:cNvPr id="4" name="TextBox 3">
            <a:extLst>
              <a:ext uri="{FF2B5EF4-FFF2-40B4-BE49-F238E27FC236}">
                <a16:creationId xmlns:a16="http://schemas.microsoft.com/office/drawing/2014/main" id="{EF2700E4-F739-A609-341F-AE925BF6DDE1}"/>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bg1"/>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bg1"/>
                </a:solidFill>
                <a:latin typeface="+mn-lt"/>
                <a:ea typeface="+mn-lt" panose="02000503000000020004" pitchFamily="2" charset="0"/>
              </a:rPr>
              <a:pPr algn="r"/>
              <a:t>‹#›</a:t>
            </a:fld>
            <a:endParaRPr lang="en-US" sz="1000" b="0" i="0" noProof="0">
              <a:solidFill>
                <a:schemeClr val="bg1"/>
              </a:solidFill>
              <a:latin typeface="+mn-lt"/>
              <a:ea typeface="+mn-lt" panose="02000503000000020004" pitchFamily="2" charset="0"/>
            </a:endParaRPr>
          </a:p>
        </p:txBody>
      </p:sp>
      <p:sp>
        <p:nvSpPr>
          <p:cNvPr id="7" name="Title 11">
            <a:extLst>
              <a:ext uri="{FF2B5EF4-FFF2-40B4-BE49-F238E27FC236}">
                <a16:creationId xmlns:a16="http://schemas.microsoft.com/office/drawing/2014/main" id="{EB1D3EE1-5729-3549-4BE9-3A058EAD2ABE}"/>
              </a:ext>
            </a:extLst>
          </p:cNvPr>
          <p:cNvSpPr>
            <a:spLocks noGrp="1"/>
          </p:cNvSpPr>
          <p:nvPr>
            <p:ph type="title"/>
          </p:nvPr>
        </p:nvSpPr>
        <p:spPr>
          <a:xfrm>
            <a:off x="493714" y="368301"/>
            <a:ext cx="3409950" cy="393699"/>
          </a:xfrm>
        </p:spPr>
        <p:txBody>
          <a:bodyPr vert="horz"/>
          <a:lstStyle/>
          <a:p>
            <a:r>
              <a:rPr lang="en-US" noProof="0"/>
              <a:t>Click to edit Master title style</a:t>
            </a:r>
          </a:p>
        </p:txBody>
      </p:sp>
      <p:sp>
        <p:nvSpPr>
          <p:cNvPr id="8" name="Text Placeholder 9">
            <a:extLst>
              <a:ext uri="{FF2B5EF4-FFF2-40B4-BE49-F238E27FC236}">
                <a16:creationId xmlns:a16="http://schemas.microsoft.com/office/drawing/2014/main" id="{3CE0DF0E-5D32-2838-33E9-03699896A345}"/>
              </a:ext>
            </a:extLst>
          </p:cNvPr>
          <p:cNvSpPr>
            <a:spLocks noGrp="1"/>
          </p:cNvSpPr>
          <p:nvPr>
            <p:ph type="body" sz="quarter" idx="14" hasCustomPrompt="1"/>
          </p:nvPr>
        </p:nvSpPr>
        <p:spPr>
          <a:xfrm>
            <a:off x="493714" y="850557"/>
            <a:ext cx="3409950" cy="293129"/>
          </a:xfrm>
        </p:spPr>
        <p:txBody>
          <a:bodyPr/>
          <a:lstStyle>
            <a:lvl1pPr>
              <a:defRPr sz="1400">
                <a:solidFill>
                  <a:srgbClr val="666662"/>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89783664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Split, 1/3 08">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6DAAB40-46B1-1992-412B-65A59AD0F5C1}"/>
              </a:ext>
            </a:extLst>
          </p:cNvPr>
          <p:cNvGraphicFramePr>
            <a:graphicFrameLocks noChangeAspect="1"/>
          </p:cNvGraphicFramePr>
          <p:nvPr>
            <p:custDataLst>
              <p:tags r:id="rId1"/>
            </p:custDataLst>
            <p:extLst>
              <p:ext uri="{D42A27DB-BD31-4B8C-83A1-F6EECF244321}">
                <p14:modId xmlns:p14="http://schemas.microsoft.com/office/powerpoint/2010/main" val="27937755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2" name="think-cell data - do not delete" hidden="1">
                        <a:extLst>
                          <a:ext uri="{FF2B5EF4-FFF2-40B4-BE49-F238E27FC236}">
                            <a16:creationId xmlns:a16="http://schemas.microsoft.com/office/drawing/2014/main" id="{F6DAAB40-46B1-1992-412B-65A59AD0F5C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4B92538C-E6AC-5624-BA4B-469D4CB533B1}"/>
              </a:ext>
            </a:extLst>
          </p:cNvPr>
          <p:cNvSpPr/>
          <p:nvPr/>
        </p:nvSpPr>
        <p:spPr>
          <a:xfrm>
            <a:off x="4324350" y="0"/>
            <a:ext cx="7867650" cy="6858000"/>
          </a:xfrm>
          <a:prstGeom prst="rect">
            <a:avLst/>
          </a:prstGeom>
          <a:gradFill flip="none" rotWithShape="1">
            <a:gsLst>
              <a:gs pos="0">
                <a:srgbClr val="A88100"/>
              </a:gs>
              <a:gs pos="100000">
                <a:srgbClr val="E1B52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noProof="0">
              <a:latin typeface="+mn-lt"/>
            </a:endParaRPr>
          </a:p>
        </p:txBody>
      </p:sp>
      <p:sp>
        <p:nvSpPr>
          <p:cNvPr id="17" name="Content Placeholder 16">
            <a:extLst>
              <a:ext uri="{FF2B5EF4-FFF2-40B4-BE49-F238E27FC236}">
                <a16:creationId xmlns:a16="http://schemas.microsoft.com/office/drawing/2014/main" id="{68B172E4-F55E-5ACE-3E80-9269B9144E01}"/>
              </a:ext>
            </a:extLst>
          </p:cNvPr>
          <p:cNvSpPr>
            <a:spLocks noGrp="1"/>
          </p:cNvSpPr>
          <p:nvPr>
            <p:ph sz="quarter" idx="11" hasCustomPrompt="1"/>
          </p:nvPr>
        </p:nvSpPr>
        <p:spPr>
          <a:xfrm>
            <a:off x="4719636" y="368301"/>
            <a:ext cx="6996113" cy="5727699"/>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Content Placeholder 2">
            <a:extLst>
              <a:ext uri="{FF2B5EF4-FFF2-40B4-BE49-F238E27FC236}">
                <a16:creationId xmlns:a16="http://schemas.microsoft.com/office/drawing/2014/main" id="{C80D0645-3927-1932-5155-67E0F9419DC0}"/>
              </a:ext>
            </a:extLst>
          </p:cNvPr>
          <p:cNvSpPr>
            <a:spLocks noGrp="1"/>
          </p:cNvSpPr>
          <p:nvPr>
            <p:ph sz="quarter" idx="12" hasCustomPrompt="1"/>
          </p:nvPr>
        </p:nvSpPr>
        <p:spPr>
          <a:xfrm>
            <a:off x="493712" y="1663700"/>
            <a:ext cx="3414408"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4C39DA30-4FE4-FA07-E672-DEEE1CB4970D}"/>
              </a:ext>
            </a:extLst>
          </p:cNvPr>
          <p:cNvSpPr>
            <a:spLocks noGrp="1"/>
          </p:cNvSpPr>
          <p:nvPr>
            <p:ph type="body" sz="half" idx="2" hasCustomPrompt="1"/>
          </p:nvPr>
        </p:nvSpPr>
        <p:spPr>
          <a:xfrm>
            <a:off x="4719636" y="6337300"/>
            <a:ext cx="6037265" cy="293128"/>
          </a:xfrm>
        </p:spPr>
        <p:txBody>
          <a:bodyPr vert="horz" lIns="0" tIns="0" rIns="0" bIns="0" rtlCol="0" anchor="b" anchorCtr="0">
            <a:noAutofit/>
          </a:bodyPr>
          <a:lstStyle>
            <a:lvl1pPr algn="r">
              <a:defRPr lang="en-US" sz="800" baseline="0" dirty="0" smtClean="0">
                <a:solidFill>
                  <a:schemeClr val="bg1"/>
                </a:solidFill>
              </a:defRPr>
            </a:lvl1pPr>
          </a:lstStyle>
          <a:p>
            <a:pPr lvl="0" algn="r"/>
            <a:r>
              <a:rPr lang="en-US" noProof="0"/>
              <a:t>Click to add footnote or delete if not in use</a:t>
            </a:r>
          </a:p>
        </p:txBody>
      </p:sp>
      <p:sp>
        <p:nvSpPr>
          <p:cNvPr id="4" name="TextBox 3">
            <a:extLst>
              <a:ext uri="{FF2B5EF4-FFF2-40B4-BE49-F238E27FC236}">
                <a16:creationId xmlns:a16="http://schemas.microsoft.com/office/drawing/2014/main" id="{E6A67C0B-74BA-2023-0E94-1227B5BBCBE1}"/>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noProof="0">
                <a:solidFill>
                  <a:schemeClr val="bg1"/>
                </a:solidFill>
                <a:latin typeface="+mn-lt" panose="02000503000000020004" pitchFamily="2" charset="0"/>
                <a:ea typeface="+mn-lt" panose="02000503000000020004" pitchFamily="2" charset="0"/>
              </a:rPr>
              <a:t> </a:t>
            </a:r>
            <a:fld id="{5AF2C470-0A42-9C4B-AFBC-53E297ADA29D}" type="slidenum">
              <a:rPr lang="en-US" sz="1000" b="0" i="0" noProof="0" smtClean="0">
                <a:solidFill>
                  <a:schemeClr val="bg1"/>
                </a:solidFill>
                <a:latin typeface="+mn-lt"/>
                <a:ea typeface="+mn-lt" panose="02000503000000020004" pitchFamily="2" charset="0"/>
              </a:rPr>
              <a:pPr algn="r"/>
              <a:t>‹#›</a:t>
            </a:fld>
            <a:endParaRPr lang="en-US" sz="1000" b="0" i="0" noProof="0">
              <a:solidFill>
                <a:schemeClr val="bg1"/>
              </a:solidFill>
              <a:latin typeface="+mn-lt"/>
              <a:ea typeface="+mn-lt" panose="02000503000000020004" pitchFamily="2" charset="0"/>
            </a:endParaRPr>
          </a:p>
        </p:txBody>
      </p:sp>
      <p:sp>
        <p:nvSpPr>
          <p:cNvPr id="7" name="Title 11">
            <a:extLst>
              <a:ext uri="{FF2B5EF4-FFF2-40B4-BE49-F238E27FC236}">
                <a16:creationId xmlns:a16="http://schemas.microsoft.com/office/drawing/2014/main" id="{F1136E67-AAFA-C13E-EAD8-6E73E962A5F1}"/>
              </a:ext>
            </a:extLst>
          </p:cNvPr>
          <p:cNvSpPr>
            <a:spLocks noGrp="1"/>
          </p:cNvSpPr>
          <p:nvPr>
            <p:ph type="title"/>
          </p:nvPr>
        </p:nvSpPr>
        <p:spPr>
          <a:xfrm>
            <a:off x="493714" y="368301"/>
            <a:ext cx="3409950" cy="393699"/>
          </a:xfrm>
        </p:spPr>
        <p:txBody>
          <a:bodyPr vert="horz"/>
          <a:lstStyle/>
          <a:p>
            <a:r>
              <a:rPr lang="en-US" noProof="0"/>
              <a:t>Click to edit Master title style</a:t>
            </a:r>
          </a:p>
        </p:txBody>
      </p:sp>
      <p:sp>
        <p:nvSpPr>
          <p:cNvPr id="8" name="Text Placeholder 9">
            <a:extLst>
              <a:ext uri="{FF2B5EF4-FFF2-40B4-BE49-F238E27FC236}">
                <a16:creationId xmlns:a16="http://schemas.microsoft.com/office/drawing/2014/main" id="{69544257-8686-BA83-A861-EF1757234E18}"/>
              </a:ext>
            </a:extLst>
          </p:cNvPr>
          <p:cNvSpPr>
            <a:spLocks noGrp="1"/>
          </p:cNvSpPr>
          <p:nvPr>
            <p:ph type="body" sz="quarter" idx="14" hasCustomPrompt="1"/>
          </p:nvPr>
        </p:nvSpPr>
        <p:spPr>
          <a:xfrm>
            <a:off x="493714" y="850557"/>
            <a:ext cx="3409950" cy="293129"/>
          </a:xfrm>
        </p:spPr>
        <p:txBody>
          <a:bodyPr/>
          <a:lstStyle>
            <a:lvl1pPr>
              <a:defRPr sz="1400">
                <a:solidFill>
                  <a:srgbClr val="666662"/>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400661783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Quote full image 01">
    <p:spTree>
      <p:nvGrpSpPr>
        <p:cNvPr id="1" name=""/>
        <p:cNvGrpSpPr/>
        <p:nvPr/>
      </p:nvGrpSpPr>
      <p:grpSpPr>
        <a:xfrm>
          <a:off x="0" y="0"/>
          <a:ext cx="0" cy="0"/>
          <a:chOff x="0" y="0"/>
          <a:chExt cx="0" cy="0"/>
        </a:xfrm>
      </p:grpSpPr>
      <p:graphicFrame>
        <p:nvGraphicFramePr>
          <p:cNvPr id="27" name="Object 26">
            <a:extLst>
              <a:ext uri="{FF2B5EF4-FFF2-40B4-BE49-F238E27FC236}">
                <a16:creationId xmlns:a16="http://schemas.microsoft.com/office/drawing/2014/main" id="{A5ECC767-D0A0-DD06-250B-609CC2BC76FA}"/>
              </a:ext>
            </a:extLst>
          </p:cNvPr>
          <p:cNvGraphicFramePr>
            <a:graphicFrameLocks noChangeAspect="1"/>
          </p:cNvGraphicFramePr>
          <p:nvPr>
            <p:custDataLst>
              <p:tags r:id="rId1"/>
            </p:custDataLst>
            <p:extLst>
              <p:ext uri="{D42A27DB-BD31-4B8C-83A1-F6EECF244321}">
                <p14:modId xmlns:p14="http://schemas.microsoft.com/office/powerpoint/2010/main" val="32471113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7" name="Object 26">
                        <a:extLst>
                          <a:ext uri="{FF2B5EF4-FFF2-40B4-BE49-F238E27FC236}">
                            <a16:creationId xmlns:a16="http://schemas.microsoft.com/office/drawing/2014/main" id="{A5ECC767-D0A0-DD06-250B-609CC2BC76F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954889A3-DE8C-C68E-0B62-56C3FB440EE9}"/>
              </a:ext>
            </a:extLst>
          </p:cNvPr>
          <p:cNvSpPr>
            <a:spLocks noGrp="1"/>
          </p:cNvSpPr>
          <p:nvPr>
            <p:ph type="pic" sz="quarter" idx="11"/>
          </p:nvPr>
        </p:nvSpPr>
        <p:spPr>
          <a:xfrm>
            <a:off x="0" y="0"/>
            <a:ext cx="12192000" cy="6858000"/>
          </a:xfrm>
          <a:custGeom>
            <a:avLst/>
            <a:gdLst>
              <a:gd name="connsiteX0" fmla="*/ 5929745 w 12192000"/>
              <a:gd name="connsiteY0" fmla="*/ 544945 h 6858000"/>
              <a:gd name="connsiteX1" fmla="*/ 5929745 w 12192000"/>
              <a:gd name="connsiteY1" fmla="*/ 6326909 h 6858000"/>
              <a:gd name="connsiteX2" fmla="*/ 11684000 w 12192000"/>
              <a:gd name="connsiteY2" fmla="*/ 6326909 h 6858000"/>
              <a:gd name="connsiteX3" fmla="*/ 11684000 w 12192000"/>
              <a:gd name="connsiteY3" fmla="*/ 54494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929745" y="544945"/>
                </a:moveTo>
                <a:lnTo>
                  <a:pt x="5929745" y="6326909"/>
                </a:lnTo>
                <a:lnTo>
                  <a:pt x="11684000" y="6326909"/>
                </a:lnTo>
                <a:lnTo>
                  <a:pt x="11684000" y="544945"/>
                </a:lnTo>
                <a:close/>
                <a:moveTo>
                  <a:pt x="0" y="0"/>
                </a:moveTo>
                <a:lnTo>
                  <a:pt x="12192000" y="0"/>
                </a:lnTo>
                <a:lnTo>
                  <a:pt x="12192000" y="6858000"/>
                </a:lnTo>
                <a:lnTo>
                  <a:pt x="0" y="6858000"/>
                </a:lnTo>
                <a:close/>
              </a:path>
            </a:pathLst>
          </a:custGeom>
        </p:spPr>
        <p:txBody>
          <a:bodyPr wrap="square">
            <a:noAutofit/>
          </a:bodyPr>
          <a:lstStyle>
            <a:lvl1pPr>
              <a:defRPr sz="1200"/>
            </a:lvl1pPr>
          </a:lstStyle>
          <a:p>
            <a:r>
              <a:rPr lang="en-US" noProof="0"/>
              <a:t>Click icon to add picture</a:t>
            </a:r>
          </a:p>
        </p:txBody>
      </p:sp>
      <p:sp>
        <p:nvSpPr>
          <p:cNvPr id="3" name="Rectangle 2">
            <a:extLst>
              <a:ext uri="{FF2B5EF4-FFF2-40B4-BE49-F238E27FC236}">
                <a16:creationId xmlns:a16="http://schemas.microsoft.com/office/drawing/2014/main" id="{BBC6DF9C-9AED-C91D-BBA0-51874CAD5066}"/>
              </a:ext>
            </a:extLst>
          </p:cNvPr>
          <p:cNvSpPr/>
          <p:nvPr/>
        </p:nvSpPr>
        <p:spPr>
          <a:xfrm>
            <a:off x="5929745" y="544945"/>
            <a:ext cx="5754255" cy="5781964"/>
          </a:xfrm>
          <a:prstGeom prst="rect">
            <a:avLst/>
          </a:prstGeom>
          <a:gradFill flip="none" rotWithShape="1">
            <a:gsLst>
              <a:gs pos="0">
                <a:srgbClr val="0038FF"/>
              </a:gs>
              <a:gs pos="100000">
                <a:srgbClr val="269A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ctrTitle" hasCustomPrompt="1"/>
          </p:nvPr>
        </p:nvSpPr>
        <p:spPr>
          <a:xfrm>
            <a:off x="6486808" y="1159729"/>
            <a:ext cx="4614946" cy="3740518"/>
          </a:xfrm>
          <a:prstGeom prst="rect">
            <a:avLst/>
          </a:prstGeom>
        </p:spPr>
        <p:txBody>
          <a:bodyPr vert="horz" lIns="0" tIns="0" rIns="0" bIns="0" anchor="t"/>
          <a:lstStyle>
            <a:lvl1pPr algn="l">
              <a:lnSpc>
                <a:spcPct val="100000"/>
              </a:lnSpc>
              <a:defRPr sz="3200" b="0" i="0">
                <a:solidFill>
                  <a:schemeClr val="bg2"/>
                </a:solidFill>
                <a:latin typeface="+mj-lt" panose="02020502080301010103" pitchFamily="18" charset="77"/>
                <a:cs typeface="+mn-lt" panose="020B0402040204020203" pitchFamily="34" charset="0"/>
              </a:defRPr>
            </a:lvl1pPr>
          </a:lstStyle>
          <a:p>
            <a:r>
              <a:rPr lang="en-US" noProof="0"/>
              <a:t>Use this textbox to </a:t>
            </a:r>
            <a:br>
              <a:rPr lang="en-US" noProof="0"/>
            </a:br>
            <a:r>
              <a:rPr lang="en-US" noProof="0"/>
              <a:t>include quotes. Sentence case. Do not modify size or placement of textbox.</a:t>
            </a:r>
          </a:p>
        </p:txBody>
      </p:sp>
      <p:sp>
        <p:nvSpPr>
          <p:cNvPr id="7" name="Text Placeholder 6">
            <a:extLst>
              <a:ext uri="{FF2B5EF4-FFF2-40B4-BE49-F238E27FC236}">
                <a16:creationId xmlns:a16="http://schemas.microsoft.com/office/drawing/2014/main" id="{88641B03-32BB-0F77-591E-D9D591EF024F}"/>
              </a:ext>
            </a:extLst>
          </p:cNvPr>
          <p:cNvSpPr>
            <a:spLocks noGrp="1"/>
          </p:cNvSpPr>
          <p:nvPr>
            <p:ph type="body" sz="quarter" idx="10" hasCustomPrompt="1"/>
          </p:nvPr>
        </p:nvSpPr>
        <p:spPr>
          <a:xfrm>
            <a:off x="6486525" y="5287107"/>
            <a:ext cx="4614863" cy="456467"/>
          </a:xfrm>
          <a:prstGeom prst="rect">
            <a:avLst/>
          </a:prstGeom>
        </p:spPr>
        <p:txBody>
          <a:bodyPr lIns="0" tIns="0" rIns="0" bIns="0" anchor="ctr"/>
          <a:lstStyle>
            <a:lvl1pPr marL="0" indent="0">
              <a:buNone/>
              <a:defRPr sz="1200" b="0" i="0">
                <a:solidFill>
                  <a:schemeClr val="bg2"/>
                </a:solidFill>
                <a:latin typeface="+mn-lt"/>
                <a:ea typeface="+mn-lt" panose="02000503000000020004" pitchFamily="2" charset="0"/>
                <a:cs typeface="+mn-lt" panose="020B0502040204020203" pitchFamily="34" charset="0"/>
              </a:defRPr>
            </a:lvl1pPr>
            <a:lvl2pPr marL="457200" indent="0">
              <a:buNone/>
              <a:defRPr>
                <a:latin typeface="+mn-lt" panose="020B0504030504040204" pitchFamily="34" charset="-78"/>
                <a:cs typeface="+mn-lt" panose="020B0504030504040204" pitchFamily="34" charset="-78"/>
              </a:defRPr>
            </a:lvl2pPr>
            <a:lvl3pPr marL="914400" indent="0">
              <a:buNone/>
              <a:defRPr>
                <a:latin typeface="+mn-lt" panose="020B0504030504040204" pitchFamily="34" charset="-78"/>
                <a:cs typeface="+mn-lt" panose="020B0504030504040204" pitchFamily="34" charset="-78"/>
              </a:defRPr>
            </a:lvl3pPr>
            <a:lvl4pPr marL="1371600" indent="0">
              <a:buNone/>
              <a:defRPr>
                <a:latin typeface="+mn-lt" panose="020B0504030504040204" pitchFamily="34" charset="-78"/>
                <a:cs typeface="+mn-lt" panose="020B0504030504040204" pitchFamily="34" charset="-78"/>
              </a:defRPr>
            </a:lvl4pPr>
            <a:lvl5pPr marL="1828800" indent="0">
              <a:buNone/>
              <a:defRPr>
                <a:latin typeface="+mn-lt" panose="020B0504030504040204" pitchFamily="34" charset="-78"/>
                <a:cs typeface="+mn-lt" panose="020B0504030504040204" pitchFamily="34" charset="-78"/>
              </a:defRPr>
            </a:lvl5pPr>
          </a:lstStyle>
          <a:p>
            <a:pPr lvl="0"/>
            <a:r>
              <a:rPr lang="en-US" noProof="0"/>
              <a:t>Attribution name</a:t>
            </a:r>
          </a:p>
        </p:txBody>
      </p:sp>
    </p:spTree>
    <p:extLst>
      <p:ext uri="{BB962C8B-B14F-4D97-AF65-F5344CB8AC3E}">
        <p14:creationId xmlns:p14="http://schemas.microsoft.com/office/powerpoint/2010/main" val="1614227885"/>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Quote full image 02">
    <p:spTree>
      <p:nvGrpSpPr>
        <p:cNvPr id="1" name=""/>
        <p:cNvGrpSpPr/>
        <p:nvPr/>
      </p:nvGrpSpPr>
      <p:grpSpPr>
        <a:xfrm>
          <a:off x="0" y="0"/>
          <a:ext cx="0" cy="0"/>
          <a:chOff x="0" y="0"/>
          <a:chExt cx="0" cy="0"/>
        </a:xfrm>
      </p:grpSpPr>
      <p:graphicFrame>
        <p:nvGraphicFramePr>
          <p:cNvPr id="27" name="Object 26">
            <a:extLst>
              <a:ext uri="{FF2B5EF4-FFF2-40B4-BE49-F238E27FC236}">
                <a16:creationId xmlns:a16="http://schemas.microsoft.com/office/drawing/2014/main" id="{A5ECC767-D0A0-DD06-250B-609CC2BC76FA}"/>
              </a:ext>
            </a:extLst>
          </p:cNvPr>
          <p:cNvGraphicFramePr>
            <a:graphicFrameLocks noChangeAspect="1"/>
          </p:cNvGraphicFramePr>
          <p:nvPr>
            <p:custDataLst>
              <p:tags r:id="rId1"/>
            </p:custDataLst>
            <p:extLst>
              <p:ext uri="{D42A27DB-BD31-4B8C-83A1-F6EECF244321}">
                <p14:modId xmlns:p14="http://schemas.microsoft.com/office/powerpoint/2010/main" val="8319559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7" name="Object 26">
                        <a:extLst>
                          <a:ext uri="{FF2B5EF4-FFF2-40B4-BE49-F238E27FC236}">
                            <a16:creationId xmlns:a16="http://schemas.microsoft.com/office/drawing/2014/main" id="{A5ECC767-D0A0-DD06-250B-609CC2BC76F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954889A3-DE8C-C68E-0B62-56C3FB440EE9}"/>
              </a:ext>
            </a:extLst>
          </p:cNvPr>
          <p:cNvSpPr>
            <a:spLocks noGrp="1"/>
          </p:cNvSpPr>
          <p:nvPr>
            <p:ph type="pic" sz="quarter" idx="11"/>
          </p:nvPr>
        </p:nvSpPr>
        <p:spPr>
          <a:xfrm>
            <a:off x="0" y="0"/>
            <a:ext cx="12192000" cy="6858000"/>
          </a:xfrm>
          <a:custGeom>
            <a:avLst/>
            <a:gdLst>
              <a:gd name="connsiteX0" fmla="*/ 5929745 w 12192000"/>
              <a:gd name="connsiteY0" fmla="*/ 544945 h 6858000"/>
              <a:gd name="connsiteX1" fmla="*/ 5929745 w 12192000"/>
              <a:gd name="connsiteY1" fmla="*/ 6326909 h 6858000"/>
              <a:gd name="connsiteX2" fmla="*/ 11684000 w 12192000"/>
              <a:gd name="connsiteY2" fmla="*/ 6326909 h 6858000"/>
              <a:gd name="connsiteX3" fmla="*/ 11684000 w 12192000"/>
              <a:gd name="connsiteY3" fmla="*/ 54494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929745" y="544945"/>
                </a:moveTo>
                <a:lnTo>
                  <a:pt x="5929745" y="6326909"/>
                </a:lnTo>
                <a:lnTo>
                  <a:pt x="11684000" y="6326909"/>
                </a:lnTo>
                <a:lnTo>
                  <a:pt x="11684000" y="544945"/>
                </a:lnTo>
                <a:close/>
                <a:moveTo>
                  <a:pt x="0" y="0"/>
                </a:moveTo>
                <a:lnTo>
                  <a:pt x="12192000" y="0"/>
                </a:lnTo>
                <a:lnTo>
                  <a:pt x="12192000" y="6858000"/>
                </a:lnTo>
                <a:lnTo>
                  <a:pt x="0" y="6858000"/>
                </a:lnTo>
                <a:close/>
              </a:path>
            </a:pathLst>
          </a:custGeom>
        </p:spPr>
        <p:txBody>
          <a:bodyPr wrap="square">
            <a:noAutofit/>
          </a:bodyPr>
          <a:lstStyle>
            <a:lvl1pPr>
              <a:defRPr sz="1200"/>
            </a:lvl1pPr>
          </a:lstStyle>
          <a:p>
            <a:r>
              <a:rPr lang="en-US" noProof="0"/>
              <a:t>Click icon to add picture</a:t>
            </a:r>
          </a:p>
        </p:txBody>
      </p:sp>
      <p:sp>
        <p:nvSpPr>
          <p:cNvPr id="3" name="Rectangle 2">
            <a:extLst>
              <a:ext uri="{FF2B5EF4-FFF2-40B4-BE49-F238E27FC236}">
                <a16:creationId xmlns:a16="http://schemas.microsoft.com/office/drawing/2014/main" id="{BBC6DF9C-9AED-C91D-BBA0-51874CAD5066}"/>
              </a:ext>
            </a:extLst>
          </p:cNvPr>
          <p:cNvSpPr/>
          <p:nvPr/>
        </p:nvSpPr>
        <p:spPr>
          <a:xfrm>
            <a:off x="5929745" y="544945"/>
            <a:ext cx="5754255" cy="5781964"/>
          </a:xfrm>
          <a:prstGeom prst="rect">
            <a:avLst/>
          </a:prstGeom>
          <a:gradFill flip="none" rotWithShape="1">
            <a:gsLst>
              <a:gs pos="0">
                <a:srgbClr val="3E13BA"/>
              </a:gs>
              <a:gs pos="100000">
                <a:srgbClr val="7552FF"/>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noProof="0">
              <a:latin typeface="+mn-lt"/>
            </a:endParaRPr>
          </a:p>
        </p:txBody>
      </p:sp>
      <p:sp>
        <p:nvSpPr>
          <p:cNvPr id="2" name="Title 1"/>
          <p:cNvSpPr>
            <a:spLocks noGrp="1"/>
          </p:cNvSpPr>
          <p:nvPr>
            <p:ph type="ctrTitle" hasCustomPrompt="1"/>
          </p:nvPr>
        </p:nvSpPr>
        <p:spPr>
          <a:xfrm>
            <a:off x="6486808" y="1159729"/>
            <a:ext cx="4614946" cy="3740518"/>
          </a:xfrm>
          <a:prstGeom prst="rect">
            <a:avLst/>
          </a:prstGeom>
        </p:spPr>
        <p:txBody>
          <a:bodyPr vert="horz" lIns="0" tIns="0" rIns="0" bIns="0" anchor="t"/>
          <a:lstStyle>
            <a:lvl1pPr algn="l">
              <a:lnSpc>
                <a:spcPct val="100000"/>
              </a:lnSpc>
              <a:defRPr sz="3200" b="0" i="0">
                <a:solidFill>
                  <a:schemeClr val="bg2"/>
                </a:solidFill>
                <a:latin typeface="+mj-lt" panose="02020502080301010103" pitchFamily="18" charset="77"/>
                <a:cs typeface="+mn-lt" panose="020B0402040204020203" pitchFamily="34" charset="0"/>
              </a:defRPr>
            </a:lvl1pPr>
          </a:lstStyle>
          <a:p>
            <a:r>
              <a:rPr lang="en-US" noProof="0"/>
              <a:t>Use this textbox to </a:t>
            </a:r>
            <a:br>
              <a:rPr lang="en-US" noProof="0"/>
            </a:br>
            <a:r>
              <a:rPr lang="en-US" noProof="0"/>
              <a:t>include quotes. Sentence case. Do not modify size or placement of textbox.</a:t>
            </a:r>
          </a:p>
        </p:txBody>
      </p:sp>
      <p:sp>
        <p:nvSpPr>
          <p:cNvPr id="7" name="Text Placeholder 6">
            <a:extLst>
              <a:ext uri="{FF2B5EF4-FFF2-40B4-BE49-F238E27FC236}">
                <a16:creationId xmlns:a16="http://schemas.microsoft.com/office/drawing/2014/main" id="{88641B03-32BB-0F77-591E-D9D591EF024F}"/>
              </a:ext>
            </a:extLst>
          </p:cNvPr>
          <p:cNvSpPr>
            <a:spLocks noGrp="1"/>
          </p:cNvSpPr>
          <p:nvPr>
            <p:ph type="body" sz="quarter" idx="10" hasCustomPrompt="1"/>
          </p:nvPr>
        </p:nvSpPr>
        <p:spPr>
          <a:xfrm>
            <a:off x="6486525" y="5287107"/>
            <a:ext cx="4614863" cy="456467"/>
          </a:xfrm>
          <a:prstGeom prst="rect">
            <a:avLst/>
          </a:prstGeom>
        </p:spPr>
        <p:txBody>
          <a:bodyPr lIns="0" tIns="0" rIns="0" bIns="0" anchor="ctr"/>
          <a:lstStyle>
            <a:lvl1pPr marL="0" indent="0">
              <a:buNone/>
              <a:defRPr sz="1200" b="0" i="0">
                <a:solidFill>
                  <a:schemeClr val="bg2"/>
                </a:solidFill>
                <a:latin typeface="+mn-lt"/>
                <a:ea typeface="+mn-lt" panose="02000503000000020004" pitchFamily="2" charset="0"/>
                <a:cs typeface="+mn-lt" panose="020B0502040204020203" pitchFamily="34" charset="0"/>
              </a:defRPr>
            </a:lvl1pPr>
            <a:lvl2pPr marL="457200" indent="0">
              <a:buNone/>
              <a:defRPr>
                <a:latin typeface="+mn-lt" panose="020B0504030504040204" pitchFamily="34" charset="-78"/>
                <a:cs typeface="+mn-lt" panose="020B0504030504040204" pitchFamily="34" charset="-78"/>
              </a:defRPr>
            </a:lvl2pPr>
            <a:lvl3pPr marL="914400" indent="0">
              <a:buNone/>
              <a:defRPr>
                <a:latin typeface="+mn-lt" panose="020B0504030504040204" pitchFamily="34" charset="-78"/>
                <a:cs typeface="+mn-lt" panose="020B0504030504040204" pitchFamily="34" charset="-78"/>
              </a:defRPr>
            </a:lvl3pPr>
            <a:lvl4pPr marL="1371600" indent="0">
              <a:buNone/>
              <a:defRPr>
                <a:latin typeface="+mn-lt" panose="020B0504030504040204" pitchFamily="34" charset="-78"/>
                <a:cs typeface="+mn-lt" panose="020B0504030504040204" pitchFamily="34" charset="-78"/>
              </a:defRPr>
            </a:lvl4pPr>
            <a:lvl5pPr marL="1828800" indent="0">
              <a:buNone/>
              <a:defRPr>
                <a:latin typeface="+mn-lt" panose="020B0504030504040204" pitchFamily="34" charset="-78"/>
                <a:cs typeface="+mn-lt" panose="020B0504030504040204" pitchFamily="34" charset="-78"/>
              </a:defRPr>
            </a:lvl5pPr>
          </a:lstStyle>
          <a:p>
            <a:pPr lvl="0"/>
            <a:r>
              <a:rPr lang="en-US" noProof="0"/>
              <a:t>Attribution name</a:t>
            </a:r>
          </a:p>
        </p:txBody>
      </p:sp>
    </p:spTree>
    <p:extLst>
      <p:ext uri="{BB962C8B-B14F-4D97-AF65-F5344CB8AC3E}">
        <p14:creationId xmlns:p14="http://schemas.microsoft.com/office/powerpoint/2010/main" val="2906169792"/>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Quote full image 03">
    <p:spTree>
      <p:nvGrpSpPr>
        <p:cNvPr id="1" name=""/>
        <p:cNvGrpSpPr/>
        <p:nvPr/>
      </p:nvGrpSpPr>
      <p:grpSpPr>
        <a:xfrm>
          <a:off x="0" y="0"/>
          <a:ext cx="0" cy="0"/>
          <a:chOff x="0" y="0"/>
          <a:chExt cx="0" cy="0"/>
        </a:xfrm>
      </p:grpSpPr>
      <p:graphicFrame>
        <p:nvGraphicFramePr>
          <p:cNvPr id="27" name="Object 26">
            <a:extLst>
              <a:ext uri="{FF2B5EF4-FFF2-40B4-BE49-F238E27FC236}">
                <a16:creationId xmlns:a16="http://schemas.microsoft.com/office/drawing/2014/main" id="{A5ECC767-D0A0-DD06-250B-609CC2BC76FA}"/>
              </a:ext>
            </a:extLst>
          </p:cNvPr>
          <p:cNvGraphicFramePr>
            <a:graphicFrameLocks noChangeAspect="1"/>
          </p:cNvGraphicFramePr>
          <p:nvPr>
            <p:custDataLst>
              <p:tags r:id="rId1"/>
            </p:custDataLst>
            <p:extLst>
              <p:ext uri="{D42A27DB-BD31-4B8C-83A1-F6EECF244321}">
                <p14:modId xmlns:p14="http://schemas.microsoft.com/office/powerpoint/2010/main" val="372747000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7" name="Object 26">
                        <a:extLst>
                          <a:ext uri="{FF2B5EF4-FFF2-40B4-BE49-F238E27FC236}">
                            <a16:creationId xmlns:a16="http://schemas.microsoft.com/office/drawing/2014/main" id="{A5ECC767-D0A0-DD06-250B-609CC2BC76F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954889A3-DE8C-C68E-0B62-56C3FB440EE9}"/>
              </a:ext>
            </a:extLst>
          </p:cNvPr>
          <p:cNvSpPr>
            <a:spLocks noGrp="1"/>
          </p:cNvSpPr>
          <p:nvPr>
            <p:ph type="pic" sz="quarter" idx="11"/>
          </p:nvPr>
        </p:nvSpPr>
        <p:spPr>
          <a:xfrm>
            <a:off x="0" y="0"/>
            <a:ext cx="12192000" cy="6858000"/>
          </a:xfrm>
          <a:custGeom>
            <a:avLst/>
            <a:gdLst>
              <a:gd name="connsiteX0" fmla="*/ 5929745 w 12192000"/>
              <a:gd name="connsiteY0" fmla="*/ 544945 h 6858000"/>
              <a:gd name="connsiteX1" fmla="*/ 5929745 w 12192000"/>
              <a:gd name="connsiteY1" fmla="*/ 6326909 h 6858000"/>
              <a:gd name="connsiteX2" fmla="*/ 11684000 w 12192000"/>
              <a:gd name="connsiteY2" fmla="*/ 6326909 h 6858000"/>
              <a:gd name="connsiteX3" fmla="*/ 11684000 w 12192000"/>
              <a:gd name="connsiteY3" fmla="*/ 54494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929745" y="544945"/>
                </a:moveTo>
                <a:lnTo>
                  <a:pt x="5929745" y="6326909"/>
                </a:lnTo>
                <a:lnTo>
                  <a:pt x="11684000" y="6326909"/>
                </a:lnTo>
                <a:lnTo>
                  <a:pt x="11684000" y="544945"/>
                </a:lnTo>
                <a:close/>
                <a:moveTo>
                  <a:pt x="0" y="0"/>
                </a:moveTo>
                <a:lnTo>
                  <a:pt x="12192000" y="0"/>
                </a:lnTo>
                <a:lnTo>
                  <a:pt x="12192000" y="6858000"/>
                </a:lnTo>
                <a:lnTo>
                  <a:pt x="0" y="6858000"/>
                </a:lnTo>
                <a:close/>
              </a:path>
            </a:pathLst>
          </a:custGeom>
        </p:spPr>
        <p:txBody>
          <a:bodyPr wrap="square">
            <a:noAutofit/>
          </a:bodyPr>
          <a:lstStyle>
            <a:lvl1pPr>
              <a:defRPr sz="1200"/>
            </a:lvl1pPr>
          </a:lstStyle>
          <a:p>
            <a:r>
              <a:rPr lang="en-US" noProof="0"/>
              <a:t>Click icon to add picture</a:t>
            </a:r>
          </a:p>
        </p:txBody>
      </p:sp>
      <p:sp>
        <p:nvSpPr>
          <p:cNvPr id="3" name="Rectangle 2">
            <a:extLst>
              <a:ext uri="{FF2B5EF4-FFF2-40B4-BE49-F238E27FC236}">
                <a16:creationId xmlns:a16="http://schemas.microsoft.com/office/drawing/2014/main" id="{BBC6DF9C-9AED-C91D-BBA0-51874CAD5066}"/>
              </a:ext>
            </a:extLst>
          </p:cNvPr>
          <p:cNvSpPr/>
          <p:nvPr/>
        </p:nvSpPr>
        <p:spPr>
          <a:xfrm>
            <a:off x="5929745" y="544945"/>
            <a:ext cx="5754255" cy="5781964"/>
          </a:xfrm>
          <a:prstGeom prst="rect">
            <a:avLst/>
          </a:prstGeom>
          <a:gradFill flip="none" rotWithShape="1">
            <a:gsLst>
              <a:gs pos="0">
                <a:srgbClr val="6B7D00"/>
              </a:gs>
              <a:gs pos="100000">
                <a:srgbClr val="B5D208"/>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noProof="0">
              <a:latin typeface="+mn-lt"/>
            </a:endParaRPr>
          </a:p>
        </p:txBody>
      </p:sp>
      <p:sp>
        <p:nvSpPr>
          <p:cNvPr id="2" name="Title 1"/>
          <p:cNvSpPr>
            <a:spLocks noGrp="1"/>
          </p:cNvSpPr>
          <p:nvPr>
            <p:ph type="ctrTitle" hasCustomPrompt="1"/>
          </p:nvPr>
        </p:nvSpPr>
        <p:spPr>
          <a:xfrm>
            <a:off x="6486808" y="1159729"/>
            <a:ext cx="4614946" cy="3740518"/>
          </a:xfrm>
          <a:prstGeom prst="rect">
            <a:avLst/>
          </a:prstGeom>
        </p:spPr>
        <p:txBody>
          <a:bodyPr vert="horz" lIns="0" tIns="0" rIns="0" bIns="0" anchor="t"/>
          <a:lstStyle>
            <a:lvl1pPr algn="l">
              <a:lnSpc>
                <a:spcPct val="100000"/>
              </a:lnSpc>
              <a:defRPr sz="3200" b="0" i="0">
                <a:solidFill>
                  <a:schemeClr val="bg2"/>
                </a:solidFill>
                <a:latin typeface="+mj-lt" panose="02020502080301010103" pitchFamily="18" charset="77"/>
                <a:cs typeface="+mn-lt" panose="020B0402040204020203" pitchFamily="34" charset="0"/>
              </a:defRPr>
            </a:lvl1pPr>
          </a:lstStyle>
          <a:p>
            <a:r>
              <a:rPr lang="en-US" noProof="0"/>
              <a:t>Use this textbox to </a:t>
            </a:r>
            <a:br>
              <a:rPr lang="en-US" noProof="0"/>
            </a:br>
            <a:r>
              <a:rPr lang="en-US" noProof="0"/>
              <a:t>include quotes. Sentence case. Do not modify size or placement of textbox.</a:t>
            </a:r>
          </a:p>
        </p:txBody>
      </p:sp>
      <p:sp>
        <p:nvSpPr>
          <p:cNvPr id="7" name="Text Placeholder 6">
            <a:extLst>
              <a:ext uri="{FF2B5EF4-FFF2-40B4-BE49-F238E27FC236}">
                <a16:creationId xmlns:a16="http://schemas.microsoft.com/office/drawing/2014/main" id="{88641B03-32BB-0F77-591E-D9D591EF024F}"/>
              </a:ext>
            </a:extLst>
          </p:cNvPr>
          <p:cNvSpPr>
            <a:spLocks noGrp="1"/>
          </p:cNvSpPr>
          <p:nvPr>
            <p:ph type="body" sz="quarter" idx="10" hasCustomPrompt="1"/>
          </p:nvPr>
        </p:nvSpPr>
        <p:spPr>
          <a:xfrm>
            <a:off x="6486525" y="5287107"/>
            <a:ext cx="4614863" cy="456467"/>
          </a:xfrm>
          <a:prstGeom prst="rect">
            <a:avLst/>
          </a:prstGeom>
        </p:spPr>
        <p:txBody>
          <a:bodyPr lIns="0" tIns="0" rIns="0" bIns="0" anchor="ctr"/>
          <a:lstStyle>
            <a:lvl1pPr marL="0" indent="0">
              <a:buNone/>
              <a:defRPr sz="1200" b="0" i="0">
                <a:solidFill>
                  <a:schemeClr val="bg2"/>
                </a:solidFill>
                <a:latin typeface="+mn-lt"/>
                <a:ea typeface="+mn-lt" panose="02000503000000020004" pitchFamily="2" charset="0"/>
                <a:cs typeface="+mn-lt" panose="020B0502040204020203" pitchFamily="34" charset="0"/>
              </a:defRPr>
            </a:lvl1pPr>
            <a:lvl2pPr marL="457200" indent="0">
              <a:buNone/>
              <a:defRPr>
                <a:latin typeface="+mn-lt" panose="020B0504030504040204" pitchFamily="34" charset="-78"/>
                <a:cs typeface="+mn-lt" panose="020B0504030504040204" pitchFamily="34" charset="-78"/>
              </a:defRPr>
            </a:lvl2pPr>
            <a:lvl3pPr marL="914400" indent="0">
              <a:buNone/>
              <a:defRPr>
                <a:latin typeface="+mn-lt" panose="020B0504030504040204" pitchFamily="34" charset="-78"/>
                <a:cs typeface="+mn-lt" panose="020B0504030504040204" pitchFamily="34" charset="-78"/>
              </a:defRPr>
            </a:lvl3pPr>
            <a:lvl4pPr marL="1371600" indent="0">
              <a:buNone/>
              <a:defRPr>
                <a:latin typeface="+mn-lt" panose="020B0504030504040204" pitchFamily="34" charset="-78"/>
                <a:cs typeface="+mn-lt" panose="020B0504030504040204" pitchFamily="34" charset="-78"/>
              </a:defRPr>
            </a:lvl4pPr>
            <a:lvl5pPr marL="1828800" indent="0">
              <a:buNone/>
              <a:defRPr>
                <a:latin typeface="+mn-lt" panose="020B0504030504040204" pitchFamily="34" charset="-78"/>
                <a:cs typeface="+mn-lt" panose="020B0504030504040204" pitchFamily="34" charset="-78"/>
              </a:defRPr>
            </a:lvl5pPr>
          </a:lstStyle>
          <a:p>
            <a:pPr lvl="0"/>
            <a:r>
              <a:rPr lang="en-US" noProof="0"/>
              <a:t>Attribution name</a:t>
            </a:r>
          </a:p>
        </p:txBody>
      </p:sp>
    </p:spTree>
    <p:extLst>
      <p:ext uri="{BB962C8B-B14F-4D97-AF65-F5344CB8AC3E}">
        <p14:creationId xmlns:p14="http://schemas.microsoft.com/office/powerpoint/2010/main" val="2658833594"/>
      </p:ext>
    </p:extLst>
  </p:cSld>
  <p:clrMapOvr>
    <a:masterClrMapping/>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Quote full image 04">
    <p:spTree>
      <p:nvGrpSpPr>
        <p:cNvPr id="1" name=""/>
        <p:cNvGrpSpPr/>
        <p:nvPr/>
      </p:nvGrpSpPr>
      <p:grpSpPr>
        <a:xfrm>
          <a:off x="0" y="0"/>
          <a:ext cx="0" cy="0"/>
          <a:chOff x="0" y="0"/>
          <a:chExt cx="0" cy="0"/>
        </a:xfrm>
      </p:grpSpPr>
      <p:graphicFrame>
        <p:nvGraphicFramePr>
          <p:cNvPr id="27" name="Object 26">
            <a:extLst>
              <a:ext uri="{FF2B5EF4-FFF2-40B4-BE49-F238E27FC236}">
                <a16:creationId xmlns:a16="http://schemas.microsoft.com/office/drawing/2014/main" id="{A5ECC767-D0A0-DD06-250B-609CC2BC76FA}"/>
              </a:ext>
            </a:extLst>
          </p:cNvPr>
          <p:cNvGraphicFramePr>
            <a:graphicFrameLocks noChangeAspect="1"/>
          </p:cNvGraphicFramePr>
          <p:nvPr>
            <p:custDataLst>
              <p:tags r:id="rId1"/>
            </p:custDataLst>
            <p:extLst>
              <p:ext uri="{D42A27DB-BD31-4B8C-83A1-F6EECF244321}">
                <p14:modId xmlns:p14="http://schemas.microsoft.com/office/powerpoint/2010/main" val="9407899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7" name="Object 26">
                        <a:extLst>
                          <a:ext uri="{FF2B5EF4-FFF2-40B4-BE49-F238E27FC236}">
                            <a16:creationId xmlns:a16="http://schemas.microsoft.com/office/drawing/2014/main" id="{A5ECC767-D0A0-DD06-250B-609CC2BC76F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954889A3-DE8C-C68E-0B62-56C3FB440EE9}"/>
              </a:ext>
            </a:extLst>
          </p:cNvPr>
          <p:cNvSpPr>
            <a:spLocks noGrp="1"/>
          </p:cNvSpPr>
          <p:nvPr>
            <p:ph type="pic" sz="quarter" idx="11"/>
          </p:nvPr>
        </p:nvSpPr>
        <p:spPr>
          <a:xfrm>
            <a:off x="0" y="0"/>
            <a:ext cx="12192000" cy="6858000"/>
          </a:xfrm>
          <a:custGeom>
            <a:avLst/>
            <a:gdLst>
              <a:gd name="connsiteX0" fmla="*/ 5929745 w 12192000"/>
              <a:gd name="connsiteY0" fmla="*/ 544945 h 6858000"/>
              <a:gd name="connsiteX1" fmla="*/ 5929745 w 12192000"/>
              <a:gd name="connsiteY1" fmla="*/ 6326909 h 6858000"/>
              <a:gd name="connsiteX2" fmla="*/ 11684000 w 12192000"/>
              <a:gd name="connsiteY2" fmla="*/ 6326909 h 6858000"/>
              <a:gd name="connsiteX3" fmla="*/ 11684000 w 12192000"/>
              <a:gd name="connsiteY3" fmla="*/ 54494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929745" y="544945"/>
                </a:moveTo>
                <a:lnTo>
                  <a:pt x="5929745" y="6326909"/>
                </a:lnTo>
                <a:lnTo>
                  <a:pt x="11684000" y="6326909"/>
                </a:lnTo>
                <a:lnTo>
                  <a:pt x="11684000" y="544945"/>
                </a:lnTo>
                <a:close/>
                <a:moveTo>
                  <a:pt x="0" y="0"/>
                </a:moveTo>
                <a:lnTo>
                  <a:pt x="12192000" y="0"/>
                </a:lnTo>
                <a:lnTo>
                  <a:pt x="12192000" y="6858000"/>
                </a:lnTo>
                <a:lnTo>
                  <a:pt x="0" y="6858000"/>
                </a:lnTo>
                <a:close/>
              </a:path>
            </a:pathLst>
          </a:custGeom>
        </p:spPr>
        <p:txBody>
          <a:bodyPr wrap="square">
            <a:noAutofit/>
          </a:bodyPr>
          <a:lstStyle>
            <a:lvl1pPr>
              <a:defRPr sz="1200"/>
            </a:lvl1pPr>
          </a:lstStyle>
          <a:p>
            <a:r>
              <a:rPr lang="en-US" noProof="0"/>
              <a:t>Click icon to add picture</a:t>
            </a:r>
          </a:p>
        </p:txBody>
      </p:sp>
      <p:sp>
        <p:nvSpPr>
          <p:cNvPr id="3" name="Rectangle 2">
            <a:extLst>
              <a:ext uri="{FF2B5EF4-FFF2-40B4-BE49-F238E27FC236}">
                <a16:creationId xmlns:a16="http://schemas.microsoft.com/office/drawing/2014/main" id="{BBC6DF9C-9AED-C91D-BBA0-51874CAD5066}"/>
              </a:ext>
            </a:extLst>
          </p:cNvPr>
          <p:cNvSpPr/>
          <p:nvPr/>
        </p:nvSpPr>
        <p:spPr>
          <a:xfrm>
            <a:off x="5929745" y="544945"/>
            <a:ext cx="5754255" cy="5781964"/>
          </a:xfrm>
          <a:prstGeom prst="rect">
            <a:avLst/>
          </a:prstGeom>
          <a:gradFill flip="none" rotWithShape="1">
            <a:gsLst>
              <a:gs pos="0">
                <a:srgbClr val="982B09"/>
              </a:gs>
              <a:gs pos="100000">
                <a:srgbClr val="FA6526"/>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noProof="0">
              <a:latin typeface="+mn-lt"/>
            </a:endParaRPr>
          </a:p>
        </p:txBody>
      </p:sp>
      <p:sp>
        <p:nvSpPr>
          <p:cNvPr id="2" name="Title 1"/>
          <p:cNvSpPr>
            <a:spLocks noGrp="1"/>
          </p:cNvSpPr>
          <p:nvPr>
            <p:ph type="ctrTitle" hasCustomPrompt="1"/>
          </p:nvPr>
        </p:nvSpPr>
        <p:spPr>
          <a:xfrm>
            <a:off x="6486808" y="1159729"/>
            <a:ext cx="4614946" cy="3740518"/>
          </a:xfrm>
          <a:prstGeom prst="rect">
            <a:avLst/>
          </a:prstGeom>
        </p:spPr>
        <p:txBody>
          <a:bodyPr vert="horz" lIns="0" tIns="0" rIns="0" bIns="0" anchor="t"/>
          <a:lstStyle>
            <a:lvl1pPr algn="l">
              <a:lnSpc>
                <a:spcPct val="100000"/>
              </a:lnSpc>
              <a:defRPr sz="3200" b="0" i="0">
                <a:solidFill>
                  <a:schemeClr val="bg2"/>
                </a:solidFill>
                <a:latin typeface="+mj-lt" panose="02020502080301010103" pitchFamily="18" charset="77"/>
                <a:cs typeface="+mn-lt" panose="020B0402040204020203" pitchFamily="34" charset="0"/>
              </a:defRPr>
            </a:lvl1pPr>
          </a:lstStyle>
          <a:p>
            <a:r>
              <a:rPr lang="en-US" noProof="0"/>
              <a:t>Use this textbox to </a:t>
            </a:r>
            <a:br>
              <a:rPr lang="en-US" noProof="0"/>
            </a:br>
            <a:r>
              <a:rPr lang="en-US" noProof="0"/>
              <a:t>include quotes. Sentence case. Do not modify size or placement of textbox.</a:t>
            </a:r>
          </a:p>
        </p:txBody>
      </p:sp>
      <p:sp>
        <p:nvSpPr>
          <p:cNvPr id="7" name="Text Placeholder 6">
            <a:extLst>
              <a:ext uri="{FF2B5EF4-FFF2-40B4-BE49-F238E27FC236}">
                <a16:creationId xmlns:a16="http://schemas.microsoft.com/office/drawing/2014/main" id="{88641B03-32BB-0F77-591E-D9D591EF024F}"/>
              </a:ext>
            </a:extLst>
          </p:cNvPr>
          <p:cNvSpPr>
            <a:spLocks noGrp="1"/>
          </p:cNvSpPr>
          <p:nvPr>
            <p:ph type="body" sz="quarter" idx="10" hasCustomPrompt="1"/>
          </p:nvPr>
        </p:nvSpPr>
        <p:spPr>
          <a:xfrm>
            <a:off x="6486525" y="5287107"/>
            <a:ext cx="4614863" cy="456467"/>
          </a:xfrm>
          <a:prstGeom prst="rect">
            <a:avLst/>
          </a:prstGeom>
        </p:spPr>
        <p:txBody>
          <a:bodyPr lIns="0" tIns="0" rIns="0" bIns="0" anchor="ctr"/>
          <a:lstStyle>
            <a:lvl1pPr marL="0" indent="0">
              <a:buNone/>
              <a:defRPr sz="1200" b="0" i="0">
                <a:solidFill>
                  <a:schemeClr val="bg2"/>
                </a:solidFill>
                <a:latin typeface="+mn-lt"/>
                <a:ea typeface="+mn-lt" panose="02000503000000020004" pitchFamily="2" charset="0"/>
                <a:cs typeface="+mn-lt" panose="020B0502040204020203" pitchFamily="34" charset="0"/>
              </a:defRPr>
            </a:lvl1pPr>
            <a:lvl2pPr marL="457200" indent="0">
              <a:buNone/>
              <a:defRPr>
                <a:latin typeface="+mn-lt" panose="020B0504030504040204" pitchFamily="34" charset="-78"/>
                <a:cs typeface="+mn-lt" panose="020B0504030504040204" pitchFamily="34" charset="-78"/>
              </a:defRPr>
            </a:lvl2pPr>
            <a:lvl3pPr marL="914400" indent="0">
              <a:buNone/>
              <a:defRPr>
                <a:latin typeface="+mn-lt" panose="020B0504030504040204" pitchFamily="34" charset="-78"/>
                <a:cs typeface="+mn-lt" panose="020B0504030504040204" pitchFamily="34" charset="-78"/>
              </a:defRPr>
            </a:lvl3pPr>
            <a:lvl4pPr marL="1371600" indent="0">
              <a:buNone/>
              <a:defRPr>
                <a:latin typeface="+mn-lt" panose="020B0504030504040204" pitchFamily="34" charset="-78"/>
                <a:cs typeface="+mn-lt" panose="020B0504030504040204" pitchFamily="34" charset="-78"/>
              </a:defRPr>
            </a:lvl4pPr>
            <a:lvl5pPr marL="1828800" indent="0">
              <a:buNone/>
              <a:defRPr>
                <a:latin typeface="+mn-lt" panose="020B0504030504040204" pitchFamily="34" charset="-78"/>
                <a:cs typeface="+mn-lt" panose="020B0504030504040204" pitchFamily="34" charset="-78"/>
              </a:defRPr>
            </a:lvl5pPr>
          </a:lstStyle>
          <a:p>
            <a:pPr lvl="0"/>
            <a:r>
              <a:rPr lang="en-US" noProof="0"/>
              <a:t>Attribution name</a:t>
            </a:r>
          </a:p>
        </p:txBody>
      </p:sp>
    </p:spTree>
    <p:extLst>
      <p:ext uri="{BB962C8B-B14F-4D97-AF65-F5344CB8AC3E}">
        <p14:creationId xmlns:p14="http://schemas.microsoft.com/office/powerpoint/2010/main" val="1606980764"/>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Quote full image 05">
    <p:spTree>
      <p:nvGrpSpPr>
        <p:cNvPr id="1" name=""/>
        <p:cNvGrpSpPr/>
        <p:nvPr/>
      </p:nvGrpSpPr>
      <p:grpSpPr>
        <a:xfrm>
          <a:off x="0" y="0"/>
          <a:ext cx="0" cy="0"/>
          <a:chOff x="0" y="0"/>
          <a:chExt cx="0" cy="0"/>
        </a:xfrm>
      </p:grpSpPr>
      <p:graphicFrame>
        <p:nvGraphicFramePr>
          <p:cNvPr id="27" name="Object 26">
            <a:extLst>
              <a:ext uri="{FF2B5EF4-FFF2-40B4-BE49-F238E27FC236}">
                <a16:creationId xmlns:a16="http://schemas.microsoft.com/office/drawing/2014/main" id="{A5ECC767-D0A0-DD06-250B-609CC2BC76FA}"/>
              </a:ext>
            </a:extLst>
          </p:cNvPr>
          <p:cNvGraphicFramePr>
            <a:graphicFrameLocks noChangeAspect="1"/>
          </p:cNvGraphicFramePr>
          <p:nvPr>
            <p:custDataLst>
              <p:tags r:id="rId1"/>
            </p:custDataLst>
            <p:extLst>
              <p:ext uri="{D42A27DB-BD31-4B8C-83A1-F6EECF244321}">
                <p14:modId xmlns:p14="http://schemas.microsoft.com/office/powerpoint/2010/main" val="21358428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7" name="Object 26">
                        <a:extLst>
                          <a:ext uri="{FF2B5EF4-FFF2-40B4-BE49-F238E27FC236}">
                            <a16:creationId xmlns:a16="http://schemas.microsoft.com/office/drawing/2014/main" id="{A5ECC767-D0A0-DD06-250B-609CC2BC76F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954889A3-DE8C-C68E-0B62-56C3FB440EE9}"/>
              </a:ext>
            </a:extLst>
          </p:cNvPr>
          <p:cNvSpPr>
            <a:spLocks noGrp="1"/>
          </p:cNvSpPr>
          <p:nvPr>
            <p:ph type="pic" sz="quarter" idx="11"/>
          </p:nvPr>
        </p:nvSpPr>
        <p:spPr>
          <a:xfrm>
            <a:off x="0" y="0"/>
            <a:ext cx="12192000" cy="6858000"/>
          </a:xfrm>
          <a:custGeom>
            <a:avLst/>
            <a:gdLst>
              <a:gd name="connsiteX0" fmla="*/ 5929745 w 12192000"/>
              <a:gd name="connsiteY0" fmla="*/ 544945 h 6858000"/>
              <a:gd name="connsiteX1" fmla="*/ 5929745 w 12192000"/>
              <a:gd name="connsiteY1" fmla="*/ 6326909 h 6858000"/>
              <a:gd name="connsiteX2" fmla="*/ 11684000 w 12192000"/>
              <a:gd name="connsiteY2" fmla="*/ 6326909 h 6858000"/>
              <a:gd name="connsiteX3" fmla="*/ 11684000 w 12192000"/>
              <a:gd name="connsiteY3" fmla="*/ 54494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929745" y="544945"/>
                </a:moveTo>
                <a:lnTo>
                  <a:pt x="5929745" y="6326909"/>
                </a:lnTo>
                <a:lnTo>
                  <a:pt x="11684000" y="6326909"/>
                </a:lnTo>
                <a:lnTo>
                  <a:pt x="11684000" y="544945"/>
                </a:lnTo>
                <a:close/>
                <a:moveTo>
                  <a:pt x="0" y="0"/>
                </a:moveTo>
                <a:lnTo>
                  <a:pt x="12192000" y="0"/>
                </a:lnTo>
                <a:lnTo>
                  <a:pt x="12192000" y="6858000"/>
                </a:lnTo>
                <a:lnTo>
                  <a:pt x="0" y="6858000"/>
                </a:lnTo>
                <a:close/>
              </a:path>
            </a:pathLst>
          </a:custGeom>
        </p:spPr>
        <p:txBody>
          <a:bodyPr wrap="square">
            <a:noAutofit/>
          </a:bodyPr>
          <a:lstStyle>
            <a:lvl1pPr>
              <a:defRPr sz="1200"/>
            </a:lvl1pPr>
          </a:lstStyle>
          <a:p>
            <a:r>
              <a:rPr lang="en-US" noProof="0"/>
              <a:t>Click icon to add picture</a:t>
            </a:r>
          </a:p>
        </p:txBody>
      </p:sp>
      <p:sp>
        <p:nvSpPr>
          <p:cNvPr id="3" name="Rectangle 2">
            <a:extLst>
              <a:ext uri="{FF2B5EF4-FFF2-40B4-BE49-F238E27FC236}">
                <a16:creationId xmlns:a16="http://schemas.microsoft.com/office/drawing/2014/main" id="{BBC6DF9C-9AED-C91D-BBA0-51874CAD5066}"/>
              </a:ext>
            </a:extLst>
          </p:cNvPr>
          <p:cNvSpPr/>
          <p:nvPr/>
        </p:nvSpPr>
        <p:spPr>
          <a:xfrm>
            <a:off x="5929745" y="544945"/>
            <a:ext cx="5754255" cy="5781964"/>
          </a:xfrm>
          <a:prstGeom prst="rect">
            <a:avLst/>
          </a:prstGeom>
          <a:gradFill flip="none" rotWithShape="1">
            <a:gsLst>
              <a:gs pos="0">
                <a:srgbClr val="AA5200"/>
              </a:gs>
              <a:gs pos="100000">
                <a:srgbClr val="FF96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noProof="0">
              <a:latin typeface="+mn-lt"/>
            </a:endParaRPr>
          </a:p>
        </p:txBody>
      </p:sp>
      <p:sp>
        <p:nvSpPr>
          <p:cNvPr id="2" name="Title 1"/>
          <p:cNvSpPr>
            <a:spLocks noGrp="1"/>
          </p:cNvSpPr>
          <p:nvPr>
            <p:ph type="ctrTitle" hasCustomPrompt="1"/>
          </p:nvPr>
        </p:nvSpPr>
        <p:spPr>
          <a:xfrm>
            <a:off x="6486808" y="1159729"/>
            <a:ext cx="4614946" cy="3740518"/>
          </a:xfrm>
          <a:prstGeom prst="rect">
            <a:avLst/>
          </a:prstGeom>
        </p:spPr>
        <p:txBody>
          <a:bodyPr vert="horz" lIns="0" tIns="0" rIns="0" bIns="0" anchor="t"/>
          <a:lstStyle>
            <a:lvl1pPr algn="l">
              <a:lnSpc>
                <a:spcPct val="100000"/>
              </a:lnSpc>
              <a:defRPr sz="3200" b="0" i="0">
                <a:solidFill>
                  <a:schemeClr val="bg2"/>
                </a:solidFill>
                <a:latin typeface="+mj-lt" panose="02020502080301010103" pitchFamily="18" charset="77"/>
                <a:cs typeface="+mn-lt" panose="020B0402040204020203" pitchFamily="34" charset="0"/>
              </a:defRPr>
            </a:lvl1pPr>
          </a:lstStyle>
          <a:p>
            <a:r>
              <a:rPr lang="en-US" noProof="0"/>
              <a:t>Use this textbox to </a:t>
            </a:r>
            <a:br>
              <a:rPr lang="en-US" noProof="0"/>
            </a:br>
            <a:r>
              <a:rPr lang="en-US" noProof="0"/>
              <a:t>include quotes. Sentence case. Do not modify size or placement of textbox.</a:t>
            </a:r>
          </a:p>
        </p:txBody>
      </p:sp>
      <p:sp>
        <p:nvSpPr>
          <p:cNvPr id="7" name="Text Placeholder 6">
            <a:extLst>
              <a:ext uri="{FF2B5EF4-FFF2-40B4-BE49-F238E27FC236}">
                <a16:creationId xmlns:a16="http://schemas.microsoft.com/office/drawing/2014/main" id="{88641B03-32BB-0F77-591E-D9D591EF024F}"/>
              </a:ext>
            </a:extLst>
          </p:cNvPr>
          <p:cNvSpPr>
            <a:spLocks noGrp="1"/>
          </p:cNvSpPr>
          <p:nvPr>
            <p:ph type="body" sz="quarter" idx="10" hasCustomPrompt="1"/>
          </p:nvPr>
        </p:nvSpPr>
        <p:spPr>
          <a:xfrm>
            <a:off x="6486525" y="5287107"/>
            <a:ext cx="4614863" cy="456467"/>
          </a:xfrm>
          <a:prstGeom prst="rect">
            <a:avLst/>
          </a:prstGeom>
        </p:spPr>
        <p:txBody>
          <a:bodyPr lIns="0" tIns="0" rIns="0" bIns="0" anchor="ctr"/>
          <a:lstStyle>
            <a:lvl1pPr marL="0" indent="0">
              <a:buNone/>
              <a:defRPr sz="1200" b="0" i="0">
                <a:solidFill>
                  <a:schemeClr val="bg2"/>
                </a:solidFill>
                <a:latin typeface="+mn-lt"/>
                <a:ea typeface="+mn-lt" panose="02000503000000020004" pitchFamily="2" charset="0"/>
                <a:cs typeface="+mn-lt" panose="020B0502040204020203" pitchFamily="34" charset="0"/>
              </a:defRPr>
            </a:lvl1pPr>
            <a:lvl2pPr marL="457200" indent="0">
              <a:buNone/>
              <a:defRPr>
                <a:latin typeface="+mn-lt" panose="020B0504030504040204" pitchFamily="34" charset="-78"/>
                <a:cs typeface="+mn-lt" panose="020B0504030504040204" pitchFamily="34" charset="-78"/>
              </a:defRPr>
            </a:lvl2pPr>
            <a:lvl3pPr marL="914400" indent="0">
              <a:buNone/>
              <a:defRPr>
                <a:latin typeface="+mn-lt" panose="020B0504030504040204" pitchFamily="34" charset="-78"/>
                <a:cs typeface="+mn-lt" panose="020B0504030504040204" pitchFamily="34" charset="-78"/>
              </a:defRPr>
            </a:lvl3pPr>
            <a:lvl4pPr marL="1371600" indent="0">
              <a:buNone/>
              <a:defRPr>
                <a:latin typeface="+mn-lt" panose="020B0504030504040204" pitchFamily="34" charset="-78"/>
                <a:cs typeface="+mn-lt" panose="020B0504030504040204" pitchFamily="34" charset="-78"/>
              </a:defRPr>
            </a:lvl4pPr>
            <a:lvl5pPr marL="1828800" indent="0">
              <a:buNone/>
              <a:defRPr>
                <a:latin typeface="+mn-lt" panose="020B0504030504040204" pitchFamily="34" charset="-78"/>
                <a:cs typeface="+mn-lt" panose="020B0504030504040204" pitchFamily="34" charset="-78"/>
              </a:defRPr>
            </a:lvl5pPr>
          </a:lstStyle>
          <a:p>
            <a:pPr lvl="0"/>
            <a:r>
              <a:rPr lang="en-US" noProof="0"/>
              <a:t>Attribution name</a:t>
            </a:r>
          </a:p>
        </p:txBody>
      </p:sp>
    </p:spTree>
    <p:extLst>
      <p:ext uri="{BB962C8B-B14F-4D97-AF65-F5344CB8AC3E}">
        <p14:creationId xmlns:p14="http://schemas.microsoft.com/office/powerpoint/2010/main" val="2295283610"/>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Quote full image 06">
    <p:spTree>
      <p:nvGrpSpPr>
        <p:cNvPr id="1" name=""/>
        <p:cNvGrpSpPr/>
        <p:nvPr/>
      </p:nvGrpSpPr>
      <p:grpSpPr>
        <a:xfrm>
          <a:off x="0" y="0"/>
          <a:ext cx="0" cy="0"/>
          <a:chOff x="0" y="0"/>
          <a:chExt cx="0" cy="0"/>
        </a:xfrm>
      </p:grpSpPr>
      <p:graphicFrame>
        <p:nvGraphicFramePr>
          <p:cNvPr id="27" name="Object 26">
            <a:extLst>
              <a:ext uri="{FF2B5EF4-FFF2-40B4-BE49-F238E27FC236}">
                <a16:creationId xmlns:a16="http://schemas.microsoft.com/office/drawing/2014/main" id="{A5ECC767-D0A0-DD06-250B-609CC2BC76FA}"/>
              </a:ext>
            </a:extLst>
          </p:cNvPr>
          <p:cNvGraphicFramePr>
            <a:graphicFrameLocks noChangeAspect="1"/>
          </p:cNvGraphicFramePr>
          <p:nvPr>
            <p:custDataLst>
              <p:tags r:id="rId1"/>
            </p:custDataLst>
            <p:extLst>
              <p:ext uri="{D42A27DB-BD31-4B8C-83A1-F6EECF244321}">
                <p14:modId xmlns:p14="http://schemas.microsoft.com/office/powerpoint/2010/main" val="6655653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7" name="Object 26">
                        <a:extLst>
                          <a:ext uri="{FF2B5EF4-FFF2-40B4-BE49-F238E27FC236}">
                            <a16:creationId xmlns:a16="http://schemas.microsoft.com/office/drawing/2014/main" id="{A5ECC767-D0A0-DD06-250B-609CC2BC76F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954889A3-DE8C-C68E-0B62-56C3FB440EE9}"/>
              </a:ext>
            </a:extLst>
          </p:cNvPr>
          <p:cNvSpPr>
            <a:spLocks noGrp="1"/>
          </p:cNvSpPr>
          <p:nvPr>
            <p:ph type="pic" sz="quarter" idx="11"/>
          </p:nvPr>
        </p:nvSpPr>
        <p:spPr>
          <a:xfrm>
            <a:off x="0" y="0"/>
            <a:ext cx="12192000" cy="6858000"/>
          </a:xfrm>
          <a:custGeom>
            <a:avLst/>
            <a:gdLst>
              <a:gd name="connsiteX0" fmla="*/ 5929745 w 12192000"/>
              <a:gd name="connsiteY0" fmla="*/ 544945 h 6858000"/>
              <a:gd name="connsiteX1" fmla="*/ 5929745 w 12192000"/>
              <a:gd name="connsiteY1" fmla="*/ 6326909 h 6858000"/>
              <a:gd name="connsiteX2" fmla="*/ 11684000 w 12192000"/>
              <a:gd name="connsiteY2" fmla="*/ 6326909 h 6858000"/>
              <a:gd name="connsiteX3" fmla="*/ 11684000 w 12192000"/>
              <a:gd name="connsiteY3" fmla="*/ 544945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929745" y="544945"/>
                </a:moveTo>
                <a:lnTo>
                  <a:pt x="5929745" y="6326909"/>
                </a:lnTo>
                <a:lnTo>
                  <a:pt x="11684000" y="6326909"/>
                </a:lnTo>
                <a:lnTo>
                  <a:pt x="11684000" y="544945"/>
                </a:lnTo>
                <a:close/>
                <a:moveTo>
                  <a:pt x="0" y="0"/>
                </a:moveTo>
                <a:lnTo>
                  <a:pt x="12192000" y="0"/>
                </a:lnTo>
                <a:lnTo>
                  <a:pt x="12192000" y="6858000"/>
                </a:lnTo>
                <a:lnTo>
                  <a:pt x="0" y="6858000"/>
                </a:lnTo>
                <a:close/>
              </a:path>
            </a:pathLst>
          </a:custGeom>
        </p:spPr>
        <p:txBody>
          <a:bodyPr wrap="square">
            <a:noAutofit/>
          </a:bodyPr>
          <a:lstStyle>
            <a:lvl1pPr>
              <a:defRPr sz="1200"/>
            </a:lvl1pPr>
          </a:lstStyle>
          <a:p>
            <a:r>
              <a:rPr lang="en-US" noProof="0"/>
              <a:t>Click icon to add picture</a:t>
            </a:r>
          </a:p>
        </p:txBody>
      </p:sp>
      <p:sp>
        <p:nvSpPr>
          <p:cNvPr id="3" name="Rectangle 2">
            <a:extLst>
              <a:ext uri="{FF2B5EF4-FFF2-40B4-BE49-F238E27FC236}">
                <a16:creationId xmlns:a16="http://schemas.microsoft.com/office/drawing/2014/main" id="{BBC6DF9C-9AED-C91D-BBA0-51874CAD5066}"/>
              </a:ext>
            </a:extLst>
          </p:cNvPr>
          <p:cNvSpPr/>
          <p:nvPr/>
        </p:nvSpPr>
        <p:spPr>
          <a:xfrm>
            <a:off x="5929745" y="544945"/>
            <a:ext cx="5754255" cy="5781964"/>
          </a:xfrm>
          <a:prstGeom prst="rect">
            <a:avLst/>
          </a:prstGeom>
          <a:gradFill flip="none" rotWithShape="1">
            <a:gsLst>
              <a:gs pos="0">
                <a:srgbClr val="A88100"/>
              </a:gs>
              <a:gs pos="100000">
                <a:srgbClr val="E1B523"/>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b="0" i="0" noProof="0"/>
          </a:p>
        </p:txBody>
      </p:sp>
      <p:sp>
        <p:nvSpPr>
          <p:cNvPr id="2" name="Title 1"/>
          <p:cNvSpPr>
            <a:spLocks noGrp="1"/>
          </p:cNvSpPr>
          <p:nvPr>
            <p:ph type="ctrTitle" hasCustomPrompt="1"/>
          </p:nvPr>
        </p:nvSpPr>
        <p:spPr>
          <a:xfrm>
            <a:off x="6486808" y="1159729"/>
            <a:ext cx="4614946" cy="3740518"/>
          </a:xfrm>
          <a:prstGeom prst="rect">
            <a:avLst/>
          </a:prstGeom>
        </p:spPr>
        <p:txBody>
          <a:bodyPr vert="horz" lIns="0" tIns="0" rIns="0" bIns="0" anchor="t"/>
          <a:lstStyle>
            <a:lvl1pPr algn="l">
              <a:lnSpc>
                <a:spcPct val="100000"/>
              </a:lnSpc>
              <a:defRPr sz="3200" b="0" i="0">
                <a:solidFill>
                  <a:schemeClr val="bg1"/>
                </a:solidFill>
                <a:latin typeface="+mj-lt" panose="02020502080301010103" pitchFamily="18" charset="77"/>
                <a:cs typeface="+mn-lt" panose="020B0402040204020203" pitchFamily="34" charset="0"/>
              </a:defRPr>
            </a:lvl1pPr>
          </a:lstStyle>
          <a:p>
            <a:r>
              <a:rPr lang="en-US" noProof="0"/>
              <a:t>Use this textbox to </a:t>
            </a:r>
            <a:br>
              <a:rPr lang="en-US" noProof="0"/>
            </a:br>
            <a:r>
              <a:rPr lang="en-US" noProof="0"/>
              <a:t>include quotes. Sentence case. Do not modify size or placement of textbox.</a:t>
            </a:r>
          </a:p>
        </p:txBody>
      </p:sp>
      <p:sp>
        <p:nvSpPr>
          <p:cNvPr id="7" name="Text Placeholder 6">
            <a:extLst>
              <a:ext uri="{FF2B5EF4-FFF2-40B4-BE49-F238E27FC236}">
                <a16:creationId xmlns:a16="http://schemas.microsoft.com/office/drawing/2014/main" id="{88641B03-32BB-0F77-591E-D9D591EF024F}"/>
              </a:ext>
            </a:extLst>
          </p:cNvPr>
          <p:cNvSpPr>
            <a:spLocks noGrp="1"/>
          </p:cNvSpPr>
          <p:nvPr>
            <p:ph type="body" sz="quarter" idx="10" hasCustomPrompt="1"/>
          </p:nvPr>
        </p:nvSpPr>
        <p:spPr>
          <a:xfrm>
            <a:off x="6486525" y="5287107"/>
            <a:ext cx="4614863" cy="456467"/>
          </a:xfrm>
          <a:prstGeom prst="rect">
            <a:avLst/>
          </a:prstGeom>
        </p:spPr>
        <p:txBody>
          <a:bodyPr lIns="0" tIns="0" rIns="0" bIns="0" anchor="ctr"/>
          <a:lstStyle>
            <a:lvl1pPr marL="0" indent="0">
              <a:buNone/>
              <a:defRPr sz="1200" b="0" i="0">
                <a:solidFill>
                  <a:schemeClr val="bg1"/>
                </a:solidFill>
                <a:latin typeface="+mn-lt"/>
                <a:ea typeface="+mn-lt" panose="02000503000000020004" pitchFamily="2" charset="0"/>
                <a:cs typeface="+mn-lt" panose="020B0502040204020203" pitchFamily="34" charset="0"/>
              </a:defRPr>
            </a:lvl1pPr>
            <a:lvl2pPr marL="457200" indent="0">
              <a:buNone/>
              <a:defRPr>
                <a:latin typeface="+mn-lt" panose="020B0504030504040204" pitchFamily="34" charset="-78"/>
                <a:cs typeface="+mn-lt" panose="020B0504030504040204" pitchFamily="34" charset="-78"/>
              </a:defRPr>
            </a:lvl2pPr>
            <a:lvl3pPr marL="914400" indent="0">
              <a:buNone/>
              <a:defRPr>
                <a:latin typeface="+mn-lt" panose="020B0504030504040204" pitchFamily="34" charset="-78"/>
                <a:cs typeface="+mn-lt" panose="020B0504030504040204" pitchFamily="34" charset="-78"/>
              </a:defRPr>
            </a:lvl3pPr>
            <a:lvl4pPr marL="1371600" indent="0">
              <a:buNone/>
              <a:defRPr>
                <a:latin typeface="+mn-lt" panose="020B0504030504040204" pitchFamily="34" charset="-78"/>
                <a:cs typeface="+mn-lt" panose="020B0504030504040204" pitchFamily="34" charset="-78"/>
              </a:defRPr>
            </a:lvl4pPr>
            <a:lvl5pPr marL="1828800" indent="0">
              <a:buNone/>
              <a:defRPr>
                <a:latin typeface="+mn-lt" panose="020B0504030504040204" pitchFamily="34" charset="-78"/>
                <a:cs typeface="+mn-lt" panose="020B0504030504040204" pitchFamily="34" charset="-78"/>
              </a:defRPr>
            </a:lvl5pPr>
          </a:lstStyle>
          <a:p>
            <a:pPr lvl="0"/>
            <a:r>
              <a:rPr lang="en-US" noProof="0"/>
              <a:t>Attribution name</a:t>
            </a:r>
          </a:p>
        </p:txBody>
      </p:sp>
    </p:spTree>
    <p:extLst>
      <p:ext uri="{BB962C8B-B14F-4D97-AF65-F5344CB8AC3E}">
        <p14:creationId xmlns:p14="http://schemas.microsoft.com/office/powerpoint/2010/main" val="2365900439"/>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Quote 01">
    <p:bg>
      <p:bgPr>
        <a:solidFill>
          <a:schemeClr val="bg1"/>
        </a:solidFill>
        <a:effectLst/>
      </p:bgPr>
    </p:bg>
    <p:spTree>
      <p:nvGrpSpPr>
        <p:cNvPr id="1" name=""/>
        <p:cNvGrpSpPr/>
        <p:nvPr/>
      </p:nvGrpSpPr>
      <p:grpSpPr>
        <a:xfrm>
          <a:off x="0" y="0"/>
          <a:ext cx="0" cy="0"/>
          <a:chOff x="0" y="0"/>
          <a:chExt cx="0" cy="0"/>
        </a:xfrm>
      </p:grpSpPr>
      <p:graphicFrame>
        <p:nvGraphicFramePr>
          <p:cNvPr id="8" name="Object 7">
            <a:extLst>
              <a:ext uri="{FF2B5EF4-FFF2-40B4-BE49-F238E27FC236}">
                <a16:creationId xmlns:a16="http://schemas.microsoft.com/office/drawing/2014/main" id="{CE3B7A5D-64E1-2D3F-40C7-05ADD448E17B}"/>
              </a:ext>
            </a:extLst>
          </p:cNvPr>
          <p:cNvGraphicFramePr>
            <a:graphicFrameLocks noChangeAspect="1"/>
          </p:cNvGraphicFramePr>
          <p:nvPr>
            <p:custDataLst>
              <p:tags r:id="rId1"/>
            </p:custDataLst>
            <p:extLst>
              <p:ext uri="{D42A27DB-BD31-4B8C-83A1-F6EECF244321}">
                <p14:modId xmlns:p14="http://schemas.microsoft.com/office/powerpoint/2010/main" val="12972506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a:extLst>
                          <a:ext uri="{FF2B5EF4-FFF2-40B4-BE49-F238E27FC236}">
                            <a16:creationId xmlns:a16="http://schemas.microsoft.com/office/drawing/2014/main" id="{CE3B7A5D-64E1-2D3F-40C7-05ADD448E17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338026C-284F-76E6-A8CF-EFAB1DC0AEDE}"/>
              </a:ext>
            </a:extLst>
          </p:cNvPr>
          <p:cNvSpPr>
            <a:spLocks noGrp="1"/>
          </p:cNvSpPr>
          <p:nvPr>
            <p:ph type="ctrTitle" hasCustomPrompt="1"/>
          </p:nvPr>
        </p:nvSpPr>
        <p:spPr>
          <a:xfrm>
            <a:off x="515937" y="1577009"/>
            <a:ext cx="11156724" cy="3023080"/>
          </a:xfrm>
          <a:prstGeom prst="rect">
            <a:avLst/>
          </a:prstGeom>
        </p:spPr>
        <p:txBody>
          <a:bodyPr vert="horz" lIns="0" tIns="0" rIns="0" bIns="0" anchor="ctr"/>
          <a:lstStyle>
            <a:lvl1pPr algn="ctr">
              <a:lnSpc>
                <a:spcPct val="100000"/>
              </a:lnSpc>
              <a:defRPr sz="3600" b="0" i="0">
                <a:solidFill>
                  <a:schemeClr val="tx1"/>
                </a:solidFill>
                <a:latin typeface="+mj-lt"/>
                <a:cs typeface="+mn-lt" panose="020B0402040204020203" pitchFamily="34" charset="0"/>
              </a:defRPr>
            </a:lvl1pPr>
          </a:lstStyle>
          <a:p>
            <a:pPr lvl="0"/>
            <a:r>
              <a:rPr lang="en-US" noProof="0"/>
              <a:t>“Use this textbox to include quotes in a suitable line length that looks visually balanced. Sentence case. </a:t>
            </a:r>
            <a:br>
              <a:rPr lang="en-US" noProof="0"/>
            </a:br>
            <a:r>
              <a:rPr lang="en-US" noProof="0"/>
              <a:t>Do not modify size or placement of textbox.”</a:t>
            </a:r>
          </a:p>
        </p:txBody>
      </p:sp>
      <p:sp>
        <p:nvSpPr>
          <p:cNvPr id="3" name="Subtitle 2">
            <a:extLst>
              <a:ext uri="{FF2B5EF4-FFF2-40B4-BE49-F238E27FC236}">
                <a16:creationId xmlns:a16="http://schemas.microsoft.com/office/drawing/2014/main" id="{2522F83F-AA8B-798A-BA48-E761F30226AD}"/>
              </a:ext>
            </a:extLst>
          </p:cNvPr>
          <p:cNvSpPr>
            <a:spLocks noGrp="1"/>
          </p:cNvSpPr>
          <p:nvPr>
            <p:ph type="subTitle" idx="1" hasCustomPrompt="1"/>
          </p:nvPr>
        </p:nvSpPr>
        <p:spPr>
          <a:xfrm>
            <a:off x="515937" y="4798290"/>
            <a:ext cx="11156724" cy="820172"/>
          </a:xfrm>
          <a:prstGeom prst="rect">
            <a:avLst/>
          </a:prstGeom>
        </p:spPr>
        <p:txBody>
          <a:bodyPr lIns="0" tIns="0" rIns="0" bIns="0" anchor="t"/>
          <a:lstStyle>
            <a:lvl1pPr marL="0" indent="0" algn="ctr">
              <a:lnSpc>
                <a:spcPct val="100000"/>
              </a:lnSpc>
              <a:buNone/>
              <a:defRPr sz="1600" b="0" i="0">
                <a:solidFill>
                  <a:schemeClr val="tx1"/>
                </a:solidFill>
                <a:latin typeface="+mn-lt"/>
                <a:ea typeface="+mn-lt" panose="02000503000000020004" pitchFamily="2" charset="0"/>
                <a:cs typeface="+mn-l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Attribution name</a:t>
            </a:r>
          </a:p>
        </p:txBody>
      </p:sp>
    </p:spTree>
    <p:extLst>
      <p:ext uri="{BB962C8B-B14F-4D97-AF65-F5344CB8AC3E}">
        <p14:creationId xmlns:p14="http://schemas.microsoft.com/office/powerpoint/2010/main" val="2708819107"/>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ote 02">
    <p:bg>
      <p:bgRef idx="1001">
        <a:schemeClr val="bg2"/>
      </p:bgRef>
    </p:bg>
    <p:spTree>
      <p:nvGrpSpPr>
        <p:cNvPr id="1" name=""/>
        <p:cNvGrpSpPr/>
        <p:nvPr/>
      </p:nvGrpSpPr>
      <p:grpSpPr>
        <a:xfrm>
          <a:off x="0" y="0"/>
          <a:ext cx="0" cy="0"/>
          <a:chOff x="0" y="0"/>
          <a:chExt cx="0" cy="0"/>
        </a:xfrm>
      </p:grpSpPr>
      <p:graphicFrame>
        <p:nvGraphicFramePr>
          <p:cNvPr id="8" name="Object 7">
            <a:extLst>
              <a:ext uri="{FF2B5EF4-FFF2-40B4-BE49-F238E27FC236}">
                <a16:creationId xmlns:a16="http://schemas.microsoft.com/office/drawing/2014/main" id="{CE3B7A5D-64E1-2D3F-40C7-05ADD448E17B}"/>
              </a:ext>
            </a:extLst>
          </p:cNvPr>
          <p:cNvGraphicFramePr>
            <a:graphicFrameLocks noChangeAspect="1"/>
          </p:cNvGraphicFramePr>
          <p:nvPr>
            <p:custDataLst>
              <p:tags r:id="rId1"/>
            </p:custDataLst>
            <p:extLst>
              <p:ext uri="{D42A27DB-BD31-4B8C-83A1-F6EECF244321}">
                <p14:modId xmlns:p14="http://schemas.microsoft.com/office/powerpoint/2010/main" val="40222500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a:extLst>
                          <a:ext uri="{FF2B5EF4-FFF2-40B4-BE49-F238E27FC236}">
                            <a16:creationId xmlns:a16="http://schemas.microsoft.com/office/drawing/2014/main" id="{CE3B7A5D-64E1-2D3F-40C7-05ADD448E17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338026C-284F-76E6-A8CF-EFAB1DC0AEDE}"/>
              </a:ext>
            </a:extLst>
          </p:cNvPr>
          <p:cNvSpPr>
            <a:spLocks noGrp="1"/>
          </p:cNvSpPr>
          <p:nvPr>
            <p:ph type="ctrTitle" hasCustomPrompt="1"/>
          </p:nvPr>
        </p:nvSpPr>
        <p:spPr>
          <a:xfrm>
            <a:off x="515937" y="1577009"/>
            <a:ext cx="11156724" cy="3023080"/>
          </a:xfrm>
          <a:prstGeom prst="rect">
            <a:avLst/>
          </a:prstGeom>
        </p:spPr>
        <p:txBody>
          <a:bodyPr vert="horz" lIns="0" tIns="0" rIns="0" bIns="0" anchor="ctr"/>
          <a:lstStyle>
            <a:lvl1pPr algn="ctr">
              <a:lnSpc>
                <a:spcPct val="100000"/>
              </a:lnSpc>
              <a:defRPr sz="3600" b="0" i="0">
                <a:solidFill>
                  <a:schemeClr val="tx2"/>
                </a:solidFill>
                <a:latin typeface="+mj-lt" panose="02020502080301010103" pitchFamily="18" charset="77"/>
                <a:cs typeface="+mn-lt" panose="020B0402040204020203" pitchFamily="34" charset="0"/>
              </a:defRPr>
            </a:lvl1pPr>
          </a:lstStyle>
          <a:p>
            <a:pPr lvl="0"/>
            <a:r>
              <a:rPr lang="en-US" noProof="0"/>
              <a:t>“Use this textbox to include quotes in a suitable line length that looks visually balanced. Sentence case. </a:t>
            </a:r>
            <a:br>
              <a:rPr lang="en-US" noProof="0"/>
            </a:br>
            <a:r>
              <a:rPr lang="en-US" noProof="0"/>
              <a:t>Do not modify size or placement of textbox.”</a:t>
            </a:r>
          </a:p>
        </p:txBody>
      </p:sp>
      <p:sp>
        <p:nvSpPr>
          <p:cNvPr id="3" name="Subtitle 2">
            <a:extLst>
              <a:ext uri="{FF2B5EF4-FFF2-40B4-BE49-F238E27FC236}">
                <a16:creationId xmlns:a16="http://schemas.microsoft.com/office/drawing/2014/main" id="{2522F83F-AA8B-798A-BA48-E761F30226AD}"/>
              </a:ext>
            </a:extLst>
          </p:cNvPr>
          <p:cNvSpPr>
            <a:spLocks noGrp="1"/>
          </p:cNvSpPr>
          <p:nvPr>
            <p:ph type="subTitle" idx="1" hasCustomPrompt="1"/>
          </p:nvPr>
        </p:nvSpPr>
        <p:spPr>
          <a:xfrm>
            <a:off x="515937" y="4798290"/>
            <a:ext cx="11156724" cy="820172"/>
          </a:xfrm>
          <a:prstGeom prst="rect">
            <a:avLst/>
          </a:prstGeom>
        </p:spPr>
        <p:txBody>
          <a:bodyPr lIns="0" tIns="0" rIns="0" bIns="0" anchor="t"/>
          <a:lstStyle>
            <a:lvl1pPr marL="0" indent="0" algn="ctr">
              <a:lnSpc>
                <a:spcPct val="100000"/>
              </a:lnSpc>
              <a:buNone/>
              <a:defRPr sz="1600" b="0" i="0">
                <a:solidFill>
                  <a:schemeClr val="tx2"/>
                </a:solidFill>
                <a:latin typeface="+mn-lt" panose="02000503000000020004" pitchFamily="2" charset="0"/>
                <a:ea typeface="+mn-lt" panose="02000503000000020004" pitchFamily="2" charset="0"/>
                <a:cs typeface="+mn-l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Attribution name</a:t>
            </a:r>
          </a:p>
        </p:txBody>
      </p:sp>
    </p:spTree>
    <p:extLst>
      <p:ext uri="{BB962C8B-B14F-4D97-AF65-F5344CB8AC3E}">
        <p14:creationId xmlns:p14="http://schemas.microsoft.com/office/powerpoint/2010/main" val="3131090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Quote 03">
    <p:bg>
      <p:bgPr>
        <a:gradFill>
          <a:gsLst>
            <a:gs pos="0">
              <a:srgbClr val="0038FF"/>
            </a:gs>
            <a:gs pos="100000">
              <a:srgbClr val="269AFF"/>
            </a:gs>
          </a:gsLst>
          <a:lin ang="0" scaled="1"/>
        </a:gradFill>
        <a:effectLst/>
      </p:bgPr>
    </p:bg>
    <p:spTree>
      <p:nvGrpSpPr>
        <p:cNvPr id="1" name=""/>
        <p:cNvGrpSpPr/>
        <p:nvPr/>
      </p:nvGrpSpPr>
      <p:grpSpPr>
        <a:xfrm>
          <a:off x="0" y="0"/>
          <a:ext cx="0" cy="0"/>
          <a:chOff x="0" y="0"/>
          <a:chExt cx="0" cy="0"/>
        </a:xfrm>
      </p:grpSpPr>
      <p:graphicFrame>
        <p:nvGraphicFramePr>
          <p:cNvPr id="8" name="Object 7">
            <a:extLst>
              <a:ext uri="{FF2B5EF4-FFF2-40B4-BE49-F238E27FC236}">
                <a16:creationId xmlns:a16="http://schemas.microsoft.com/office/drawing/2014/main" id="{CE3B7A5D-64E1-2D3F-40C7-05ADD448E17B}"/>
              </a:ext>
            </a:extLst>
          </p:cNvPr>
          <p:cNvGraphicFramePr>
            <a:graphicFrameLocks noChangeAspect="1"/>
          </p:cNvGraphicFramePr>
          <p:nvPr>
            <p:custDataLst>
              <p:tags r:id="rId1"/>
            </p:custDataLst>
            <p:extLst>
              <p:ext uri="{D42A27DB-BD31-4B8C-83A1-F6EECF244321}">
                <p14:modId xmlns:p14="http://schemas.microsoft.com/office/powerpoint/2010/main" val="35208842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a:extLst>
                          <a:ext uri="{FF2B5EF4-FFF2-40B4-BE49-F238E27FC236}">
                            <a16:creationId xmlns:a16="http://schemas.microsoft.com/office/drawing/2014/main" id="{CE3B7A5D-64E1-2D3F-40C7-05ADD448E17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338026C-284F-76E6-A8CF-EFAB1DC0AEDE}"/>
              </a:ext>
            </a:extLst>
          </p:cNvPr>
          <p:cNvSpPr>
            <a:spLocks noGrp="1"/>
          </p:cNvSpPr>
          <p:nvPr>
            <p:ph type="ctrTitle" hasCustomPrompt="1"/>
          </p:nvPr>
        </p:nvSpPr>
        <p:spPr>
          <a:xfrm>
            <a:off x="515937" y="1577009"/>
            <a:ext cx="11156724" cy="3023080"/>
          </a:xfrm>
          <a:prstGeom prst="rect">
            <a:avLst/>
          </a:prstGeom>
        </p:spPr>
        <p:txBody>
          <a:bodyPr vert="horz" lIns="0" tIns="0" rIns="0" bIns="0" anchor="ctr"/>
          <a:lstStyle>
            <a:lvl1pPr algn="ctr">
              <a:lnSpc>
                <a:spcPct val="100000"/>
              </a:lnSpc>
              <a:defRPr sz="3600" b="0" i="0">
                <a:solidFill>
                  <a:schemeClr val="tx2"/>
                </a:solidFill>
                <a:latin typeface="+mj-lt"/>
                <a:cs typeface="+mn-lt" panose="020B0402040204020203" pitchFamily="34" charset="0"/>
              </a:defRPr>
            </a:lvl1pPr>
          </a:lstStyle>
          <a:p>
            <a:pPr lvl="0"/>
            <a:r>
              <a:rPr lang="en-US" noProof="0"/>
              <a:t>“Use this textbox to include quotes in a suitable line length that looks visually balanced. Sentence case. </a:t>
            </a:r>
            <a:br>
              <a:rPr lang="en-US" noProof="0"/>
            </a:br>
            <a:r>
              <a:rPr lang="en-US" noProof="0"/>
              <a:t>Do not modify size or placement of textbox.”</a:t>
            </a:r>
          </a:p>
        </p:txBody>
      </p:sp>
      <p:sp>
        <p:nvSpPr>
          <p:cNvPr id="3" name="Subtitle 2">
            <a:extLst>
              <a:ext uri="{FF2B5EF4-FFF2-40B4-BE49-F238E27FC236}">
                <a16:creationId xmlns:a16="http://schemas.microsoft.com/office/drawing/2014/main" id="{2522F83F-AA8B-798A-BA48-E761F30226AD}"/>
              </a:ext>
            </a:extLst>
          </p:cNvPr>
          <p:cNvSpPr>
            <a:spLocks noGrp="1"/>
          </p:cNvSpPr>
          <p:nvPr>
            <p:ph type="subTitle" idx="1" hasCustomPrompt="1"/>
          </p:nvPr>
        </p:nvSpPr>
        <p:spPr>
          <a:xfrm>
            <a:off x="515937" y="4798290"/>
            <a:ext cx="11156724" cy="820172"/>
          </a:xfrm>
          <a:prstGeom prst="rect">
            <a:avLst/>
          </a:prstGeom>
        </p:spPr>
        <p:txBody>
          <a:bodyPr lIns="0" tIns="0" rIns="0" bIns="0" anchor="t"/>
          <a:lstStyle>
            <a:lvl1pPr marL="0" indent="0" algn="ctr">
              <a:lnSpc>
                <a:spcPct val="100000"/>
              </a:lnSpc>
              <a:buNone/>
              <a:defRPr sz="1600" b="0" i="0" baseline="0">
                <a:solidFill>
                  <a:schemeClr val="tx2"/>
                </a:solidFill>
                <a:latin typeface="+mn-lt"/>
                <a:ea typeface="+mn-lt" panose="02000503000000020004" pitchFamily="2" charset="0"/>
                <a:cs typeface="+mn-l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Attribution name</a:t>
            </a:r>
          </a:p>
        </p:txBody>
      </p:sp>
    </p:spTree>
    <p:extLst>
      <p:ext uri="{BB962C8B-B14F-4D97-AF65-F5344CB8AC3E}">
        <p14:creationId xmlns:p14="http://schemas.microsoft.com/office/powerpoint/2010/main" val="40356424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Quote 04">
    <p:bg>
      <p:bgPr>
        <a:gradFill>
          <a:gsLst>
            <a:gs pos="0">
              <a:srgbClr val="3E13BA"/>
            </a:gs>
            <a:gs pos="100000">
              <a:srgbClr val="7552FF"/>
            </a:gs>
          </a:gsLst>
          <a:lin ang="0" scaled="1"/>
        </a:gradFill>
        <a:effectLst/>
      </p:bgPr>
    </p:bg>
    <p:spTree>
      <p:nvGrpSpPr>
        <p:cNvPr id="1" name=""/>
        <p:cNvGrpSpPr/>
        <p:nvPr/>
      </p:nvGrpSpPr>
      <p:grpSpPr>
        <a:xfrm>
          <a:off x="0" y="0"/>
          <a:ext cx="0" cy="0"/>
          <a:chOff x="0" y="0"/>
          <a:chExt cx="0" cy="0"/>
        </a:xfrm>
      </p:grpSpPr>
      <p:graphicFrame>
        <p:nvGraphicFramePr>
          <p:cNvPr id="8" name="Object 7">
            <a:extLst>
              <a:ext uri="{FF2B5EF4-FFF2-40B4-BE49-F238E27FC236}">
                <a16:creationId xmlns:a16="http://schemas.microsoft.com/office/drawing/2014/main" id="{CE3B7A5D-64E1-2D3F-40C7-05ADD448E17B}"/>
              </a:ext>
            </a:extLst>
          </p:cNvPr>
          <p:cNvGraphicFramePr>
            <a:graphicFrameLocks noChangeAspect="1"/>
          </p:cNvGraphicFramePr>
          <p:nvPr>
            <p:custDataLst>
              <p:tags r:id="rId1"/>
            </p:custDataLst>
            <p:extLst>
              <p:ext uri="{D42A27DB-BD31-4B8C-83A1-F6EECF244321}">
                <p14:modId xmlns:p14="http://schemas.microsoft.com/office/powerpoint/2010/main" val="22884860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a:extLst>
                          <a:ext uri="{FF2B5EF4-FFF2-40B4-BE49-F238E27FC236}">
                            <a16:creationId xmlns:a16="http://schemas.microsoft.com/office/drawing/2014/main" id="{CE3B7A5D-64E1-2D3F-40C7-05ADD448E17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338026C-284F-76E6-A8CF-EFAB1DC0AEDE}"/>
              </a:ext>
            </a:extLst>
          </p:cNvPr>
          <p:cNvSpPr>
            <a:spLocks noGrp="1"/>
          </p:cNvSpPr>
          <p:nvPr>
            <p:ph type="ctrTitle" hasCustomPrompt="1"/>
          </p:nvPr>
        </p:nvSpPr>
        <p:spPr>
          <a:xfrm>
            <a:off x="515937" y="1577009"/>
            <a:ext cx="11156724" cy="3023080"/>
          </a:xfrm>
          <a:prstGeom prst="rect">
            <a:avLst/>
          </a:prstGeom>
        </p:spPr>
        <p:txBody>
          <a:bodyPr vert="horz" lIns="0" tIns="0" rIns="0" bIns="0" anchor="ctr"/>
          <a:lstStyle>
            <a:lvl1pPr algn="ctr">
              <a:lnSpc>
                <a:spcPct val="100000"/>
              </a:lnSpc>
              <a:defRPr sz="3600" b="0" i="0">
                <a:solidFill>
                  <a:schemeClr val="tx1"/>
                </a:solidFill>
                <a:latin typeface="+mj-lt"/>
                <a:cs typeface="+mn-lt" panose="020B0402040204020203" pitchFamily="34" charset="0"/>
              </a:defRPr>
            </a:lvl1pPr>
          </a:lstStyle>
          <a:p>
            <a:pPr lvl="0"/>
            <a:r>
              <a:rPr lang="en-US" noProof="0"/>
              <a:t>“Use this textbox to include quotes in a suitable line length that looks visually balanced. Sentence case. </a:t>
            </a:r>
            <a:br>
              <a:rPr lang="en-US" noProof="0"/>
            </a:br>
            <a:r>
              <a:rPr lang="en-US" noProof="0"/>
              <a:t>Do not modify size or placement of textbox.”</a:t>
            </a:r>
          </a:p>
        </p:txBody>
      </p:sp>
      <p:sp>
        <p:nvSpPr>
          <p:cNvPr id="3" name="Subtitle 2">
            <a:extLst>
              <a:ext uri="{FF2B5EF4-FFF2-40B4-BE49-F238E27FC236}">
                <a16:creationId xmlns:a16="http://schemas.microsoft.com/office/drawing/2014/main" id="{2522F83F-AA8B-798A-BA48-E761F30226AD}"/>
              </a:ext>
            </a:extLst>
          </p:cNvPr>
          <p:cNvSpPr>
            <a:spLocks noGrp="1"/>
          </p:cNvSpPr>
          <p:nvPr>
            <p:ph type="subTitle" idx="1" hasCustomPrompt="1"/>
          </p:nvPr>
        </p:nvSpPr>
        <p:spPr>
          <a:xfrm>
            <a:off x="515937" y="4798290"/>
            <a:ext cx="11156724" cy="820172"/>
          </a:xfrm>
          <a:prstGeom prst="rect">
            <a:avLst/>
          </a:prstGeom>
        </p:spPr>
        <p:txBody>
          <a:bodyPr lIns="0" tIns="0" rIns="0" bIns="0" anchor="t"/>
          <a:lstStyle>
            <a:lvl1pPr marL="0" indent="0" algn="ctr">
              <a:lnSpc>
                <a:spcPct val="100000"/>
              </a:lnSpc>
              <a:buNone/>
              <a:defRPr sz="1600" b="0" i="0" baseline="0">
                <a:solidFill>
                  <a:schemeClr val="tx1"/>
                </a:solidFill>
                <a:latin typeface="+mn-lt"/>
                <a:ea typeface="+mn-lt" panose="02000503000000020004" pitchFamily="2" charset="0"/>
                <a:cs typeface="+mn-l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Attribution name</a:t>
            </a:r>
          </a:p>
        </p:txBody>
      </p:sp>
    </p:spTree>
    <p:extLst>
      <p:ext uri="{BB962C8B-B14F-4D97-AF65-F5344CB8AC3E}">
        <p14:creationId xmlns:p14="http://schemas.microsoft.com/office/powerpoint/2010/main" val="15376525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Quote 05">
    <p:bg>
      <p:bgPr>
        <a:gradFill>
          <a:gsLst>
            <a:gs pos="0">
              <a:srgbClr val="6B7D00"/>
            </a:gs>
            <a:gs pos="100000">
              <a:srgbClr val="B5D208"/>
            </a:gs>
          </a:gsLst>
          <a:lin ang="0" scaled="1"/>
        </a:gradFill>
        <a:effectLst/>
      </p:bgPr>
    </p:bg>
    <p:spTree>
      <p:nvGrpSpPr>
        <p:cNvPr id="1" name=""/>
        <p:cNvGrpSpPr/>
        <p:nvPr/>
      </p:nvGrpSpPr>
      <p:grpSpPr>
        <a:xfrm>
          <a:off x="0" y="0"/>
          <a:ext cx="0" cy="0"/>
          <a:chOff x="0" y="0"/>
          <a:chExt cx="0" cy="0"/>
        </a:xfrm>
      </p:grpSpPr>
      <p:graphicFrame>
        <p:nvGraphicFramePr>
          <p:cNvPr id="8" name="Object 7">
            <a:extLst>
              <a:ext uri="{FF2B5EF4-FFF2-40B4-BE49-F238E27FC236}">
                <a16:creationId xmlns:a16="http://schemas.microsoft.com/office/drawing/2014/main" id="{CE3B7A5D-64E1-2D3F-40C7-05ADD448E17B}"/>
              </a:ext>
            </a:extLst>
          </p:cNvPr>
          <p:cNvGraphicFramePr>
            <a:graphicFrameLocks noChangeAspect="1"/>
          </p:cNvGraphicFramePr>
          <p:nvPr>
            <p:custDataLst>
              <p:tags r:id="rId1"/>
            </p:custDataLst>
            <p:extLst>
              <p:ext uri="{D42A27DB-BD31-4B8C-83A1-F6EECF244321}">
                <p14:modId xmlns:p14="http://schemas.microsoft.com/office/powerpoint/2010/main" val="158710450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a:extLst>
                          <a:ext uri="{FF2B5EF4-FFF2-40B4-BE49-F238E27FC236}">
                            <a16:creationId xmlns:a16="http://schemas.microsoft.com/office/drawing/2014/main" id="{CE3B7A5D-64E1-2D3F-40C7-05ADD448E17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338026C-284F-76E6-A8CF-EFAB1DC0AEDE}"/>
              </a:ext>
            </a:extLst>
          </p:cNvPr>
          <p:cNvSpPr>
            <a:spLocks noGrp="1"/>
          </p:cNvSpPr>
          <p:nvPr>
            <p:ph type="ctrTitle" hasCustomPrompt="1"/>
          </p:nvPr>
        </p:nvSpPr>
        <p:spPr>
          <a:xfrm>
            <a:off x="515937" y="1577009"/>
            <a:ext cx="11156724" cy="3023080"/>
          </a:xfrm>
          <a:prstGeom prst="rect">
            <a:avLst/>
          </a:prstGeom>
        </p:spPr>
        <p:txBody>
          <a:bodyPr vert="horz" lIns="0" tIns="0" rIns="0" bIns="0" anchor="ctr"/>
          <a:lstStyle>
            <a:lvl1pPr algn="ctr">
              <a:lnSpc>
                <a:spcPct val="100000"/>
              </a:lnSpc>
              <a:defRPr sz="3600" b="0" i="0">
                <a:solidFill>
                  <a:schemeClr val="tx1"/>
                </a:solidFill>
                <a:latin typeface="+mj-lt"/>
                <a:cs typeface="+mn-lt" panose="020B0402040204020203" pitchFamily="34" charset="0"/>
              </a:defRPr>
            </a:lvl1pPr>
          </a:lstStyle>
          <a:p>
            <a:pPr lvl="0"/>
            <a:r>
              <a:rPr lang="en-US" noProof="0"/>
              <a:t>“Use this textbox to include quotes in a suitable line length that looks visually balanced. Sentence case. </a:t>
            </a:r>
            <a:br>
              <a:rPr lang="en-US" noProof="0"/>
            </a:br>
            <a:r>
              <a:rPr lang="en-US" noProof="0"/>
              <a:t>Do not modify size or placement of textbox.”</a:t>
            </a:r>
          </a:p>
        </p:txBody>
      </p:sp>
      <p:sp>
        <p:nvSpPr>
          <p:cNvPr id="3" name="Subtitle 2">
            <a:extLst>
              <a:ext uri="{FF2B5EF4-FFF2-40B4-BE49-F238E27FC236}">
                <a16:creationId xmlns:a16="http://schemas.microsoft.com/office/drawing/2014/main" id="{2522F83F-AA8B-798A-BA48-E761F30226AD}"/>
              </a:ext>
            </a:extLst>
          </p:cNvPr>
          <p:cNvSpPr>
            <a:spLocks noGrp="1"/>
          </p:cNvSpPr>
          <p:nvPr>
            <p:ph type="subTitle" idx="1" hasCustomPrompt="1"/>
          </p:nvPr>
        </p:nvSpPr>
        <p:spPr>
          <a:xfrm>
            <a:off x="515937" y="4798290"/>
            <a:ext cx="11156724" cy="820172"/>
          </a:xfrm>
          <a:prstGeom prst="rect">
            <a:avLst/>
          </a:prstGeom>
        </p:spPr>
        <p:txBody>
          <a:bodyPr lIns="0" tIns="0" rIns="0" bIns="0" anchor="t"/>
          <a:lstStyle>
            <a:lvl1pPr marL="0" indent="0" algn="ctr">
              <a:lnSpc>
                <a:spcPct val="100000"/>
              </a:lnSpc>
              <a:buNone/>
              <a:defRPr sz="1600" b="0" i="0" baseline="0">
                <a:solidFill>
                  <a:schemeClr val="tx1"/>
                </a:solidFill>
                <a:latin typeface="+mn-lt"/>
                <a:ea typeface="+mn-lt" panose="02000503000000020004" pitchFamily="2" charset="0"/>
                <a:cs typeface="+mn-l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Attribution name</a:t>
            </a:r>
          </a:p>
        </p:txBody>
      </p:sp>
    </p:spTree>
    <p:extLst>
      <p:ext uri="{BB962C8B-B14F-4D97-AF65-F5344CB8AC3E}">
        <p14:creationId xmlns:p14="http://schemas.microsoft.com/office/powerpoint/2010/main" val="12583842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Quote 06">
    <p:bg>
      <p:bgPr>
        <a:gradFill>
          <a:gsLst>
            <a:gs pos="0">
              <a:srgbClr val="982B09"/>
            </a:gs>
            <a:gs pos="100000">
              <a:srgbClr val="FA6526"/>
            </a:gs>
          </a:gsLst>
          <a:lin ang="0" scaled="1"/>
        </a:gradFill>
        <a:effectLst/>
      </p:bgPr>
    </p:bg>
    <p:spTree>
      <p:nvGrpSpPr>
        <p:cNvPr id="1" name=""/>
        <p:cNvGrpSpPr/>
        <p:nvPr/>
      </p:nvGrpSpPr>
      <p:grpSpPr>
        <a:xfrm>
          <a:off x="0" y="0"/>
          <a:ext cx="0" cy="0"/>
          <a:chOff x="0" y="0"/>
          <a:chExt cx="0" cy="0"/>
        </a:xfrm>
      </p:grpSpPr>
      <p:graphicFrame>
        <p:nvGraphicFramePr>
          <p:cNvPr id="8" name="Object 7">
            <a:extLst>
              <a:ext uri="{FF2B5EF4-FFF2-40B4-BE49-F238E27FC236}">
                <a16:creationId xmlns:a16="http://schemas.microsoft.com/office/drawing/2014/main" id="{CE3B7A5D-64E1-2D3F-40C7-05ADD448E17B}"/>
              </a:ext>
            </a:extLst>
          </p:cNvPr>
          <p:cNvGraphicFramePr>
            <a:graphicFrameLocks noChangeAspect="1"/>
          </p:cNvGraphicFramePr>
          <p:nvPr>
            <p:custDataLst>
              <p:tags r:id="rId1"/>
            </p:custDataLst>
            <p:extLst>
              <p:ext uri="{D42A27DB-BD31-4B8C-83A1-F6EECF244321}">
                <p14:modId xmlns:p14="http://schemas.microsoft.com/office/powerpoint/2010/main" val="36717808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a:extLst>
                          <a:ext uri="{FF2B5EF4-FFF2-40B4-BE49-F238E27FC236}">
                            <a16:creationId xmlns:a16="http://schemas.microsoft.com/office/drawing/2014/main" id="{CE3B7A5D-64E1-2D3F-40C7-05ADD448E17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338026C-284F-76E6-A8CF-EFAB1DC0AEDE}"/>
              </a:ext>
            </a:extLst>
          </p:cNvPr>
          <p:cNvSpPr>
            <a:spLocks noGrp="1"/>
          </p:cNvSpPr>
          <p:nvPr>
            <p:ph type="ctrTitle" hasCustomPrompt="1"/>
          </p:nvPr>
        </p:nvSpPr>
        <p:spPr>
          <a:xfrm>
            <a:off x="515937" y="1577009"/>
            <a:ext cx="11156724" cy="3023080"/>
          </a:xfrm>
          <a:prstGeom prst="rect">
            <a:avLst/>
          </a:prstGeom>
        </p:spPr>
        <p:txBody>
          <a:bodyPr vert="horz" lIns="0" tIns="0" rIns="0" bIns="0" anchor="ctr"/>
          <a:lstStyle>
            <a:lvl1pPr algn="ctr">
              <a:lnSpc>
                <a:spcPct val="100000"/>
              </a:lnSpc>
              <a:defRPr sz="3600" b="0" i="0">
                <a:solidFill>
                  <a:schemeClr val="tx1"/>
                </a:solidFill>
                <a:latin typeface="+mj-lt"/>
                <a:cs typeface="+mn-lt" panose="020B0402040204020203" pitchFamily="34" charset="0"/>
              </a:defRPr>
            </a:lvl1pPr>
          </a:lstStyle>
          <a:p>
            <a:pPr lvl="0"/>
            <a:r>
              <a:rPr lang="en-US" noProof="0"/>
              <a:t>“Use this textbox to include quotes in a suitable line length that looks visually balanced. Sentence case. </a:t>
            </a:r>
            <a:br>
              <a:rPr lang="en-US" noProof="0"/>
            </a:br>
            <a:r>
              <a:rPr lang="en-US" noProof="0"/>
              <a:t>Do not modify size or placement of textbox.”</a:t>
            </a:r>
          </a:p>
        </p:txBody>
      </p:sp>
      <p:sp>
        <p:nvSpPr>
          <p:cNvPr id="3" name="Subtitle 2">
            <a:extLst>
              <a:ext uri="{FF2B5EF4-FFF2-40B4-BE49-F238E27FC236}">
                <a16:creationId xmlns:a16="http://schemas.microsoft.com/office/drawing/2014/main" id="{2522F83F-AA8B-798A-BA48-E761F30226AD}"/>
              </a:ext>
            </a:extLst>
          </p:cNvPr>
          <p:cNvSpPr>
            <a:spLocks noGrp="1"/>
          </p:cNvSpPr>
          <p:nvPr>
            <p:ph type="subTitle" idx="1" hasCustomPrompt="1"/>
          </p:nvPr>
        </p:nvSpPr>
        <p:spPr>
          <a:xfrm>
            <a:off x="515937" y="4798290"/>
            <a:ext cx="11156724" cy="820172"/>
          </a:xfrm>
          <a:prstGeom prst="rect">
            <a:avLst/>
          </a:prstGeom>
        </p:spPr>
        <p:txBody>
          <a:bodyPr lIns="0" tIns="0" rIns="0" bIns="0" anchor="t"/>
          <a:lstStyle>
            <a:lvl1pPr marL="0" indent="0" algn="ctr">
              <a:lnSpc>
                <a:spcPct val="100000"/>
              </a:lnSpc>
              <a:buNone/>
              <a:defRPr sz="1600" b="0" i="0" baseline="0">
                <a:solidFill>
                  <a:schemeClr val="tx1"/>
                </a:solidFill>
                <a:latin typeface="+mn-lt"/>
                <a:ea typeface="+mn-lt" panose="02000503000000020004" pitchFamily="2" charset="0"/>
                <a:cs typeface="+mn-l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Attribution name</a:t>
            </a:r>
          </a:p>
        </p:txBody>
      </p:sp>
    </p:spTree>
    <p:extLst>
      <p:ext uri="{BB962C8B-B14F-4D97-AF65-F5344CB8AC3E}">
        <p14:creationId xmlns:p14="http://schemas.microsoft.com/office/powerpoint/2010/main" val="35377328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Quote 07">
    <p:bg>
      <p:bgPr>
        <a:gradFill>
          <a:gsLst>
            <a:gs pos="0">
              <a:srgbClr val="AA5200"/>
            </a:gs>
            <a:gs pos="100000">
              <a:srgbClr val="FF9600"/>
            </a:gs>
          </a:gsLst>
          <a:lin ang="0" scaled="1"/>
        </a:gradFill>
        <a:effectLst/>
      </p:bgPr>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CE3B7A5D-64E1-2D3F-40C7-05ADD448E17B}"/>
              </a:ext>
            </a:extLst>
          </p:cNvPr>
          <p:cNvGraphicFramePr>
            <a:graphicFrameLocks noChangeAspect="1"/>
          </p:cNvGraphicFramePr>
          <p:nvPr>
            <p:custDataLst>
              <p:tags r:id="rId1"/>
            </p:custDataLst>
            <p:extLst>
              <p:ext uri="{D42A27DB-BD31-4B8C-83A1-F6EECF244321}">
                <p14:modId xmlns:p14="http://schemas.microsoft.com/office/powerpoint/2010/main" val="38249028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hidden="1">
                        <a:extLst>
                          <a:ext uri="{FF2B5EF4-FFF2-40B4-BE49-F238E27FC236}">
                            <a16:creationId xmlns:a16="http://schemas.microsoft.com/office/drawing/2014/main" id="{CE3B7A5D-64E1-2D3F-40C7-05ADD448E17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338026C-284F-76E6-A8CF-EFAB1DC0AEDE}"/>
              </a:ext>
            </a:extLst>
          </p:cNvPr>
          <p:cNvSpPr>
            <a:spLocks noGrp="1"/>
          </p:cNvSpPr>
          <p:nvPr>
            <p:ph type="ctrTitle" hasCustomPrompt="1"/>
          </p:nvPr>
        </p:nvSpPr>
        <p:spPr>
          <a:xfrm>
            <a:off x="515937" y="1577009"/>
            <a:ext cx="11156724" cy="3023080"/>
          </a:xfrm>
          <a:prstGeom prst="rect">
            <a:avLst/>
          </a:prstGeom>
        </p:spPr>
        <p:txBody>
          <a:bodyPr vert="horz" lIns="0" tIns="0" rIns="0" bIns="0" anchor="ctr"/>
          <a:lstStyle>
            <a:lvl1pPr algn="ctr">
              <a:lnSpc>
                <a:spcPct val="100000"/>
              </a:lnSpc>
              <a:defRPr sz="3600" b="0" i="0">
                <a:solidFill>
                  <a:schemeClr val="tx1"/>
                </a:solidFill>
                <a:latin typeface="+mj-lt"/>
                <a:cs typeface="+mn-lt" panose="020B0402040204020203" pitchFamily="34" charset="0"/>
              </a:defRPr>
            </a:lvl1pPr>
          </a:lstStyle>
          <a:p>
            <a:pPr lvl="0"/>
            <a:r>
              <a:rPr lang="en-US" noProof="0"/>
              <a:t>“Use this textbox to include quotes in a suitable line length that looks visually balanced. Sentence case. </a:t>
            </a:r>
            <a:br>
              <a:rPr lang="en-US" noProof="0"/>
            </a:br>
            <a:r>
              <a:rPr lang="en-US" noProof="0"/>
              <a:t>Do not modify size or placement of textbox.”</a:t>
            </a:r>
          </a:p>
        </p:txBody>
      </p:sp>
      <p:sp>
        <p:nvSpPr>
          <p:cNvPr id="3" name="Subtitle 2">
            <a:extLst>
              <a:ext uri="{FF2B5EF4-FFF2-40B4-BE49-F238E27FC236}">
                <a16:creationId xmlns:a16="http://schemas.microsoft.com/office/drawing/2014/main" id="{2522F83F-AA8B-798A-BA48-E761F30226AD}"/>
              </a:ext>
            </a:extLst>
          </p:cNvPr>
          <p:cNvSpPr>
            <a:spLocks noGrp="1"/>
          </p:cNvSpPr>
          <p:nvPr>
            <p:ph type="subTitle" idx="1" hasCustomPrompt="1"/>
          </p:nvPr>
        </p:nvSpPr>
        <p:spPr>
          <a:xfrm>
            <a:off x="515937" y="4798290"/>
            <a:ext cx="11156724" cy="820172"/>
          </a:xfrm>
          <a:prstGeom prst="rect">
            <a:avLst/>
          </a:prstGeom>
        </p:spPr>
        <p:txBody>
          <a:bodyPr lIns="0" tIns="0" rIns="0" bIns="0" anchor="t"/>
          <a:lstStyle>
            <a:lvl1pPr marL="0" indent="0" algn="ctr">
              <a:lnSpc>
                <a:spcPct val="100000"/>
              </a:lnSpc>
              <a:buNone/>
              <a:defRPr sz="1600" b="0" i="0" baseline="0">
                <a:solidFill>
                  <a:schemeClr val="tx1"/>
                </a:solidFill>
                <a:latin typeface="+mn-lt"/>
                <a:ea typeface="+mn-lt" panose="02000503000000020004" pitchFamily="2" charset="0"/>
                <a:cs typeface="+mn-l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Attribution name</a:t>
            </a:r>
          </a:p>
        </p:txBody>
      </p:sp>
    </p:spTree>
    <p:extLst>
      <p:ext uri="{BB962C8B-B14F-4D97-AF65-F5344CB8AC3E}">
        <p14:creationId xmlns:p14="http://schemas.microsoft.com/office/powerpoint/2010/main" val="15241602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Quote 08">
    <p:bg>
      <p:bgPr>
        <a:gradFill>
          <a:gsLst>
            <a:gs pos="0">
              <a:srgbClr val="A88100"/>
            </a:gs>
            <a:gs pos="100000">
              <a:srgbClr val="E1B523"/>
            </a:gs>
          </a:gsLst>
          <a:lin ang="0" scaled="1"/>
        </a:gradFill>
        <a:effectLst/>
      </p:bgPr>
    </p:bg>
    <p:spTree>
      <p:nvGrpSpPr>
        <p:cNvPr id="1" name=""/>
        <p:cNvGrpSpPr/>
        <p:nvPr/>
      </p:nvGrpSpPr>
      <p:grpSpPr>
        <a:xfrm>
          <a:off x="0" y="0"/>
          <a:ext cx="0" cy="0"/>
          <a:chOff x="0" y="0"/>
          <a:chExt cx="0" cy="0"/>
        </a:xfrm>
      </p:grpSpPr>
      <p:graphicFrame>
        <p:nvGraphicFramePr>
          <p:cNvPr id="8" name="Object 7">
            <a:extLst>
              <a:ext uri="{FF2B5EF4-FFF2-40B4-BE49-F238E27FC236}">
                <a16:creationId xmlns:a16="http://schemas.microsoft.com/office/drawing/2014/main" id="{CE3B7A5D-64E1-2D3F-40C7-05ADD448E17B}"/>
              </a:ext>
            </a:extLst>
          </p:cNvPr>
          <p:cNvGraphicFramePr>
            <a:graphicFrameLocks noChangeAspect="1"/>
          </p:cNvGraphicFramePr>
          <p:nvPr>
            <p:custDataLst>
              <p:tags r:id="rId1"/>
            </p:custDataLst>
            <p:extLst>
              <p:ext uri="{D42A27DB-BD31-4B8C-83A1-F6EECF244321}">
                <p14:modId xmlns:p14="http://schemas.microsoft.com/office/powerpoint/2010/main" val="291152504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a:extLst>
                          <a:ext uri="{FF2B5EF4-FFF2-40B4-BE49-F238E27FC236}">
                            <a16:creationId xmlns:a16="http://schemas.microsoft.com/office/drawing/2014/main" id="{CE3B7A5D-64E1-2D3F-40C7-05ADD448E17B}"/>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338026C-284F-76E6-A8CF-EFAB1DC0AEDE}"/>
              </a:ext>
            </a:extLst>
          </p:cNvPr>
          <p:cNvSpPr>
            <a:spLocks noGrp="1"/>
          </p:cNvSpPr>
          <p:nvPr>
            <p:ph type="ctrTitle" hasCustomPrompt="1"/>
          </p:nvPr>
        </p:nvSpPr>
        <p:spPr>
          <a:xfrm>
            <a:off x="515937" y="1577009"/>
            <a:ext cx="11156724" cy="3023080"/>
          </a:xfrm>
          <a:prstGeom prst="rect">
            <a:avLst/>
          </a:prstGeom>
        </p:spPr>
        <p:txBody>
          <a:bodyPr vert="horz" lIns="0" tIns="0" rIns="0" bIns="0" anchor="ctr"/>
          <a:lstStyle>
            <a:lvl1pPr algn="ctr">
              <a:lnSpc>
                <a:spcPct val="100000"/>
              </a:lnSpc>
              <a:defRPr sz="3600" b="0" i="0">
                <a:solidFill>
                  <a:schemeClr val="tx1"/>
                </a:solidFill>
                <a:latin typeface="+mj-lt"/>
                <a:cs typeface="+mn-lt" panose="020B0402040204020203" pitchFamily="34" charset="0"/>
              </a:defRPr>
            </a:lvl1pPr>
          </a:lstStyle>
          <a:p>
            <a:pPr lvl="0"/>
            <a:r>
              <a:rPr lang="en-US" noProof="0"/>
              <a:t>“Use this textbox to include quotes in a suitable line length that looks visually balanced. Sentence case. </a:t>
            </a:r>
            <a:br>
              <a:rPr lang="en-US" noProof="0"/>
            </a:br>
            <a:r>
              <a:rPr lang="en-US" noProof="0"/>
              <a:t>Do not modify size or placement of textbox.”</a:t>
            </a:r>
          </a:p>
        </p:txBody>
      </p:sp>
      <p:sp>
        <p:nvSpPr>
          <p:cNvPr id="3" name="Subtitle 2">
            <a:extLst>
              <a:ext uri="{FF2B5EF4-FFF2-40B4-BE49-F238E27FC236}">
                <a16:creationId xmlns:a16="http://schemas.microsoft.com/office/drawing/2014/main" id="{2522F83F-AA8B-798A-BA48-E761F30226AD}"/>
              </a:ext>
            </a:extLst>
          </p:cNvPr>
          <p:cNvSpPr>
            <a:spLocks noGrp="1"/>
          </p:cNvSpPr>
          <p:nvPr>
            <p:ph type="subTitle" idx="1" hasCustomPrompt="1"/>
          </p:nvPr>
        </p:nvSpPr>
        <p:spPr>
          <a:xfrm>
            <a:off x="515937" y="4798290"/>
            <a:ext cx="11156724" cy="820172"/>
          </a:xfrm>
          <a:prstGeom prst="rect">
            <a:avLst/>
          </a:prstGeom>
        </p:spPr>
        <p:txBody>
          <a:bodyPr lIns="0" tIns="0" rIns="0" bIns="0" anchor="t"/>
          <a:lstStyle>
            <a:lvl1pPr marL="0" indent="0" algn="ctr">
              <a:lnSpc>
                <a:spcPct val="100000"/>
              </a:lnSpc>
              <a:buNone/>
              <a:defRPr sz="1600" b="0" i="0" baseline="0">
                <a:solidFill>
                  <a:schemeClr val="tx1"/>
                </a:solidFill>
                <a:latin typeface="+mn-lt"/>
                <a:ea typeface="+mn-lt" panose="02000503000000020004" pitchFamily="2" charset="0"/>
                <a:cs typeface="+mn-lt" panose="020B05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Attribution name</a:t>
            </a:r>
          </a:p>
        </p:txBody>
      </p:sp>
    </p:spTree>
    <p:extLst>
      <p:ext uri="{BB962C8B-B14F-4D97-AF65-F5344CB8AC3E}">
        <p14:creationId xmlns:p14="http://schemas.microsoft.com/office/powerpoint/2010/main" val="22933290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io">
    <p:spTree>
      <p:nvGrpSpPr>
        <p:cNvPr id="1" name=""/>
        <p:cNvGrpSpPr/>
        <p:nvPr/>
      </p:nvGrpSpPr>
      <p:grpSpPr>
        <a:xfrm>
          <a:off x="0" y="0"/>
          <a:ext cx="0" cy="0"/>
          <a:chOff x="0" y="0"/>
          <a:chExt cx="0" cy="0"/>
        </a:xfrm>
      </p:grpSpPr>
      <p:graphicFrame>
        <p:nvGraphicFramePr>
          <p:cNvPr id="12" name="think-cell data - do not delete">
            <a:extLst>
              <a:ext uri="{FF2B5EF4-FFF2-40B4-BE49-F238E27FC236}">
                <a16:creationId xmlns:a16="http://schemas.microsoft.com/office/drawing/2014/main" id="{E0974427-B3C2-EAA9-31F1-1AD947C93C3D}"/>
              </a:ext>
            </a:extLst>
          </p:cNvPr>
          <p:cNvGraphicFramePr>
            <a:graphicFrameLocks noChangeAspect="1"/>
          </p:cNvGraphicFramePr>
          <p:nvPr>
            <p:custDataLst>
              <p:tags r:id="rId1"/>
            </p:custDataLst>
            <p:extLst>
              <p:ext uri="{D42A27DB-BD31-4B8C-83A1-F6EECF244321}">
                <p14:modId xmlns:p14="http://schemas.microsoft.com/office/powerpoint/2010/main" val="32843601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2" name="think-cell data - do not delete">
                        <a:extLst>
                          <a:ext uri="{FF2B5EF4-FFF2-40B4-BE49-F238E27FC236}">
                            <a16:creationId xmlns:a16="http://schemas.microsoft.com/office/drawing/2014/main" id="{E0974427-B3C2-EAA9-31F1-1AD947C93C3D}"/>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7" name="Picture Placeholder 2">
            <a:extLst>
              <a:ext uri="{FF2B5EF4-FFF2-40B4-BE49-F238E27FC236}">
                <a16:creationId xmlns:a16="http://schemas.microsoft.com/office/drawing/2014/main" id="{3767854A-ACD6-7473-E9F5-A8CB0EED2F1E}"/>
              </a:ext>
            </a:extLst>
          </p:cNvPr>
          <p:cNvSpPr>
            <a:spLocks noGrp="1"/>
          </p:cNvSpPr>
          <p:nvPr>
            <p:ph type="pic" sz="quarter" idx="11"/>
          </p:nvPr>
        </p:nvSpPr>
        <p:spPr>
          <a:xfrm>
            <a:off x="5264326" y="1679302"/>
            <a:ext cx="6927674" cy="3881215"/>
          </a:xfrm>
          <a:solidFill>
            <a:schemeClr val="bg1">
              <a:lumMod val="95000"/>
            </a:schemeClr>
          </a:solidFill>
        </p:spPr>
        <p:txBody>
          <a:bodyPr/>
          <a:lstStyle>
            <a:lvl1pPr algn="ctr">
              <a:defRPr sz="1200">
                <a:solidFill>
                  <a:schemeClr val="accent1"/>
                </a:solidFill>
              </a:defRPr>
            </a:lvl1pPr>
          </a:lstStyle>
          <a:p>
            <a:r>
              <a:rPr lang="en-US" noProof="0"/>
              <a:t>Click icon to add picture</a:t>
            </a:r>
          </a:p>
        </p:txBody>
      </p:sp>
      <p:sp>
        <p:nvSpPr>
          <p:cNvPr id="2" name="Title 1">
            <a:extLst>
              <a:ext uri="{FF2B5EF4-FFF2-40B4-BE49-F238E27FC236}">
                <a16:creationId xmlns:a16="http://schemas.microsoft.com/office/drawing/2014/main" id="{2F314F59-E762-EBCD-6682-BD11A1A2843C}"/>
              </a:ext>
            </a:extLst>
          </p:cNvPr>
          <p:cNvSpPr>
            <a:spLocks noGrp="1"/>
          </p:cNvSpPr>
          <p:nvPr>
            <p:ph type="title" hasCustomPrompt="1"/>
          </p:nvPr>
        </p:nvSpPr>
        <p:spPr>
          <a:xfrm>
            <a:off x="493715" y="1679303"/>
            <a:ext cx="4537074" cy="1005840"/>
          </a:xfrm>
        </p:spPr>
        <p:txBody>
          <a:bodyPr vert="horz" anchor="b"/>
          <a:lstStyle>
            <a:lvl1pPr>
              <a:defRPr sz="4400">
                <a:gradFill>
                  <a:gsLst>
                    <a:gs pos="0">
                      <a:srgbClr val="0038FF"/>
                    </a:gs>
                    <a:gs pos="100000">
                      <a:srgbClr val="269AFF"/>
                    </a:gs>
                  </a:gsLst>
                  <a:lin ang="0" scaled="1"/>
                </a:gradFill>
              </a:defRPr>
            </a:lvl1pPr>
          </a:lstStyle>
          <a:p>
            <a:r>
              <a:rPr lang="en-US" noProof="0"/>
              <a:t>First Lastname</a:t>
            </a:r>
          </a:p>
        </p:txBody>
      </p:sp>
      <p:sp>
        <p:nvSpPr>
          <p:cNvPr id="14" name="Text Placeholder 13">
            <a:extLst>
              <a:ext uri="{FF2B5EF4-FFF2-40B4-BE49-F238E27FC236}">
                <a16:creationId xmlns:a16="http://schemas.microsoft.com/office/drawing/2014/main" id="{E04CEFCE-0654-8AE5-4F57-143FFC917C3D}"/>
              </a:ext>
            </a:extLst>
          </p:cNvPr>
          <p:cNvSpPr>
            <a:spLocks noGrp="1"/>
          </p:cNvSpPr>
          <p:nvPr>
            <p:ph type="body" sz="quarter" idx="10" hasCustomPrompt="1"/>
          </p:nvPr>
        </p:nvSpPr>
        <p:spPr>
          <a:xfrm>
            <a:off x="493713" y="3212757"/>
            <a:ext cx="4537076" cy="2151068"/>
          </a:xfrm>
        </p:spPr>
        <p:txBody>
          <a:bodyPr>
            <a:noAutofit/>
          </a:bodyPr>
          <a:lstStyle>
            <a:lvl1pPr>
              <a:defRPr sz="1600"/>
            </a:lvl1pPr>
            <a:lvl2pPr>
              <a:defRPr sz="1200"/>
            </a:lvl2pPr>
            <a:lvl3pPr>
              <a:defRPr sz="1050"/>
            </a:lvl3pPr>
            <a:lvl4pPr>
              <a:defRPr sz="900"/>
            </a:lvl4pPr>
            <a:lvl5pPr>
              <a:defRPr sz="700"/>
            </a:lvl5pPr>
          </a:lstStyle>
          <a:p>
            <a:pPr lvl="0"/>
            <a:r>
              <a:rPr lang="en-US" noProof="0"/>
              <a:t>Click to type text. To activate sub-level formatting, place cursor at beginning of text/line and hit tab or shift tab.</a:t>
            </a:r>
          </a:p>
          <a:p>
            <a:pPr lvl="1"/>
            <a:r>
              <a:rPr lang="en-US" noProof="0"/>
              <a:t>Second level</a:t>
            </a:r>
          </a:p>
        </p:txBody>
      </p:sp>
      <p:sp>
        <p:nvSpPr>
          <p:cNvPr id="3" name="Text Placeholder 9">
            <a:extLst>
              <a:ext uri="{FF2B5EF4-FFF2-40B4-BE49-F238E27FC236}">
                <a16:creationId xmlns:a16="http://schemas.microsoft.com/office/drawing/2014/main" id="{A9B4FEC2-9874-4C6B-93D4-0F78B12B4C4F}"/>
              </a:ext>
            </a:extLst>
          </p:cNvPr>
          <p:cNvSpPr>
            <a:spLocks noGrp="1"/>
          </p:cNvSpPr>
          <p:nvPr>
            <p:ph type="body" sz="quarter" idx="56" hasCustomPrompt="1"/>
          </p:nvPr>
        </p:nvSpPr>
        <p:spPr>
          <a:xfrm>
            <a:off x="493712" y="2695701"/>
            <a:ext cx="4537075" cy="242081"/>
          </a:xfrm>
          <a:prstGeom prst="rect">
            <a:avLst/>
          </a:prstGeom>
        </p:spPr>
        <p:txBody>
          <a:bodyPr lIns="0" tIns="0" rIns="0" bIns="0"/>
          <a:lstStyle>
            <a:lvl1pPr marL="0" indent="0" algn="l">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 Location (Optional)</a:t>
            </a:r>
            <a:endParaRPr lang="en-US" noProof="0">
              <a:solidFill>
                <a:schemeClr val="accent5"/>
              </a:solidFill>
              <a:effectLst/>
              <a:latin typeface="+mn-lt" panose="020B0402040204020203" pitchFamily="34" charset="0"/>
            </a:endParaRPr>
          </a:p>
        </p:txBody>
      </p:sp>
    </p:spTree>
    <p:extLst>
      <p:ext uri="{BB962C8B-B14F-4D97-AF65-F5344CB8AC3E}">
        <p14:creationId xmlns:p14="http://schemas.microsoft.com/office/powerpoint/2010/main" val="353846396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Bio Portraits x4">
    <p:spTree>
      <p:nvGrpSpPr>
        <p:cNvPr id="1" name=""/>
        <p:cNvGrpSpPr/>
        <p:nvPr/>
      </p:nvGrpSpPr>
      <p:grpSpPr>
        <a:xfrm>
          <a:off x="0" y="0"/>
          <a:ext cx="0" cy="0"/>
          <a:chOff x="0" y="0"/>
          <a:chExt cx="0" cy="0"/>
        </a:xfrm>
      </p:grpSpPr>
      <p:graphicFrame>
        <p:nvGraphicFramePr>
          <p:cNvPr id="27" name="Object 26">
            <a:extLst>
              <a:ext uri="{FF2B5EF4-FFF2-40B4-BE49-F238E27FC236}">
                <a16:creationId xmlns:a16="http://schemas.microsoft.com/office/drawing/2014/main" id="{B9977C75-55DF-9C34-1B4C-97D3AB254E37}"/>
              </a:ext>
            </a:extLst>
          </p:cNvPr>
          <p:cNvGraphicFramePr>
            <a:graphicFrameLocks noChangeAspect="1"/>
          </p:cNvGraphicFramePr>
          <p:nvPr>
            <p:custDataLst>
              <p:tags r:id="rId1"/>
            </p:custDataLst>
            <p:extLst>
              <p:ext uri="{D42A27DB-BD31-4B8C-83A1-F6EECF244321}">
                <p14:modId xmlns:p14="http://schemas.microsoft.com/office/powerpoint/2010/main" val="60762724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7" name="Object 26">
                        <a:extLst>
                          <a:ext uri="{FF2B5EF4-FFF2-40B4-BE49-F238E27FC236}">
                            <a16:creationId xmlns:a16="http://schemas.microsoft.com/office/drawing/2014/main" id="{B9977C75-55DF-9C34-1B4C-97D3AB254E3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3" name="Picture Placeholder 12">
            <a:extLst>
              <a:ext uri="{FF2B5EF4-FFF2-40B4-BE49-F238E27FC236}">
                <a16:creationId xmlns:a16="http://schemas.microsoft.com/office/drawing/2014/main" id="{2173F7C9-2680-E0D7-EA2B-E821441E0F73}"/>
              </a:ext>
            </a:extLst>
          </p:cNvPr>
          <p:cNvSpPr>
            <a:spLocks noGrp="1" noChangeAspect="1"/>
          </p:cNvSpPr>
          <p:nvPr>
            <p:ph type="pic" sz="quarter" idx="52" hasCustomPrompt="1"/>
          </p:nvPr>
        </p:nvSpPr>
        <p:spPr>
          <a:xfrm>
            <a:off x="1386328" y="2371975"/>
            <a:ext cx="1261872" cy="1261872"/>
          </a:xfrm>
          <a:blipFill>
            <a:blip r:embed="rId5">
              <a:extLst>
                <a:ext uri="{96DAC541-7B7A-43D3-8B79-37D633B846F1}">
                  <asvg:svgBlip xmlns:asvg="http://schemas.microsoft.com/office/drawing/2016/SVG/main" r:embed="rId6"/>
                </a:ext>
              </a:extLst>
            </a:blip>
            <a:stretch>
              <a:fillRect/>
            </a:stretch>
          </a:blipFill>
        </p:spPr>
        <p:txBody>
          <a:bodyPr/>
          <a:lstStyle>
            <a:lvl1pPr algn="ctr">
              <a:defRPr sz="1100">
                <a:solidFill>
                  <a:schemeClr val="accent1"/>
                </a:solidFill>
              </a:defRPr>
            </a:lvl1pPr>
          </a:lstStyle>
          <a:p>
            <a:r>
              <a:rPr lang="en-US" noProof="0"/>
              <a:t>Click to add portrait</a:t>
            </a:r>
          </a:p>
        </p:txBody>
      </p:sp>
      <p:sp>
        <p:nvSpPr>
          <p:cNvPr id="28" name="Picture Placeholder 12">
            <a:extLst>
              <a:ext uri="{FF2B5EF4-FFF2-40B4-BE49-F238E27FC236}">
                <a16:creationId xmlns:a16="http://schemas.microsoft.com/office/drawing/2014/main" id="{0D00D0A3-5722-6582-E445-38E6CA2E4015}"/>
              </a:ext>
            </a:extLst>
          </p:cNvPr>
          <p:cNvSpPr>
            <a:spLocks noGrp="1" noChangeAspect="1"/>
          </p:cNvSpPr>
          <p:nvPr>
            <p:ph type="pic" sz="quarter" idx="53" hasCustomPrompt="1"/>
          </p:nvPr>
        </p:nvSpPr>
        <p:spPr>
          <a:xfrm>
            <a:off x="4089449" y="2371975"/>
            <a:ext cx="1261872" cy="1261872"/>
          </a:xfrm>
          <a:blipFill>
            <a:blip r:embed="rId5">
              <a:extLst>
                <a:ext uri="{96DAC541-7B7A-43D3-8B79-37D633B846F1}">
                  <asvg:svgBlip xmlns:asvg="http://schemas.microsoft.com/office/drawing/2016/SVG/main" r:embed="rId6"/>
                </a:ext>
              </a:extLst>
            </a:blip>
            <a:stretch>
              <a:fillRect/>
            </a:stretch>
          </a:blipFill>
        </p:spPr>
        <p:txBody>
          <a:bodyPr/>
          <a:lstStyle>
            <a:lvl1pPr algn="ctr">
              <a:defRPr sz="1100">
                <a:solidFill>
                  <a:schemeClr val="accent1"/>
                </a:solidFill>
              </a:defRPr>
            </a:lvl1pPr>
          </a:lstStyle>
          <a:p>
            <a:r>
              <a:rPr lang="en-US" noProof="0"/>
              <a:t>Click to add portrait</a:t>
            </a:r>
          </a:p>
        </p:txBody>
      </p:sp>
      <p:sp>
        <p:nvSpPr>
          <p:cNvPr id="29" name="Picture Placeholder 12">
            <a:extLst>
              <a:ext uri="{FF2B5EF4-FFF2-40B4-BE49-F238E27FC236}">
                <a16:creationId xmlns:a16="http://schemas.microsoft.com/office/drawing/2014/main" id="{491241A5-0131-87C9-0E69-0F645236BF50}"/>
              </a:ext>
            </a:extLst>
          </p:cNvPr>
          <p:cNvSpPr>
            <a:spLocks noGrp="1" noChangeAspect="1"/>
          </p:cNvSpPr>
          <p:nvPr>
            <p:ph type="pic" sz="quarter" idx="54" hasCustomPrompt="1"/>
          </p:nvPr>
        </p:nvSpPr>
        <p:spPr>
          <a:xfrm>
            <a:off x="6809690" y="2371975"/>
            <a:ext cx="1261872" cy="1261872"/>
          </a:xfrm>
          <a:blipFill>
            <a:blip r:embed="rId5">
              <a:extLst>
                <a:ext uri="{96DAC541-7B7A-43D3-8B79-37D633B846F1}">
                  <asvg:svgBlip xmlns:asvg="http://schemas.microsoft.com/office/drawing/2016/SVG/main" r:embed="rId6"/>
                </a:ext>
              </a:extLst>
            </a:blip>
            <a:stretch>
              <a:fillRect/>
            </a:stretch>
          </a:blipFill>
        </p:spPr>
        <p:txBody>
          <a:bodyPr/>
          <a:lstStyle>
            <a:lvl1pPr algn="ctr">
              <a:defRPr sz="1100">
                <a:solidFill>
                  <a:schemeClr val="accent1"/>
                </a:solidFill>
              </a:defRPr>
            </a:lvl1pPr>
          </a:lstStyle>
          <a:p>
            <a:r>
              <a:rPr lang="en-US" noProof="0"/>
              <a:t>Click to add portrait</a:t>
            </a:r>
          </a:p>
        </p:txBody>
      </p:sp>
      <p:sp>
        <p:nvSpPr>
          <p:cNvPr id="30" name="Picture Placeholder 12">
            <a:extLst>
              <a:ext uri="{FF2B5EF4-FFF2-40B4-BE49-F238E27FC236}">
                <a16:creationId xmlns:a16="http://schemas.microsoft.com/office/drawing/2014/main" id="{83711459-18D0-3FBE-4206-1107F1E5CA5A}"/>
              </a:ext>
            </a:extLst>
          </p:cNvPr>
          <p:cNvSpPr>
            <a:spLocks noGrp="1" noChangeAspect="1"/>
          </p:cNvSpPr>
          <p:nvPr>
            <p:ph type="pic" sz="quarter" idx="55" hasCustomPrompt="1"/>
          </p:nvPr>
        </p:nvSpPr>
        <p:spPr>
          <a:xfrm>
            <a:off x="9500112" y="2371975"/>
            <a:ext cx="1261872" cy="1261872"/>
          </a:xfrm>
          <a:blipFill>
            <a:blip r:embed="rId5">
              <a:extLst>
                <a:ext uri="{96DAC541-7B7A-43D3-8B79-37D633B846F1}">
                  <asvg:svgBlip xmlns:asvg="http://schemas.microsoft.com/office/drawing/2016/SVG/main" r:embed="rId6"/>
                </a:ext>
              </a:extLst>
            </a:blip>
            <a:stretch>
              <a:fillRect/>
            </a:stretch>
          </a:blipFill>
        </p:spPr>
        <p:txBody>
          <a:bodyPr/>
          <a:lstStyle>
            <a:lvl1pPr algn="ctr">
              <a:defRPr sz="1100">
                <a:solidFill>
                  <a:schemeClr val="accent1"/>
                </a:solidFill>
              </a:defRPr>
            </a:lvl1pPr>
          </a:lstStyle>
          <a:p>
            <a:r>
              <a:rPr lang="en-US" noProof="0"/>
              <a:t>Click to add portrait</a:t>
            </a:r>
          </a:p>
        </p:txBody>
      </p:sp>
      <p:sp>
        <p:nvSpPr>
          <p:cNvPr id="7" name="Text Placeholder 9">
            <a:extLst>
              <a:ext uri="{FF2B5EF4-FFF2-40B4-BE49-F238E27FC236}">
                <a16:creationId xmlns:a16="http://schemas.microsoft.com/office/drawing/2014/main" id="{0847BEE4-236F-EED0-7F92-CDB1C02E2BF8}"/>
              </a:ext>
            </a:extLst>
          </p:cNvPr>
          <p:cNvSpPr>
            <a:spLocks noGrp="1"/>
          </p:cNvSpPr>
          <p:nvPr>
            <p:ph type="body" sz="quarter" idx="13" hasCustomPrompt="1"/>
          </p:nvPr>
        </p:nvSpPr>
        <p:spPr>
          <a:xfrm>
            <a:off x="931574" y="4102118"/>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10" name="Text Placeholder 9">
            <a:extLst>
              <a:ext uri="{FF2B5EF4-FFF2-40B4-BE49-F238E27FC236}">
                <a16:creationId xmlns:a16="http://schemas.microsoft.com/office/drawing/2014/main" id="{B5220167-61E8-4F95-2C8F-DF2D5CB2A2CB}"/>
              </a:ext>
            </a:extLst>
          </p:cNvPr>
          <p:cNvSpPr>
            <a:spLocks noGrp="1"/>
          </p:cNvSpPr>
          <p:nvPr>
            <p:ph type="body" sz="quarter" idx="27" hasCustomPrompt="1"/>
          </p:nvPr>
        </p:nvSpPr>
        <p:spPr>
          <a:xfrm>
            <a:off x="931574" y="3842601"/>
            <a:ext cx="2160000" cy="242080"/>
          </a:xfrm>
          <a:prstGeom prst="rect">
            <a:avLst/>
          </a:prstGeom>
        </p:spPr>
        <p:txBody>
          <a:bodyPr lIns="0" tIns="0" rIns="0" bIns="0" anchor="ctr"/>
          <a:lstStyle>
            <a:lvl1pPr marL="0" indent="0" algn="ctr">
              <a:lnSpc>
                <a:spcPct val="100000"/>
              </a:lnSpc>
              <a:buNone/>
              <a:defRPr sz="1800" b="0" i="0">
                <a:solidFill>
                  <a:schemeClr val="tx1"/>
                </a:solidFill>
                <a:latin typeface="+mj-lt" panose="02020502080301010103" pitchFamily="18" charset="77"/>
                <a:cs typeface="+mn-lt" panose="020B05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Name Lastname</a:t>
            </a:r>
          </a:p>
        </p:txBody>
      </p:sp>
      <p:sp>
        <p:nvSpPr>
          <p:cNvPr id="37" name="Text Placeholder 9">
            <a:extLst>
              <a:ext uri="{FF2B5EF4-FFF2-40B4-BE49-F238E27FC236}">
                <a16:creationId xmlns:a16="http://schemas.microsoft.com/office/drawing/2014/main" id="{3503AAED-B128-5747-43F5-14331B6C281E}"/>
              </a:ext>
            </a:extLst>
          </p:cNvPr>
          <p:cNvSpPr>
            <a:spLocks noGrp="1"/>
          </p:cNvSpPr>
          <p:nvPr>
            <p:ph type="body" sz="quarter" idx="42" hasCustomPrompt="1"/>
          </p:nvPr>
        </p:nvSpPr>
        <p:spPr>
          <a:xfrm>
            <a:off x="3636979" y="4102118"/>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38" name="Text Placeholder 9">
            <a:extLst>
              <a:ext uri="{FF2B5EF4-FFF2-40B4-BE49-F238E27FC236}">
                <a16:creationId xmlns:a16="http://schemas.microsoft.com/office/drawing/2014/main" id="{70ED8D88-75C1-3E0A-87CB-305CA7BD4AF0}"/>
              </a:ext>
            </a:extLst>
          </p:cNvPr>
          <p:cNvSpPr>
            <a:spLocks noGrp="1"/>
          </p:cNvSpPr>
          <p:nvPr>
            <p:ph type="body" sz="quarter" idx="43" hasCustomPrompt="1"/>
          </p:nvPr>
        </p:nvSpPr>
        <p:spPr>
          <a:xfrm>
            <a:off x="3636979" y="3842601"/>
            <a:ext cx="2160000" cy="242080"/>
          </a:xfrm>
          <a:prstGeom prst="rect">
            <a:avLst/>
          </a:prstGeom>
        </p:spPr>
        <p:txBody>
          <a:bodyPr lIns="0" tIns="0" rIns="0" bIns="0" anchor="ctr"/>
          <a:lstStyle>
            <a:lvl1pPr marL="0" indent="0" algn="ctr">
              <a:lnSpc>
                <a:spcPct val="100000"/>
              </a:lnSpc>
              <a:buNone/>
              <a:defRPr sz="1800" b="0" i="0">
                <a:solidFill>
                  <a:schemeClr val="tx1"/>
                </a:solidFill>
                <a:latin typeface="+mj-lt" panose="02020502080301010103" pitchFamily="18" charset="77"/>
                <a:cs typeface="+mn-lt" panose="020B05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Name Lastname</a:t>
            </a:r>
          </a:p>
        </p:txBody>
      </p:sp>
      <p:sp>
        <p:nvSpPr>
          <p:cNvPr id="41" name="Text Placeholder 9">
            <a:extLst>
              <a:ext uri="{FF2B5EF4-FFF2-40B4-BE49-F238E27FC236}">
                <a16:creationId xmlns:a16="http://schemas.microsoft.com/office/drawing/2014/main" id="{F871910F-CE5B-B0BB-FE85-1288FA7E0865}"/>
              </a:ext>
            </a:extLst>
          </p:cNvPr>
          <p:cNvSpPr>
            <a:spLocks noGrp="1"/>
          </p:cNvSpPr>
          <p:nvPr>
            <p:ph type="body" sz="quarter" idx="46" hasCustomPrompt="1"/>
          </p:nvPr>
        </p:nvSpPr>
        <p:spPr>
          <a:xfrm>
            <a:off x="6335224" y="4102118"/>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42" name="Text Placeholder 9">
            <a:extLst>
              <a:ext uri="{FF2B5EF4-FFF2-40B4-BE49-F238E27FC236}">
                <a16:creationId xmlns:a16="http://schemas.microsoft.com/office/drawing/2014/main" id="{28EA936A-8F38-BE16-C717-50CF7308A349}"/>
              </a:ext>
            </a:extLst>
          </p:cNvPr>
          <p:cNvSpPr>
            <a:spLocks noGrp="1"/>
          </p:cNvSpPr>
          <p:nvPr>
            <p:ph type="body" sz="quarter" idx="47" hasCustomPrompt="1"/>
          </p:nvPr>
        </p:nvSpPr>
        <p:spPr>
          <a:xfrm>
            <a:off x="6335224" y="3842601"/>
            <a:ext cx="2160000" cy="242080"/>
          </a:xfrm>
          <a:prstGeom prst="rect">
            <a:avLst/>
          </a:prstGeom>
        </p:spPr>
        <p:txBody>
          <a:bodyPr lIns="0" tIns="0" rIns="0" bIns="0" anchor="ctr"/>
          <a:lstStyle>
            <a:lvl1pPr marL="0" indent="0" algn="ctr">
              <a:lnSpc>
                <a:spcPct val="100000"/>
              </a:lnSpc>
              <a:buNone/>
              <a:defRPr sz="1800" b="0" i="0">
                <a:solidFill>
                  <a:schemeClr val="tx1"/>
                </a:solidFill>
                <a:latin typeface="+mj-lt" panose="02020502080301010103" pitchFamily="18" charset="77"/>
                <a:cs typeface="+mn-lt" panose="020B05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Name Lastname</a:t>
            </a:r>
          </a:p>
        </p:txBody>
      </p:sp>
      <p:sp>
        <p:nvSpPr>
          <p:cNvPr id="49" name="Text Placeholder 9">
            <a:extLst>
              <a:ext uri="{FF2B5EF4-FFF2-40B4-BE49-F238E27FC236}">
                <a16:creationId xmlns:a16="http://schemas.microsoft.com/office/drawing/2014/main" id="{AB635995-DECA-CB04-9C4C-C46DCF6BC30A}"/>
              </a:ext>
            </a:extLst>
          </p:cNvPr>
          <p:cNvSpPr>
            <a:spLocks noGrp="1"/>
          </p:cNvSpPr>
          <p:nvPr>
            <p:ph type="body" sz="quarter" idx="50" hasCustomPrompt="1"/>
          </p:nvPr>
        </p:nvSpPr>
        <p:spPr>
          <a:xfrm>
            <a:off x="9044134" y="4108922"/>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50" name="Text Placeholder 9">
            <a:extLst>
              <a:ext uri="{FF2B5EF4-FFF2-40B4-BE49-F238E27FC236}">
                <a16:creationId xmlns:a16="http://schemas.microsoft.com/office/drawing/2014/main" id="{D8388700-C5A1-B6EB-06A9-F62405A4CFA1}"/>
              </a:ext>
            </a:extLst>
          </p:cNvPr>
          <p:cNvSpPr>
            <a:spLocks noGrp="1"/>
          </p:cNvSpPr>
          <p:nvPr>
            <p:ph type="body" sz="quarter" idx="51" hasCustomPrompt="1"/>
          </p:nvPr>
        </p:nvSpPr>
        <p:spPr>
          <a:xfrm>
            <a:off x="9044134" y="3849405"/>
            <a:ext cx="2160000" cy="242080"/>
          </a:xfrm>
          <a:prstGeom prst="rect">
            <a:avLst/>
          </a:prstGeom>
        </p:spPr>
        <p:txBody>
          <a:bodyPr lIns="0" tIns="0" rIns="0" bIns="0" anchor="ctr"/>
          <a:lstStyle>
            <a:lvl1pPr marL="0" indent="0" algn="ctr">
              <a:lnSpc>
                <a:spcPct val="100000"/>
              </a:lnSpc>
              <a:buNone/>
              <a:defRPr sz="1800" b="0" i="0">
                <a:solidFill>
                  <a:schemeClr val="tx1"/>
                </a:solidFill>
                <a:latin typeface="+mj-lt" panose="02020502080301010103" pitchFamily="18" charset="77"/>
                <a:cs typeface="+mn-lt" panose="020B05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Name Lastname</a:t>
            </a:r>
          </a:p>
        </p:txBody>
      </p:sp>
      <p:sp>
        <p:nvSpPr>
          <p:cNvPr id="2" name="Title 1">
            <a:extLst>
              <a:ext uri="{FF2B5EF4-FFF2-40B4-BE49-F238E27FC236}">
                <a16:creationId xmlns:a16="http://schemas.microsoft.com/office/drawing/2014/main" id="{2FECEE02-5A14-6034-2F19-14DE7E374E18}"/>
              </a:ext>
            </a:extLst>
          </p:cNvPr>
          <p:cNvSpPr>
            <a:spLocks noGrp="1"/>
          </p:cNvSpPr>
          <p:nvPr>
            <p:ph type="title"/>
          </p:nvPr>
        </p:nvSpPr>
        <p:spPr/>
        <p:txBody>
          <a:bodyPr vert="horz"/>
          <a:lstStyle/>
          <a:p>
            <a:r>
              <a:rPr lang="en-US" noProof="0"/>
              <a:t>Click to edit Master title style</a:t>
            </a:r>
          </a:p>
        </p:txBody>
      </p:sp>
      <p:sp>
        <p:nvSpPr>
          <p:cNvPr id="3" name="Text Placeholder 9">
            <a:extLst>
              <a:ext uri="{FF2B5EF4-FFF2-40B4-BE49-F238E27FC236}">
                <a16:creationId xmlns:a16="http://schemas.microsoft.com/office/drawing/2014/main" id="{D4B57F34-E14A-1397-B267-7DA472F4A761}"/>
              </a:ext>
            </a:extLst>
          </p:cNvPr>
          <p:cNvSpPr>
            <a:spLocks noGrp="1"/>
          </p:cNvSpPr>
          <p:nvPr>
            <p:ph type="body" sz="quarter" idx="56" hasCustomPrompt="1"/>
          </p:nvPr>
        </p:nvSpPr>
        <p:spPr>
          <a:xfrm>
            <a:off x="931574" y="4369864"/>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4" name="Text Placeholder 9">
            <a:extLst>
              <a:ext uri="{FF2B5EF4-FFF2-40B4-BE49-F238E27FC236}">
                <a16:creationId xmlns:a16="http://schemas.microsoft.com/office/drawing/2014/main" id="{79D354DD-61D8-6A73-3D37-D87F5DA6CF99}"/>
              </a:ext>
            </a:extLst>
          </p:cNvPr>
          <p:cNvSpPr>
            <a:spLocks noGrp="1"/>
          </p:cNvSpPr>
          <p:nvPr>
            <p:ph type="body" sz="quarter" idx="57" hasCustomPrompt="1"/>
          </p:nvPr>
        </p:nvSpPr>
        <p:spPr>
          <a:xfrm>
            <a:off x="3636979" y="4369864"/>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5" name="Text Placeholder 9">
            <a:extLst>
              <a:ext uri="{FF2B5EF4-FFF2-40B4-BE49-F238E27FC236}">
                <a16:creationId xmlns:a16="http://schemas.microsoft.com/office/drawing/2014/main" id="{C635D453-37B2-E7F6-649B-C4FADBA8DCE4}"/>
              </a:ext>
            </a:extLst>
          </p:cNvPr>
          <p:cNvSpPr>
            <a:spLocks noGrp="1"/>
          </p:cNvSpPr>
          <p:nvPr>
            <p:ph type="body" sz="quarter" idx="58" hasCustomPrompt="1"/>
          </p:nvPr>
        </p:nvSpPr>
        <p:spPr>
          <a:xfrm>
            <a:off x="6335224" y="4369864"/>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6" name="Text Placeholder 9">
            <a:extLst>
              <a:ext uri="{FF2B5EF4-FFF2-40B4-BE49-F238E27FC236}">
                <a16:creationId xmlns:a16="http://schemas.microsoft.com/office/drawing/2014/main" id="{D1D0A430-C490-535F-85C6-2BE47FBDA6F0}"/>
              </a:ext>
            </a:extLst>
          </p:cNvPr>
          <p:cNvSpPr>
            <a:spLocks noGrp="1"/>
          </p:cNvSpPr>
          <p:nvPr>
            <p:ph type="body" sz="quarter" idx="59" hasCustomPrompt="1"/>
          </p:nvPr>
        </p:nvSpPr>
        <p:spPr>
          <a:xfrm>
            <a:off x="9044134" y="4376668"/>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9" name="Text Placeholder 9">
            <a:extLst>
              <a:ext uri="{FF2B5EF4-FFF2-40B4-BE49-F238E27FC236}">
                <a16:creationId xmlns:a16="http://schemas.microsoft.com/office/drawing/2014/main" id="{F12AA79B-D72E-78BA-02A8-2DFF51929B02}"/>
              </a:ext>
            </a:extLst>
          </p:cNvPr>
          <p:cNvSpPr>
            <a:spLocks noGrp="1"/>
          </p:cNvSpPr>
          <p:nvPr>
            <p:ph type="body" sz="quarter" idx="14" hasCustomPrompt="1"/>
          </p:nvPr>
        </p:nvSpPr>
        <p:spPr>
          <a:xfrm>
            <a:off x="493713" y="850557"/>
            <a:ext cx="11222037"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177340945"/>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Bio Portraits x8">
    <p:spTree>
      <p:nvGrpSpPr>
        <p:cNvPr id="1" name=""/>
        <p:cNvGrpSpPr/>
        <p:nvPr/>
      </p:nvGrpSpPr>
      <p:grpSpPr>
        <a:xfrm>
          <a:off x="0" y="0"/>
          <a:ext cx="0" cy="0"/>
          <a:chOff x="0" y="0"/>
          <a:chExt cx="0" cy="0"/>
        </a:xfrm>
      </p:grpSpPr>
      <p:graphicFrame>
        <p:nvGraphicFramePr>
          <p:cNvPr id="27" name="Object 26">
            <a:extLst>
              <a:ext uri="{FF2B5EF4-FFF2-40B4-BE49-F238E27FC236}">
                <a16:creationId xmlns:a16="http://schemas.microsoft.com/office/drawing/2014/main" id="{B9977C75-55DF-9C34-1B4C-97D3AB254E37}"/>
              </a:ext>
            </a:extLst>
          </p:cNvPr>
          <p:cNvGraphicFramePr>
            <a:graphicFrameLocks noChangeAspect="1"/>
          </p:cNvGraphicFramePr>
          <p:nvPr>
            <p:custDataLst>
              <p:tags r:id="rId1"/>
            </p:custDataLst>
            <p:extLst>
              <p:ext uri="{D42A27DB-BD31-4B8C-83A1-F6EECF244321}">
                <p14:modId xmlns:p14="http://schemas.microsoft.com/office/powerpoint/2010/main" val="12360830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27" name="Object 26">
                        <a:extLst>
                          <a:ext uri="{FF2B5EF4-FFF2-40B4-BE49-F238E27FC236}">
                            <a16:creationId xmlns:a16="http://schemas.microsoft.com/office/drawing/2014/main" id="{B9977C75-55DF-9C34-1B4C-97D3AB254E3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3" name="Picture Placeholder 12">
            <a:extLst>
              <a:ext uri="{FF2B5EF4-FFF2-40B4-BE49-F238E27FC236}">
                <a16:creationId xmlns:a16="http://schemas.microsoft.com/office/drawing/2014/main" id="{2173F7C9-2680-E0D7-EA2B-E821441E0F73}"/>
              </a:ext>
            </a:extLst>
          </p:cNvPr>
          <p:cNvSpPr>
            <a:spLocks noGrp="1" noChangeAspect="1"/>
          </p:cNvSpPr>
          <p:nvPr>
            <p:ph type="pic" sz="quarter" idx="52" hasCustomPrompt="1"/>
          </p:nvPr>
        </p:nvSpPr>
        <p:spPr>
          <a:xfrm>
            <a:off x="1386328" y="1657753"/>
            <a:ext cx="1261872" cy="1261872"/>
          </a:xfrm>
          <a:blipFill>
            <a:blip r:embed="rId5">
              <a:extLst>
                <a:ext uri="{96DAC541-7B7A-43D3-8B79-37D633B846F1}">
                  <asvg:svgBlip xmlns:asvg="http://schemas.microsoft.com/office/drawing/2016/SVG/main" r:embed="rId6"/>
                </a:ext>
              </a:extLst>
            </a:blip>
            <a:stretch>
              <a:fillRect/>
            </a:stretch>
          </a:blipFill>
        </p:spPr>
        <p:txBody>
          <a:bodyPr/>
          <a:lstStyle>
            <a:lvl1pPr algn="ctr">
              <a:defRPr sz="1100">
                <a:solidFill>
                  <a:schemeClr val="accent1"/>
                </a:solidFill>
              </a:defRPr>
            </a:lvl1pPr>
          </a:lstStyle>
          <a:p>
            <a:r>
              <a:rPr lang="en-US" noProof="0"/>
              <a:t>Click to add portrait</a:t>
            </a:r>
          </a:p>
        </p:txBody>
      </p:sp>
      <p:sp>
        <p:nvSpPr>
          <p:cNvPr id="28" name="Picture Placeholder 12">
            <a:extLst>
              <a:ext uri="{FF2B5EF4-FFF2-40B4-BE49-F238E27FC236}">
                <a16:creationId xmlns:a16="http://schemas.microsoft.com/office/drawing/2014/main" id="{0D00D0A3-5722-6582-E445-38E6CA2E4015}"/>
              </a:ext>
            </a:extLst>
          </p:cNvPr>
          <p:cNvSpPr>
            <a:spLocks noGrp="1" noChangeAspect="1"/>
          </p:cNvSpPr>
          <p:nvPr>
            <p:ph type="pic" sz="quarter" idx="53" hasCustomPrompt="1"/>
          </p:nvPr>
        </p:nvSpPr>
        <p:spPr>
          <a:xfrm>
            <a:off x="4089449" y="1657753"/>
            <a:ext cx="1261872" cy="1261872"/>
          </a:xfrm>
          <a:blipFill>
            <a:blip r:embed="rId5">
              <a:extLst>
                <a:ext uri="{96DAC541-7B7A-43D3-8B79-37D633B846F1}">
                  <asvg:svgBlip xmlns:asvg="http://schemas.microsoft.com/office/drawing/2016/SVG/main" r:embed="rId6"/>
                </a:ext>
              </a:extLst>
            </a:blip>
            <a:stretch>
              <a:fillRect/>
            </a:stretch>
          </a:blipFill>
        </p:spPr>
        <p:txBody>
          <a:bodyPr/>
          <a:lstStyle>
            <a:lvl1pPr algn="ctr">
              <a:defRPr sz="1100">
                <a:solidFill>
                  <a:schemeClr val="accent1"/>
                </a:solidFill>
              </a:defRPr>
            </a:lvl1pPr>
          </a:lstStyle>
          <a:p>
            <a:r>
              <a:rPr lang="en-US" noProof="0"/>
              <a:t>Click to add portrait</a:t>
            </a:r>
          </a:p>
        </p:txBody>
      </p:sp>
      <p:sp>
        <p:nvSpPr>
          <p:cNvPr id="29" name="Picture Placeholder 12">
            <a:extLst>
              <a:ext uri="{FF2B5EF4-FFF2-40B4-BE49-F238E27FC236}">
                <a16:creationId xmlns:a16="http://schemas.microsoft.com/office/drawing/2014/main" id="{491241A5-0131-87C9-0E69-0F645236BF50}"/>
              </a:ext>
            </a:extLst>
          </p:cNvPr>
          <p:cNvSpPr>
            <a:spLocks noGrp="1" noChangeAspect="1"/>
          </p:cNvSpPr>
          <p:nvPr>
            <p:ph type="pic" sz="quarter" idx="54" hasCustomPrompt="1"/>
          </p:nvPr>
        </p:nvSpPr>
        <p:spPr>
          <a:xfrm>
            <a:off x="6809690" y="1657753"/>
            <a:ext cx="1261872" cy="1261872"/>
          </a:xfrm>
          <a:blipFill>
            <a:blip r:embed="rId5">
              <a:extLst>
                <a:ext uri="{96DAC541-7B7A-43D3-8B79-37D633B846F1}">
                  <asvg:svgBlip xmlns:asvg="http://schemas.microsoft.com/office/drawing/2016/SVG/main" r:embed="rId6"/>
                </a:ext>
              </a:extLst>
            </a:blip>
            <a:stretch>
              <a:fillRect/>
            </a:stretch>
          </a:blipFill>
        </p:spPr>
        <p:txBody>
          <a:bodyPr/>
          <a:lstStyle>
            <a:lvl1pPr algn="ctr">
              <a:defRPr sz="1100">
                <a:solidFill>
                  <a:schemeClr val="accent1"/>
                </a:solidFill>
              </a:defRPr>
            </a:lvl1pPr>
          </a:lstStyle>
          <a:p>
            <a:r>
              <a:rPr lang="en-US" noProof="0"/>
              <a:t>Click to add portrait</a:t>
            </a:r>
          </a:p>
        </p:txBody>
      </p:sp>
      <p:sp>
        <p:nvSpPr>
          <p:cNvPr id="30" name="Picture Placeholder 12">
            <a:extLst>
              <a:ext uri="{FF2B5EF4-FFF2-40B4-BE49-F238E27FC236}">
                <a16:creationId xmlns:a16="http://schemas.microsoft.com/office/drawing/2014/main" id="{83711459-18D0-3FBE-4206-1107F1E5CA5A}"/>
              </a:ext>
            </a:extLst>
          </p:cNvPr>
          <p:cNvSpPr>
            <a:spLocks noGrp="1" noChangeAspect="1"/>
          </p:cNvSpPr>
          <p:nvPr>
            <p:ph type="pic" sz="quarter" idx="55" hasCustomPrompt="1"/>
          </p:nvPr>
        </p:nvSpPr>
        <p:spPr>
          <a:xfrm>
            <a:off x="9500112" y="1657753"/>
            <a:ext cx="1261872" cy="1261872"/>
          </a:xfrm>
          <a:blipFill>
            <a:blip r:embed="rId5">
              <a:extLst>
                <a:ext uri="{96DAC541-7B7A-43D3-8B79-37D633B846F1}">
                  <asvg:svgBlip xmlns:asvg="http://schemas.microsoft.com/office/drawing/2016/SVG/main" r:embed="rId6"/>
                </a:ext>
              </a:extLst>
            </a:blip>
            <a:stretch>
              <a:fillRect/>
            </a:stretch>
          </a:blipFill>
        </p:spPr>
        <p:txBody>
          <a:bodyPr/>
          <a:lstStyle>
            <a:lvl1pPr algn="ctr">
              <a:defRPr sz="1100">
                <a:solidFill>
                  <a:schemeClr val="accent1"/>
                </a:solidFill>
              </a:defRPr>
            </a:lvl1pPr>
          </a:lstStyle>
          <a:p>
            <a:r>
              <a:rPr lang="en-US" noProof="0"/>
              <a:t>Click to add portrait</a:t>
            </a:r>
          </a:p>
        </p:txBody>
      </p:sp>
      <p:sp>
        <p:nvSpPr>
          <p:cNvPr id="31" name="Picture Placeholder 12">
            <a:extLst>
              <a:ext uri="{FF2B5EF4-FFF2-40B4-BE49-F238E27FC236}">
                <a16:creationId xmlns:a16="http://schemas.microsoft.com/office/drawing/2014/main" id="{EE4B008E-F80D-DAC5-2027-134A9BD0DC40}"/>
              </a:ext>
            </a:extLst>
          </p:cNvPr>
          <p:cNvSpPr>
            <a:spLocks noGrp="1" noChangeAspect="1"/>
          </p:cNvSpPr>
          <p:nvPr>
            <p:ph type="pic" sz="quarter" idx="56" hasCustomPrompt="1"/>
          </p:nvPr>
        </p:nvSpPr>
        <p:spPr>
          <a:xfrm>
            <a:off x="1386328" y="4114575"/>
            <a:ext cx="1261872" cy="1261872"/>
          </a:xfrm>
          <a:blipFill>
            <a:blip r:embed="rId5">
              <a:extLst>
                <a:ext uri="{96DAC541-7B7A-43D3-8B79-37D633B846F1}">
                  <asvg:svgBlip xmlns:asvg="http://schemas.microsoft.com/office/drawing/2016/SVG/main" r:embed="rId6"/>
                </a:ext>
              </a:extLst>
            </a:blip>
            <a:stretch>
              <a:fillRect/>
            </a:stretch>
          </a:blipFill>
        </p:spPr>
        <p:txBody>
          <a:bodyPr/>
          <a:lstStyle>
            <a:lvl1pPr algn="ctr">
              <a:defRPr sz="1100">
                <a:solidFill>
                  <a:schemeClr val="accent1"/>
                </a:solidFill>
              </a:defRPr>
            </a:lvl1pPr>
          </a:lstStyle>
          <a:p>
            <a:r>
              <a:rPr lang="en-US" noProof="0"/>
              <a:t>Click to add portrait</a:t>
            </a:r>
          </a:p>
        </p:txBody>
      </p:sp>
      <p:sp>
        <p:nvSpPr>
          <p:cNvPr id="32" name="Picture Placeholder 12">
            <a:extLst>
              <a:ext uri="{FF2B5EF4-FFF2-40B4-BE49-F238E27FC236}">
                <a16:creationId xmlns:a16="http://schemas.microsoft.com/office/drawing/2014/main" id="{47CAF9A1-3E3E-9BC3-C0FA-6767B352D3B6}"/>
              </a:ext>
            </a:extLst>
          </p:cNvPr>
          <p:cNvSpPr>
            <a:spLocks noGrp="1" noChangeAspect="1"/>
          </p:cNvSpPr>
          <p:nvPr>
            <p:ph type="pic" sz="quarter" idx="57" hasCustomPrompt="1"/>
          </p:nvPr>
        </p:nvSpPr>
        <p:spPr>
          <a:xfrm>
            <a:off x="4089449" y="4114575"/>
            <a:ext cx="1261872" cy="1261872"/>
          </a:xfrm>
          <a:blipFill>
            <a:blip r:embed="rId5">
              <a:extLst>
                <a:ext uri="{96DAC541-7B7A-43D3-8B79-37D633B846F1}">
                  <asvg:svgBlip xmlns:asvg="http://schemas.microsoft.com/office/drawing/2016/SVG/main" r:embed="rId6"/>
                </a:ext>
              </a:extLst>
            </a:blip>
            <a:stretch>
              <a:fillRect/>
            </a:stretch>
          </a:blipFill>
        </p:spPr>
        <p:txBody>
          <a:bodyPr/>
          <a:lstStyle>
            <a:lvl1pPr algn="ctr">
              <a:defRPr sz="1100">
                <a:solidFill>
                  <a:schemeClr val="accent1"/>
                </a:solidFill>
              </a:defRPr>
            </a:lvl1pPr>
          </a:lstStyle>
          <a:p>
            <a:r>
              <a:rPr lang="en-US" noProof="0"/>
              <a:t>Click to add portrait</a:t>
            </a:r>
          </a:p>
        </p:txBody>
      </p:sp>
      <p:sp>
        <p:nvSpPr>
          <p:cNvPr id="33" name="Picture Placeholder 12">
            <a:extLst>
              <a:ext uri="{FF2B5EF4-FFF2-40B4-BE49-F238E27FC236}">
                <a16:creationId xmlns:a16="http://schemas.microsoft.com/office/drawing/2014/main" id="{A962AF1C-BBEF-4F25-5EE7-3651179C66E1}"/>
              </a:ext>
            </a:extLst>
          </p:cNvPr>
          <p:cNvSpPr>
            <a:spLocks noGrp="1" noChangeAspect="1"/>
          </p:cNvSpPr>
          <p:nvPr>
            <p:ph type="pic" sz="quarter" idx="58" hasCustomPrompt="1"/>
          </p:nvPr>
        </p:nvSpPr>
        <p:spPr>
          <a:xfrm>
            <a:off x="6809690" y="4114575"/>
            <a:ext cx="1261872" cy="1261872"/>
          </a:xfrm>
          <a:blipFill>
            <a:blip r:embed="rId5">
              <a:extLst>
                <a:ext uri="{96DAC541-7B7A-43D3-8B79-37D633B846F1}">
                  <asvg:svgBlip xmlns:asvg="http://schemas.microsoft.com/office/drawing/2016/SVG/main" r:embed="rId6"/>
                </a:ext>
              </a:extLst>
            </a:blip>
            <a:stretch>
              <a:fillRect/>
            </a:stretch>
          </a:blipFill>
        </p:spPr>
        <p:txBody>
          <a:bodyPr/>
          <a:lstStyle>
            <a:lvl1pPr algn="ctr">
              <a:defRPr sz="1100">
                <a:solidFill>
                  <a:schemeClr val="accent1"/>
                </a:solidFill>
              </a:defRPr>
            </a:lvl1pPr>
          </a:lstStyle>
          <a:p>
            <a:r>
              <a:rPr lang="en-US" noProof="0"/>
              <a:t>Click to add portrait</a:t>
            </a:r>
          </a:p>
        </p:txBody>
      </p:sp>
      <p:sp>
        <p:nvSpPr>
          <p:cNvPr id="34" name="Picture Placeholder 12">
            <a:extLst>
              <a:ext uri="{FF2B5EF4-FFF2-40B4-BE49-F238E27FC236}">
                <a16:creationId xmlns:a16="http://schemas.microsoft.com/office/drawing/2014/main" id="{8C379E67-F7C0-2F89-0732-49A315087ACB}"/>
              </a:ext>
            </a:extLst>
          </p:cNvPr>
          <p:cNvSpPr>
            <a:spLocks noGrp="1" noChangeAspect="1"/>
          </p:cNvSpPr>
          <p:nvPr>
            <p:ph type="pic" sz="quarter" idx="59" hasCustomPrompt="1"/>
          </p:nvPr>
        </p:nvSpPr>
        <p:spPr>
          <a:xfrm>
            <a:off x="9500112" y="4114575"/>
            <a:ext cx="1261872" cy="1261872"/>
          </a:xfrm>
          <a:blipFill>
            <a:blip r:embed="rId5">
              <a:extLst>
                <a:ext uri="{96DAC541-7B7A-43D3-8B79-37D633B846F1}">
                  <asvg:svgBlip xmlns:asvg="http://schemas.microsoft.com/office/drawing/2016/SVG/main" r:embed="rId6"/>
                </a:ext>
              </a:extLst>
            </a:blip>
            <a:stretch>
              <a:fillRect/>
            </a:stretch>
          </a:blipFill>
        </p:spPr>
        <p:txBody>
          <a:bodyPr/>
          <a:lstStyle>
            <a:lvl1pPr algn="ctr">
              <a:defRPr sz="1100">
                <a:solidFill>
                  <a:schemeClr val="accent1"/>
                </a:solidFill>
              </a:defRPr>
            </a:lvl1pPr>
          </a:lstStyle>
          <a:p>
            <a:r>
              <a:rPr lang="en-US" noProof="0"/>
              <a:t>Click to add portrait</a:t>
            </a:r>
          </a:p>
        </p:txBody>
      </p:sp>
      <p:sp>
        <p:nvSpPr>
          <p:cNvPr id="7" name="Text Placeholder 9">
            <a:extLst>
              <a:ext uri="{FF2B5EF4-FFF2-40B4-BE49-F238E27FC236}">
                <a16:creationId xmlns:a16="http://schemas.microsoft.com/office/drawing/2014/main" id="{0847BEE4-236F-EED0-7F92-CDB1C02E2BF8}"/>
              </a:ext>
            </a:extLst>
          </p:cNvPr>
          <p:cNvSpPr>
            <a:spLocks noGrp="1"/>
          </p:cNvSpPr>
          <p:nvPr>
            <p:ph type="body" sz="quarter" idx="13" hasCustomPrompt="1"/>
          </p:nvPr>
        </p:nvSpPr>
        <p:spPr>
          <a:xfrm>
            <a:off x="931574" y="3387896"/>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10" name="Text Placeholder 9">
            <a:extLst>
              <a:ext uri="{FF2B5EF4-FFF2-40B4-BE49-F238E27FC236}">
                <a16:creationId xmlns:a16="http://schemas.microsoft.com/office/drawing/2014/main" id="{B5220167-61E8-4F95-2C8F-DF2D5CB2A2CB}"/>
              </a:ext>
            </a:extLst>
          </p:cNvPr>
          <p:cNvSpPr>
            <a:spLocks noGrp="1"/>
          </p:cNvSpPr>
          <p:nvPr>
            <p:ph type="body" sz="quarter" idx="27" hasCustomPrompt="1"/>
          </p:nvPr>
        </p:nvSpPr>
        <p:spPr>
          <a:xfrm>
            <a:off x="931574" y="3128379"/>
            <a:ext cx="2160000" cy="242080"/>
          </a:xfrm>
          <a:prstGeom prst="rect">
            <a:avLst/>
          </a:prstGeom>
        </p:spPr>
        <p:txBody>
          <a:bodyPr lIns="0" tIns="0" rIns="0" bIns="0" anchor="ctr"/>
          <a:lstStyle>
            <a:lvl1pPr marL="0" indent="0" algn="ctr">
              <a:lnSpc>
                <a:spcPct val="100000"/>
              </a:lnSpc>
              <a:buNone/>
              <a:defRPr sz="1800" b="0" i="0">
                <a:solidFill>
                  <a:schemeClr val="tx1"/>
                </a:solidFill>
                <a:latin typeface="+mj-lt" panose="02020502080301010103" pitchFamily="18" charset="77"/>
                <a:cs typeface="+mn-lt" panose="020B05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Name Lastname</a:t>
            </a:r>
          </a:p>
        </p:txBody>
      </p:sp>
      <p:sp>
        <p:nvSpPr>
          <p:cNvPr id="6" name="Text Placeholder 9">
            <a:extLst>
              <a:ext uri="{FF2B5EF4-FFF2-40B4-BE49-F238E27FC236}">
                <a16:creationId xmlns:a16="http://schemas.microsoft.com/office/drawing/2014/main" id="{885ABF8D-6D7A-64AA-82F0-3AE1C9904553}"/>
              </a:ext>
            </a:extLst>
          </p:cNvPr>
          <p:cNvSpPr>
            <a:spLocks noGrp="1"/>
          </p:cNvSpPr>
          <p:nvPr>
            <p:ph type="body" sz="quarter" idx="36" hasCustomPrompt="1"/>
          </p:nvPr>
        </p:nvSpPr>
        <p:spPr>
          <a:xfrm>
            <a:off x="931574" y="5846292"/>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8" name="Text Placeholder 9">
            <a:extLst>
              <a:ext uri="{FF2B5EF4-FFF2-40B4-BE49-F238E27FC236}">
                <a16:creationId xmlns:a16="http://schemas.microsoft.com/office/drawing/2014/main" id="{0E5A5448-7838-2F92-89C3-F026392B7F74}"/>
              </a:ext>
            </a:extLst>
          </p:cNvPr>
          <p:cNvSpPr>
            <a:spLocks noGrp="1"/>
          </p:cNvSpPr>
          <p:nvPr>
            <p:ph type="body" sz="quarter" idx="37" hasCustomPrompt="1"/>
          </p:nvPr>
        </p:nvSpPr>
        <p:spPr>
          <a:xfrm>
            <a:off x="931574" y="5586775"/>
            <a:ext cx="2160000" cy="242080"/>
          </a:xfrm>
          <a:prstGeom prst="rect">
            <a:avLst/>
          </a:prstGeom>
        </p:spPr>
        <p:txBody>
          <a:bodyPr lIns="0" tIns="0" rIns="0" bIns="0" anchor="ctr"/>
          <a:lstStyle>
            <a:lvl1pPr marL="0" indent="0" algn="ctr">
              <a:lnSpc>
                <a:spcPct val="100000"/>
              </a:lnSpc>
              <a:buNone/>
              <a:defRPr sz="1800" b="0" i="0">
                <a:solidFill>
                  <a:schemeClr val="tx1"/>
                </a:solidFill>
                <a:latin typeface="+mj-lt" panose="02020502080301010103" pitchFamily="18" charset="77"/>
                <a:cs typeface="+mn-lt" panose="020B05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Name Lastname</a:t>
            </a:r>
          </a:p>
        </p:txBody>
      </p:sp>
      <p:sp>
        <p:nvSpPr>
          <p:cNvPr id="35" name="Text Placeholder 9">
            <a:extLst>
              <a:ext uri="{FF2B5EF4-FFF2-40B4-BE49-F238E27FC236}">
                <a16:creationId xmlns:a16="http://schemas.microsoft.com/office/drawing/2014/main" id="{7273961E-C8E4-62B6-90A0-9AB654ED8AC4}"/>
              </a:ext>
            </a:extLst>
          </p:cNvPr>
          <p:cNvSpPr>
            <a:spLocks noGrp="1"/>
          </p:cNvSpPr>
          <p:nvPr>
            <p:ph type="body" sz="quarter" idx="40" hasCustomPrompt="1"/>
          </p:nvPr>
        </p:nvSpPr>
        <p:spPr>
          <a:xfrm>
            <a:off x="3636979" y="5846292"/>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36" name="Text Placeholder 9">
            <a:extLst>
              <a:ext uri="{FF2B5EF4-FFF2-40B4-BE49-F238E27FC236}">
                <a16:creationId xmlns:a16="http://schemas.microsoft.com/office/drawing/2014/main" id="{A5AB7BB2-F90B-4663-BA7D-FB91BBC5083A}"/>
              </a:ext>
            </a:extLst>
          </p:cNvPr>
          <p:cNvSpPr>
            <a:spLocks noGrp="1"/>
          </p:cNvSpPr>
          <p:nvPr>
            <p:ph type="body" sz="quarter" idx="41" hasCustomPrompt="1"/>
          </p:nvPr>
        </p:nvSpPr>
        <p:spPr>
          <a:xfrm>
            <a:off x="3636979" y="5586775"/>
            <a:ext cx="2160000" cy="242080"/>
          </a:xfrm>
          <a:prstGeom prst="rect">
            <a:avLst/>
          </a:prstGeom>
        </p:spPr>
        <p:txBody>
          <a:bodyPr lIns="0" tIns="0" rIns="0" bIns="0" anchor="ctr"/>
          <a:lstStyle>
            <a:lvl1pPr marL="0" indent="0" algn="ctr">
              <a:lnSpc>
                <a:spcPct val="100000"/>
              </a:lnSpc>
              <a:buNone/>
              <a:defRPr sz="1800" b="0" i="0">
                <a:solidFill>
                  <a:schemeClr val="tx1"/>
                </a:solidFill>
                <a:latin typeface="+mj-lt" panose="02020502080301010103" pitchFamily="18" charset="77"/>
                <a:cs typeface="+mn-lt" panose="020B05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Name Lastname</a:t>
            </a:r>
          </a:p>
        </p:txBody>
      </p:sp>
      <p:sp>
        <p:nvSpPr>
          <p:cNvPr id="37" name="Text Placeholder 9">
            <a:extLst>
              <a:ext uri="{FF2B5EF4-FFF2-40B4-BE49-F238E27FC236}">
                <a16:creationId xmlns:a16="http://schemas.microsoft.com/office/drawing/2014/main" id="{3503AAED-B128-5747-43F5-14331B6C281E}"/>
              </a:ext>
            </a:extLst>
          </p:cNvPr>
          <p:cNvSpPr>
            <a:spLocks noGrp="1"/>
          </p:cNvSpPr>
          <p:nvPr>
            <p:ph type="body" sz="quarter" idx="42" hasCustomPrompt="1"/>
          </p:nvPr>
        </p:nvSpPr>
        <p:spPr>
          <a:xfrm>
            <a:off x="3636979" y="3387896"/>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38" name="Text Placeholder 9">
            <a:extLst>
              <a:ext uri="{FF2B5EF4-FFF2-40B4-BE49-F238E27FC236}">
                <a16:creationId xmlns:a16="http://schemas.microsoft.com/office/drawing/2014/main" id="{70ED8D88-75C1-3E0A-87CB-305CA7BD4AF0}"/>
              </a:ext>
            </a:extLst>
          </p:cNvPr>
          <p:cNvSpPr>
            <a:spLocks noGrp="1"/>
          </p:cNvSpPr>
          <p:nvPr>
            <p:ph type="body" sz="quarter" idx="43" hasCustomPrompt="1"/>
          </p:nvPr>
        </p:nvSpPr>
        <p:spPr>
          <a:xfrm>
            <a:off x="3636979" y="3128379"/>
            <a:ext cx="2160000" cy="242080"/>
          </a:xfrm>
          <a:prstGeom prst="rect">
            <a:avLst/>
          </a:prstGeom>
        </p:spPr>
        <p:txBody>
          <a:bodyPr lIns="0" tIns="0" rIns="0" bIns="0" anchor="ctr"/>
          <a:lstStyle>
            <a:lvl1pPr marL="0" indent="0" algn="ctr">
              <a:lnSpc>
                <a:spcPct val="100000"/>
              </a:lnSpc>
              <a:buNone/>
              <a:defRPr sz="1800" b="0" i="0">
                <a:solidFill>
                  <a:schemeClr val="tx1"/>
                </a:solidFill>
                <a:latin typeface="+mj-lt" panose="02020502080301010103" pitchFamily="18" charset="77"/>
                <a:cs typeface="+mn-lt" panose="020B05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Name Lastname</a:t>
            </a:r>
          </a:p>
        </p:txBody>
      </p:sp>
      <p:sp>
        <p:nvSpPr>
          <p:cNvPr id="39" name="Text Placeholder 9">
            <a:extLst>
              <a:ext uri="{FF2B5EF4-FFF2-40B4-BE49-F238E27FC236}">
                <a16:creationId xmlns:a16="http://schemas.microsoft.com/office/drawing/2014/main" id="{87690CE4-C7BA-E4A1-1DD0-CD54B11F7DC5}"/>
              </a:ext>
            </a:extLst>
          </p:cNvPr>
          <p:cNvSpPr>
            <a:spLocks noGrp="1"/>
          </p:cNvSpPr>
          <p:nvPr>
            <p:ph type="body" sz="quarter" idx="44" hasCustomPrompt="1"/>
          </p:nvPr>
        </p:nvSpPr>
        <p:spPr>
          <a:xfrm>
            <a:off x="6335224" y="5846292"/>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40" name="Text Placeholder 9">
            <a:extLst>
              <a:ext uri="{FF2B5EF4-FFF2-40B4-BE49-F238E27FC236}">
                <a16:creationId xmlns:a16="http://schemas.microsoft.com/office/drawing/2014/main" id="{7BFF8289-60B4-8EC9-C89C-BECF25174872}"/>
              </a:ext>
            </a:extLst>
          </p:cNvPr>
          <p:cNvSpPr>
            <a:spLocks noGrp="1"/>
          </p:cNvSpPr>
          <p:nvPr>
            <p:ph type="body" sz="quarter" idx="45" hasCustomPrompt="1"/>
          </p:nvPr>
        </p:nvSpPr>
        <p:spPr>
          <a:xfrm>
            <a:off x="6335224" y="5586775"/>
            <a:ext cx="2160000" cy="242080"/>
          </a:xfrm>
          <a:prstGeom prst="rect">
            <a:avLst/>
          </a:prstGeom>
        </p:spPr>
        <p:txBody>
          <a:bodyPr lIns="0" tIns="0" rIns="0" bIns="0" anchor="ctr"/>
          <a:lstStyle>
            <a:lvl1pPr marL="0" indent="0" algn="ctr">
              <a:lnSpc>
                <a:spcPct val="100000"/>
              </a:lnSpc>
              <a:buNone/>
              <a:defRPr sz="1800" b="0" i="0">
                <a:solidFill>
                  <a:schemeClr val="tx1"/>
                </a:solidFill>
                <a:latin typeface="+mj-lt" panose="02020502080301010103" pitchFamily="18" charset="77"/>
                <a:cs typeface="+mn-lt" panose="020B05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Name Lastname</a:t>
            </a:r>
          </a:p>
        </p:txBody>
      </p:sp>
      <p:sp>
        <p:nvSpPr>
          <p:cNvPr id="41" name="Text Placeholder 9">
            <a:extLst>
              <a:ext uri="{FF2B5EF4-FFF2-40B4-BE49-F238E27FC236}">
                <a16:creationId xmlns:a16="http://schemas.microsoft.com/office/drawing/2014/main" id="{F871910F-CE5B-B0BB-FE85-1288FA7E0865}"/>
              </a:ext>
            </a:extLst>
          </p:cNvPr>
          <p:cNvSpPr>
            <a:spLocks noGrp="1"/>
          </p:cNvSpPr>
          <p:nvPr>
            <p:ph type="body" sz="quarter" idx="46" hasCustomPrompt="1"/>
          </p:nvPr>
        </p:nvSpPr>
        <p:spPr>
          <a:xfrm>
            <a:off x="6335224" y="3387896"/>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42" name="Text Placeholder 9">
            <a:extLst>
              <a:ext uri="{FF2B5EF4-FFF2-40B4-BE49-F238E27FC236}">
                <a16:creationId xmlns:a16="http://schemas.microsoft.com/office/drawing/2014/main" id="{28EA936A-8F38-BE16-C717-50CF7308A349}"/>
              </a:ext>
            </a:extLst>
          </p:cNvPr>
          <p:cNvSpPr>
            <a:spLocks noGrp="1"/>
          </p:cNvSpPr>
          <p:nvPr>
            <p:ph type="body" sz="quarter" idx="47" hasCustomPrompt="1"/>
          </p:nvPr>
        </p:nvSpPr>
        <p:spPr>
          <a:xfrm>
            <a:off x="6335224" y="3128379"/>
            <a:ext cx="2160000" cy="242080"/>
          </a:xfrm>
          <a:prstGeom prst="rect">
            <a:avLst/>
          </a:prstGeom>
        </p:spPr>
        <p:txBody>
          <a:bodyPr lIns="0" tIns="0" rIns="0" bIns="0" anchor="ctr"/>
          <a:lstStyle>
            <a:lvl1pPr marL="0" indent="0" algn="ctr">
              <a:lnSpc>
                <a:spcPct val="100000"/>
              </a:lnSpc>
              <a:buNone/>
              <a:defRPr sz="1800" b="0" i="0">
                <a:solidFill>
                  <a:schemeClr val="tx1"/>
                </a:solidFill>
                <a:latin typeface="+mj-lt" panose="02020502080301010103" pitchFamily="18" charset="77"/>
                <a:cs typeface="+mn-lt" panose="020B05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Name Lastname</a:t>
            </a:r>
          </a:p>
        </p:txBody>
      </p:sp>
      <p:sp>
        <p:nvSpPr>
          <p:cNvPr id="47" name="Text Placeholder 9">
            <a:extLst>
              <a:ext uri="{FF2B5EF4-FFF2-40B4-BE49-F238E27FC236}">
                <a16:creationId xmlns:a16="http://schemas.microsoft.com/office/drawing/2014/main" id="{D96A107C-1E90-53D9-BF08-AD950F275B4D}"/>
              </a:ext>
            </a:extLst>
          </p:cNvPr>
          <p:cNvSpPr>
            <a:spLocks noGrp="1"/>
          </p:cNvSpPr>
          <p:nvPr>
            <p:ph type="body" sz="quarter" idx="48" hasCustomPrompt="1"/>
          </p:nvPr>
        </p:nvSpPr>
        <p:spPr>
          <a:xfrm>
            <a:off x="9044134" y="5842716"/>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48" name="Text Placeholder 9">
            <a:extLst>
              <a:ext uri="{FF2B5EF4-FFF2-40B4-BE49-F238E27FC236}">
                <a16:creationId xmlns:a16="http://schemas.microsoft.com/office/drawing/2014/main" id="{38681173-5E95-E727-66E1-5A3696520CA0}"/>
              </a:ext>
            </a:extLst>
          </p:cNvPr>
          <p:cNvSpPr>
            <a:spLocks noGrp="1"/>
          </p:cNvSpPr>
          <p:nvPr>
            <p:ph type="body" sz="quarter" idx="49" hasCustomPrompt="1"/>
          </p:nvPr>
        </p:nvSpPr>
        <p:spPr>
          <a:xfrm>
            <a:off x="9044134" y="5583199"/>
            <a:ext cx="2160000" cy="242080"/>
          </a:xfrm>
          <a:prstGeom prst="rect">
            <a:avLst/>
          </a:prstGeom>
        </p:spPr>
        <p:txBody>
          <a:bodyPr lIns="0" tIns="0" rIns="0" bIns="0" anchor="ctr"/>
          <a:lstStyle>
            <a:lvl1pPr marL="0" indent="0" algn="ctr">
              <a:lnSpc>
                <a:spcPct val="100000"/>
              </a:lnSpc>
              <a:buNone/>
              <a:defRPr sz="1800" b="0" i="0">
                <a:solidFill>
                  <a:schemeClr val="tx1"/>
                </a:solidFill>
                <a:latin typeface="+mj-lt" panose="02020502080301010103" pitchFamily="18" charset="77"/>
                <a:cs typeface="+mn-lt" panose="020B05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Name Lastname</a:t>
            </a:r>
          </a:p>
        </p:txBody>
      </p:sp>
      <p:sp>
        <p:nvSpPr>
          <p:cNvPr id="49" name="Text Placeholder 9">
            <a:extLst>
              <a:ext uri="{FF2B5EF4-FFF2-40B4-BE49-F238E27FC236}">
                <a16:creationId xmlns:a16="http://schemas.microsoft.com/office/drawing/2014/main" id="{AB635995-DECA-CB04-9C4C-C46DCF6BC30A}"/>
              </a:ext>
            </a:extLst>
          </p:cNvPr>
          <p:cNvSpPr>
            <a:spLocks noGrp="1"/>
          </p:cNvSpPr>
          <p:nvPr>
            <p:ph type="body" sz="quarter" idx="50" hasCustomPrompt="1"/>
          </p:nvPr>
        </p:nvSpPr>
        <p:spPr>
          <a:xfrm>
            <a:off x="9044134" y="3394700"/>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50" name="Text Placeholder 9">
            <a:extLst>
              <a:ext uri="{FF2B5EF4-FFF2-40B4-BE49-F238E27FC236}">
                <a16:creationId xmlns:a16="http://schemas.microsoft.com/office/drawing/2014/main" id="{D8388700-C5A1-B6EB-06A9-F62405A4CFA1}"/>
              </a:ext>
            </a:extLst>
          </p:cNvPr>
          <p:cNvSpPr>
            <a:spLocks noGrp="1"/>
          </p:cNvSpPr>
          <p:nvPr>
            <p:ph type="body" sz="quarter" idx="51" hasCustomPrompt="1"/>
          </p:nvPr>
        </p:nvSpPr>
        <p:spPr>
          <a:xfrm>
            <a:off x="9044134" y="3135183"/>
            <a:ext cx="2160000" cy="242080"/>
          </a:xfrm>
          <a:prstGeom prst="rect">
            <a:avLst/>
          </a:prstGeom>
        </p:spPr>
        <p:txBody>
          <a:bodyPr lIns="0" tIns="0" rIns="0" bIns="0" anchor="ctr"/>
          <a:lstStyle>
            <a:lvl1pPr marL="0" indent="0" algn="ctr">
              <a:lnSpc>
                <a:spcPct val="100000"/>
              </a:lnSpc>
              <a:buNone/>
              <a:defRPr sz="1800" b="0" i="0">
                <a:solidFill>
                  <a:schemeClr val="tx1"/>
                </a:solidFill>
                <a:latin typeface="+mj-lt" panose="02020502080301010103" pitchFamily="18" charset="77"/>
                <a:cs typeface="+mn-lt" panose="020B05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Name Lastname</a:t>
            </a:r>
          </a:p>
        </p:txBody>
      </p:sp>
      <p:sp>
        <p:nvSpPr>
          <p:cNvPr id="2" name="Title 1">
            <a:extLst>
              <a:ext uri="{FF2B5EF4-FFF2-40B4-BE49-F238E27FC236}">
                <a16:creationId xmlns:a16="http://schemas.microsoft.com/office/drawing/2014/main" id="{2FECEE02-5A14-6034-2F19-14DE7E374E18}"/>
              </a:ext>
            </a:extLst>
          </p:cNvPr>
          <p:cNvSpPr>
            <a:spLocks noGrp="1"/>
          </p:cNvSpPr>
          <p:nvPr>
            <p:ph type="title"/>
          </p:nvPr>
        </p:nvSpPr>
        <p:spPr/>
        <p:txBody>
          <a:bodyPr vert="horz"/>
          <a:lstStyle/>
          <a:p>
            <a:r>
              <a:rPr lang="en-US" noProof="0"/>
              <a:t>Click to edit Master title style</a:t>
            </a:r>
          </a:p>
        </p:txBody>
      </p:sp>
      <p:sp>
        <p:nvSpPr>
          <p:cNvPr id="3" name="Text Placeholder 9">
            <a:extLst>
              <a:ext uri="{FF2B5EF4-FFF2-40B4-BE49-F238E27FC236}">
                <a16:creationId xmlns:a16="http://schemas.microsoft.com/office/drawing/2014/main" id="{7E451F2A-8E61-791A-E2E8-C0D86D8FCD50}"/>
              </a:ext>
            </a:extLst>
          </p:cNvPr>
          <p:cNvSpPr>
            <a:spLocks noGrp="1"/>
          </p:cNvSpPr>
          <p:nvPr>
            <p:ph type="body" sz="quarter" idx="60" hasCustomPrompt="1"/>
          </p:nvPr>
        </p:nvSpPr>
        <p:spPr>
          <a:xfrm>
            <a:off x="931574" y="3626793"/>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4" name="Text Placeholder 9">
            <a:extLst>
              <a:ext uri="{FF2B5EF4-FFF2-40B4-BE49-F238E27FC236}">
                <a16:creationId xmlns:a16="http://schemas.microsoft.com/office/drawing/2014/main" id="{3427EB3B-3800-E919-988F-F1F668F10CE3}"/>
              </a:ext>
            </a:extLst>
          </p:cNvPr>
          <p:cNvSpPr>
            <a:spLocks noGrp="1"/>
          </p:cNvSpPr>
          <p:nvPr>
            <p:ph type="body" sz="quarter" idx="61" hasCustomPrompt="1"/>
          </p:nvPr>
        </p:nvSpPr>
        <p:spPr>
          <a:xfrm>
            <a:off x="3636979" y="3626793"/>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5" name="Text Placeholder 9">
            <a:extLst>
              <a:ext uri="{FF2B5EF4-FFF2-40B4-BE49-F238E27FC236}">
                <a16:creationId xmlns:a16="http://schemas.microsoft.com/office/drawing/2014/main" id="{5265BDC2-2F69-43BF-BE69-2380D01CAE4D}"/>
              </a:ext>
            </a:extLst>
          </p:cNvPr>
          <p:cNvSpPr>
            <a:spLocks noGrp="1"/>
          </p:cNvSpPr>
          <p:nvPr>
            <p:ph type="body" sz="quarter" idx="62" hasCustomPrompt="1"/>
          </p:nvPr>
        </p:nvSpPr>
        <p:spPr>
          <a:xfrm>
            <a:off x="6335224" y="3626793"/>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9" name="Text Placeholder 9">
            <a:extLst>
              <a:ext uri="{FF2B5EF4-FFF2-40B4-BE49-F238E27FC236}">
                <a16:creationId xmlns:a16="http://schemas.microsoft.com/office/drawing/2014/main" id="{557CE725-80F0-61A3-2264-29B4724439FB}"/>
              </a:ext>
            </a:extLst>
          </p:cNvPr>
          <p:cNvSpPr>
            <a:spLocks noGrp="1"/>
          </p:cNvSpPr>
          <p:nvPr>
            <p:ph type="body" sz="quarter" idx="63" hasCustomPrompt="1"/>
          </p:nvPr>
        </p:nvSpPr>
        <p:spPr>
          <a:xfrm>
            <a:off x="9044134" y="3633597"/>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11" name="Text Placeholder 9">
            <a:extLst>
              <a:ext uri="{FF2B5EF4-FFF2-40B4-BE49-F238E27FC236}">
                <a16:creationId xmlns:a16="http://schemas.microsoft.com/office/drawing/2014/main" id="{12C0DDE2-919F-1B61-9A9A-13DB9A836524}"/>
              </a:ext>
            </a:extLst>
          </p:cNvPr>
          <p:cNvSpPr>
            <a:spLocks noGrp="1"/>
          </p:cNvSpPr>
          <p:nvPr>
            <p:ph type="body" sz="quarter" idx="64" hasCustomPrompt="1"/>
          </p:nvPr>
        </p:nvSpPr>
        <p:spPr>
          <a:xfrm>
            <a:off x="931574" y="6092865"/>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12" name="Text Placeholder 9">
            <a:extLst>
              <a:ext uri="{FF2B5EF4-FFF2-40B4-BE49-F238E27FC236}">
                <a16:creationId xmlns:a16="http://schemas.microsoft.com/office/drawing/2014/main" id="{6B06A4A5-E504-D180-E551-2340B5994C28}"/>
              </a:ext>
            </a:extLst>
          </p:cNvPr>
          <p:cNvSpPr>
            <a:spLocks noGrp="1"/>
          </p:cNvSpPr>
          <p:nvPr>
            <p:ph type="body" sz="quarter" idx="65" hasCustomPrompt="1"/>
          </p:nvPr>
        </p:nvSpPr>
        <p:spPr>
          <a:xfrm>
            <a:off x="3636979" y="6092865"/>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14" name="Text Placeholder 9">
            <a:extLst>
              <a:ext uri="{FF2B5EF4-FFF2-40B4-BE49-F238E27FC236}">
                <a16:creationId xmlns:a16="http://schemas.microsoft.com/office/drawing/2014/main" id="{9C42DD3F-1A77-CC43-0D0E-C06B094A95D6}"/>
              </a:ext>
            </a:extLst>
          </p:cNvPr>
          <p:cNvSpPr>
            <a:spLocks noGrp="1"/>
          </p:cNvSpPr>
          <p:nvPr>
            <p:ph type="body" sz="quarter" idx="66" hasCustomPrompt="1"/>
          </p:nvPr>
        </p:nvSpPr>
        <p:spPr>
          <a:xfrm>
            <a:off x="6335224" y="6092865"/>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15" name="Text Placeholder 9">
            <a:extLst>
              <a:ext uri="{FF2B5EF4-FFF2-40B4-BE49-F238E27FC236}">
                <a16:creationId xmlns:a16="http://schemas.microsoft.com/office/drawing/2014/main" id="{B9739F2F-1A21-8DE3-496B-0C3C1AEB7244}"/>
              </a:ext>
            </a:extLst>
          </p:cNvPr>
          <p:cNvSpPr>
            <a:spLocks noGrp="1"/>
          </p:cNvSpPr>
          <p:nvPr>
            <p:ph type="body" sz="quarter" idx="67" hasCustomPrompt="1"/>
          </p:nvPr>
        </p:nvSpPr>
        <p:spPr>
          <a:xfrm>
            <a:off x="9044134" y="6099669"/>
            <a:ext cx="2160000" cy="242081"/>
          </a:xfrm>
          <a:prstGeom prst="rect">
            <a:avLst/>
          </a:prstGeom>
        </p:spPr>
        <p:txBody>
          <a:bodyPr lIns="0" tIns="0" rIns="0" bIns="0"/>
          <a:lstStyle>
            <a:lvl1pPr marL="0" indent="0" algn="ctr">
              <a:lnSpc>
                <a:spcPct val="100000"/>
              </a:lnSpc>
              <a:buNone/>
              <a:defRPr sz="1200" b="0" i="0">
                <a:solidFill>
                  <a:schemeClr val="tx1"/>
                </a:solidFill>
                <a:latin typeface="+mn-lt"/>
                <a:ea typeface="+mn-lt" panose="02000503000000020004" pitchFamily="2" charset="0"/>
                <a:cs typeface="+mn-lt" panose="020B0402040204020203" pitchFamily="34" charset="0"/>
              </a:defRPr>
            </a:lvl1pPr>
            <a:lvl2pPr marL="457200" indent="0">
              <a:buNone/>
              <a:defRPr sz="1600">
                <a:solidFill>
                  <a:schemeClr val="bg1"/>
                </a:solidFill>
                <a:latin typeface="+mn-lt" panose="020B0504030504040204" pitchFamily="34" charset="-78"/>
                <a:cs typeface="+mn-lt" panose="020B0504030504040204" pitchFamily="34" charset="-78"/>
              </a:defRPr>
            </a:lvl2pPr>
            <a:lvl3pPr marL="914400" indent="0">
              <a:buNone/>
              <a:defRPr sz="1600">
                <a:solidFill>
                  <a:schemeClr val="bg1"/>
                </a:solidFill>
                <a:latin typeface="+mn-lt" panose="020B0504030504040204" pitchFamily="34" charset="-78"/>
                <a:cs typeface="+mn-lt" panose="020B0504030504040204" pitchFamily="34" charset="-78"/>
              </a:defRPr>
            </a:lvl3pPr>
            <a:lvl4pPr marL="1371600" indent="0">
              <a:buNone/>
              <a:defRPr sz="1600">
                <a:solidFill>
                  <a:schemeClr val="bg1"/>
                </a:solidFill>
                <a:latin typeface="+mn-lt" panose="020B0504030504040204" pitchFamily="34" charset="-78"/>
                <a:cs typeface="+mn-lt" panose="020B0504030504040204" pitchFamily="34" charset="-78"/>
              </a:defRPr>
            </a:lvl4pPr>
            <a:lvl5pPr marL="1828800" indent="0">
              <a:buNone/>
              <a:defRPr sz="1600">
                <a:solidFill>
                  <a:schemeClr val="bg1"/>
                </a:solidFill>
                <a:latin typeface="+mn-lt" panose="020B0504030504040204" pitchFamily="34" charset="-78"/>
                <a:cs typeface="+mn-lt" panose="020B0504030504040204" pitchFamily="34" charset="-78"/>
              </a:defRPr>
            </a:lvl5pPr>
          </a:lstStyle>
          <a:p>
            <a:pPr lvl="0"/>
            <a:r>
              <a:rPr lang="en-US" noProof="0"/>
              <a:t>Job title/Location (Optional)</a:t>
            </a:r>
            <a:endParaRPr lang="en-US" noProof="0">
              <a:solidFill>
                <a:schemeClr val="accent5"/>
              </a:solidFill>
              <a:effectLst/>
              <a:latin typeface="+mn-lt" panose="020B0402040204020203" pitchFamily="34" charset="0"/>
            </a:endParaRPr>
          </a:p>
        </p:txBody>
      </p:sp>
      <p:sp>
        <p:nvSpPr>
          <p:cNvPr id="16" name="Text Placeholder 9">
            <a:extLst>
              <a:ext uri="{FF2B5EF4-FFF2-40B4-BE49-F238E27FC236}">
                <a16:creationId xmlns:a16="http://schemas.microsoft.com/office/drawing/2014/main" id="{07EB9BD8-B78E-7A6F-7CD7-728C48334558}"/>
              </a:ext>
            </a:extLst>
          </p:cNvPr>
          <p:cNvSpPr>
            <a:spLocks noGrp="1"/>
          </p:cNvSpPr>
          <p:nvPr>
            <p:ph type="body" sz="quarter" idx="14" hasCustomPrompt="1"/>
          </p:nvPr>
        </p:nvSpPr>
        <p:spPr>
          <a:xfrm>
            <a:off x="493713" y="850557"/>
            <a:ext cx="11222037"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918417440"/>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Split, half image">
    <p:spTree>
      <p:nvGrpSpPr>
        <p:cNvPr id="1" name=""/>
        <p:cNvGrpSpPr/>
        <p:nvPr/>
      </p:nvGrpSpPr>
      <p:grpSpPr>
        <a:xfrm>
          <a:off x="0" y="0"/>
          <a:ext cx="0" cy="0"/>
          <a:chOff x="0" y="0"/>
          <a:chExt cx="0" cy="0"/>
        </a:xfrm>
      </p:grpSpPr>
      <p:graphicFrame>
        <p:nvGraphicFramePr>
          <p:cNvPr id="16" name="think-cell data - do not delete">
            <a:extLst>
              <a:ext uri="{FF2B5EF4-FFF2-40B4-BE49-F238E27FC236}">
                <a16:creationId xmlns:a16="http://schemas.microsoft.com/office/drawing/2014/main" id="{95325E6D-E395-BC72-A0AA-2CA2BFF0AC67}"/>
              </a:ext>
            </a:extLst>
          </p:cNvPr>
          <p:cNvGraphicFramePr>
            <a:graphicFrameLocks noChangeAspect="1"/>
          </p:cNvGraphicFramePr>
          <p:nvPr>
            <p:custDataLst>
              <p:tags r:id="rId1"/>
            </p:custDataLst>
            <p:extLst>
              <p:ext uri="{D42A27DB-BD31-4B8C-83A1-F6EECF244321}">
                <p14:modId xmlns:p14="http://schemas.microsoft.com/office/powerpoint/2010/main" val="158972605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a:extLst>
                          <a:ext uri="{FF2B5EF4-FFF2-40B4-BE49-F238E27FC236}">
                            <a16:creationId xmlns:a16="http://schemas.microsoft.com/office/drawing/2014/main" id="{95325E6D-E395-BC72-A0AA-2CA2BFF0AC6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Picture Placeholder 2">
            <a:extLst>
              <a:ext uri="{FF2B5EF4-FFF2-40B4-BE49-F238E27FC236}">
                <a16:creationId xmlns:a16="http://schemas.microsoft.com/office/drawing/2014/main" id="{473676A7-3BD0-82FB-A2E7-53A96C07D8AD}"/>
              </a:ext>
            </a:extLst>
          </p:cNvPr>
          <p:cNvSpPr>
            <a:spLocks noGrp="1"/>
          </p:cNvSpPr>
          <p:nvPr>
            <p:ph type="pic" sz="quarter" idx="11"/>
          </p:nvPr>
        </p:nvSpPr>
        <p:spPr>
          <a:xfrm>
            <a:off x="6096000" y="0"/>
            <a:ext cx="6096000" cy="6858000"/>
          </a:xfrm>
          <a:solidFill>
            <a:schemeClr val="bg1">
              <a:lumMod val="95000"/>
            </a:schemeClr>
          </a:solidFill>
        </p:spPr>
        <p:txBody>
          <a:bodyPr/>
          <a:lstStyle>
            <a:lvl1pPr algn="ctr">
              <a:defRPr sz="1200">
                <a:solidFill>
                  <a:schemeClr val="accent1"/>
                </a:solidFill>
              </a:defRPr>
            </a:lvl1pPr>
          </a:lstStyle>
          <a:p>
            <a:r>
              <a:rPr lang="en-US" noProof="0"/>
              <a:t>Click icon to add picture</a:t>
            </a:r>
          </a:p>
        </p:txBody>
      </p:sp>
      <p:sp>
        <p:nvSpPr>
          <p:cNvPr id="13" name="Title 12">
            <a:extLst>
              <a:ext uri="{FF2B5EF4-FFF2-40B4-BE49-F238E27FC236}">
                <a16:creationId xmlns:a16="http://schemas.microsoft.com/office/drawing/2014/main" id="{16293CAB-B7B4-B944-3CD2-4B5BB569DE8D}"/>
              </a:ext>
            </a:extLst>
          </p:cNvPr>
          <p:cNvSpPr>
            <a:spLocks noGrp="1"/>
          </p:cNvSpPr>
          <p:nvPr>
            <p:ph type="title"/>
          </p:nvPr>
        </p:nvSpPr>
        <p:spPr>
          <a:xfrm>
            <a:off x="493713" y="368301"/>
            <a:ext cx="5192709" cy="393699"/>
          </a:xfrm>
        </p:spPr>
        <p:txBody>
          <a:bodyPr vert="horz"/>
          <a:lstStyle/>
          <a:p>
            <a:r>
              <a:rPr lang="en-US" noProof="0"/>
              <a:t>Click to edit Master title style</a:t>
            </a:r>
          </a:p>
        </p:txBody>
      </p:sp>
      <p:sp>
        <p:nvSpPr>
          <p:cNvPr id="2" name="Content Placeholder 2">
            <a:extLst>
              <a:ext uri="{FF2B5EF4-FFF2-40B4-BE49-F238E27FC236}">
                <a16:creationId xmlns:a16="http://schemas.microsoft.com/office/drawing/2014/main" id="{3AEEDF01-43F0-92E5-3123-557BD93A4099}"/>
              </a:ext>
            </a:extLst>
          </p:cNvPr>
          <p:cNvSpPr>
            <a:spLocks noGrp="1"/>
          </p:cNvSpPr>
          <p:nvPr>
            <p:ph sz="quarter" idx="12" hasCustomPrompt="1"/>
          </p:nvPr>
        </p:nvSpPr>
        <p:spPr>
          <a:xfrm>
            <a:off x="493712" y="1663700"/>
            <a:ext cx="5192708"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a:extLst>
              <a:ext uri="{FF2B5EF4-FFF2-40B4-BE49-F238E27FC236}">
                <a16:creationId xmlns:a16="http://schemas.microsoft.com/office/drawing/2014/main" id="{229E244C-2F97-CBEA-22C0-09917172FD38}"/>
              </a:ext>
            </a:extLst>
          </p:cNvPr>
          <p:cNvSpPr>
            <a:spLocks noGrp="1"/>
          </p:cNvSpPr>
          <p:nvPr>
            <p:ph type="body" sz="half" idx="2" hasCustomPrompt="1"/>
          </p:nvPr>
        </p:nvSpPr>
        <p:spPr>
          <a:xfrm>
            <a:off x="2165350" y="6337300"/>
            <a:ext cx="352107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5" name="Text Placeholder 9">
            <a:extLst>
              <a:ext uri="{FF2B5EF4-FFF2-40B4-BE49-F238E27FC236}">
                <a16:creationId xmlns:a16="http://schemas.microsoft.com/office/drawing/2014/main" id="{8FB5A708-F282-F156-B653-43BD2C5B53B8}"/>
              </a:ext>
            </a:extLst>
          </p:cNvPr>
          <p:cNvSpPr>
            <a:spLocks noGrp="1"/>
          </p:cNvSpPr>
          <p:nvPr>
            <p:ph type="body" sz="quarter" idx="13" hasCustomPrompt="1"/>
          </p:nvPr>
        </p:nvSpPr>
        <p:spPr>
          <a:xfrm>
            <a:off x="493714" y="850557"/>
            <a:ext cx="5192708"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19433181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Split, half image left">
    <p:spTree>
      <p:nvGrpSpPr>
        <p:cNvPr id="1" name=""/>
        <p:cNvGrpSpPr/>
        <p:nvPr/>
      </p:nvGrpSpPr>
      <p:grpSpPr>
        <a:xfrm>
          <a:off x="0" y="0"/>
          <a:ext cx="0" cy="0"/>
          <a:chOff x="0" y="0"/>
          <a:chExt cx="0" cy="0"/>
        </a:xfrm>
      </p:grpSpPr>
      <p:graphicFrame>
        <p:nvGraphicFramePr>
          <p:cNvPr id="16" name="think-cell data - do not delete">
            <a:extLst>
              <a:ext uri="{FF2B5EF4-FFF2-40B4-BE49-F238E27FC236}">
                <a16:creationId xmlns:a16="http://schemas.microsoft.com/office/drawing/2014/main" id="{95325E6D-E395-BC72-A0AA-2CA2BFF0AC67}"/>
              </a:ext>
            </a:extLst>
          </p:cNvPr>
          <p:cNvGraphicFramePr>
            <a:graphicFrameLocks noChangeAspect="1"/>
          </p:cNvGraphicFramePr>
          <p:nvPr>
            <p:custDataLst>
              <p:tags r:id="rId1"/>
            </p:custDataLst>
            <p:extLst>
              <p:ext uri="{D42A27DB-BD31-4B8C-83A1-F6EECF244321}">
                <p14:modId xmlns:p14="http://schemas.microsoft.com/office/powerpoint/2010/main" val="6428651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a:extLst>
                          <a:ext uri="{FF2B5EF4-FFF2-40B4-BE49-F238E27FC236}">
                            <a16:creationId xmlns:a16="http://schemas.microsoft.com/office/drawing/2014/main" id="{95325E6D-E395-BC72-A0AA-2CA2BFF0AC6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Picture Placeholder 2">
            <a:extLst>
              <a:ext uri="{FF2B5EF4-FFF2-40B4-BE49-F238E27FC236}">
                <a16:creationId xmlns:a16="http://schemas.microsoft.com/office/drawing/2014/main" id="{473676A7-3BD0-82FB-A2E7-53A96C07D8AD}"/>
              </a:ext>
            </a:extLst>
          </p:cNvPr>
          <p:cNvSpPr>
            <a:spLocks noGrp="1"/>
          </p:cNvSpPr>
          <p:nvPr>
            <p:ph type="pic" sz="quarter" idx="11"/>
          </p:nvPr>
        </p:nvSpPr>
        <p:spPr>
          <a:xfrm>
            <a:off x="0" y="0"/>
            <a:ext cx="6096000" cy="6858000"/>
          </a:xfrm>
          <a:solidFill>
            <a:schemeClr val="bg1">
              <a:lumMod val="95000"/>
            </a:schemeClr>
          </a:solidFill>
        </p:spPr>
        <p:txBody>
          <a:bodyPr/>
          <a:lstStyle>
            <a:lvl1pPr algn="ctr">
              <a:defRPr sz="1200">
                <a:solidFill>
                  <a:schemeClr val="accent1"/>
                </a:solidFill>
              </a:defRPr>
            </a:lvl1pPr>
          </a:lstStyle>
          <a:p>
            <a:r>
              <a:rPr lang="en-US" noProof="0"/>
              <a:t>Click icon to add picture</a:t>
            </a:r>
          </a:p>
        </p:txBody>
      </p:sp>
      <p:sp>
        <p:nvSpPr>
          <p:cNvPr id="13" name="Title 12">
            <a:extLst>
              <a:ext uri="{FF2B5EF4-FFF2-40B4-BE49-F238E27FC236}">
                <a16:creationId xmlns:a16="http://schemas.microsoft.com/office/drawing/2014/main" id="{16293CAB-B7B4-B944-3CD2-4B5BB569DE8D}"/>
              </a:ext>
            </a:extLst>
          </p:cNvPr>
          <p:cNvSpPr>
            <a:spLocks noGrp="1"/>
          </p:cNvSpPr>
          <p:nvPr>
            <p:ph type="title"/>
          </p:nvPr>
        </p:nvSpPr>
        <p:spPr>
          <a:xfrm>
            <a:off x="6528237" y="368301"/>
            <a:ext cx="5192709" cy="393699"/>
          </a:xfrm>
        </p:spPr>
        <p:txBody>
          <a:bodyPr vert="horz"/>
          <a:lstStyle/>
          <a:p>
            <a:r>
              <a:rPr lang="en-US" noProof="0"/>
              <a:t>Click to edit Master title style</a:t>
            </a:r>
          </a:p>
        </p:txBody>
      </p:sp>
      <p:sp>
        <p:nvSpPr>
          <p:cNvPr id="2" name="Content Placeholder 2">
            <a:extLst>
              <a:ext uri="{FF2B5EF4-FFF2-40B4-BE49-F238E27FC236}">
                <a16:creationId xmlns:a16="http://schemas.microsoft.com/office/drawing/2014/main" id="{AFF6F2E9-26B3-37AE-981D-E3FF19FC32B2}"/>
              </a:ext>
            </a:extLst>
          </p:cNvPr>
          <p:cNvSpPr>
            <a:spLocks noGrp="1"/>
          </p:cNvSpPr>
          <p:nvPr>
            <p:ph sz="quarter" idx="12" hasCustomPrompt="1"/>
          </p:nvPr>
        </p:nvSpPr>
        <p:spPr>
          <a:xfrm>
            <a:off x="6528238" y="1663700"/>
            <a:ext cx="5192708"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3">
            <a:extLst>
              <a:ext uri="{FF2B5EF4-FFF2-40B4-BE49-F238E27FC236}">
                <a16:creationId xmlns:a16="http://schemas.microsoft.com/office/drawing/2014/main" id="{ADBF7EB6-AEE9-0CFF-B8CC-8718FCDF4119}"/>
              </a:ext>
            </a:extLst>
          </p:cNvPr>
          <p:cNvSpPr>
            <a:spLocks noGrp="1"/>
          </p:cNvSpPr>
          <p:nvPr>
            <p:ph type="body" sz="half" idx="2" hasCustomPrompt="1"/>
          </p:nvPr>
        </p:nvSpPr>
        <p:spPr>
          <a:xfrm>
            <a:off x="6528237" y="6337300"/>
            <a:ext cx="4228664"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4" name="Text Placeholder 9">
            <a:extLst>
              <a:ext uri="{FF2B5EF4-FFF2-40B4-BE49-F238E27FC236}">
                <a16:creationId xmlns:a16="http://schemas.microsoft.com/office/drawing/2014/main" id="{647AF310-F2C2-C5B9-E3CB-941C21CA3061}"/>
              </a:ext>
            </a:extLst>
          </p:cNvPr>
          <p:cNvSpPr>
            <a:spLocks noGrp="1"/>
          </p:cNvSpPr>
          <p:nvPr>
            <p:ph type="body" sz="quarter" idx="13" hasCustomPrompt="1"/>
          </p:nvPr>
        </p:nvSpPr>
        <p:spPr>
          <a:xfrm>
            <a:off x="6528238" y="850557"/>
            <a:ext cx="5192708"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285689951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Split, 1/3 image">
    <p:spTree>
      <p:nvGrpSpPr>
        <p:cNvPr id="1" name=""/>
        <p:cNvGrpSpPr/>
        <p:nvPr/>
      </p:nvGrpSpPr>
      <p:grpSpPr>
        <a:xfrm>
          <a:off x="0" y="0"/>
          <a:ext cx="0" cy="0"/>
          <a:chOff x="0" y="0"/>
          <a:chExt cx="0" cy="0"/>
        </a:xfrm>
      </p:grpSpPr>
      <p:graphicFrame>
        <p:nvGraphicFramePr>
          <p:cNvPr id="15" name="think-cell data - do not delete">
            <a:extLst>
              <a:ext uri="{FF2B5EF4-FFF2-40B4-BE49-F238E27FC236}">
                <a16:creationId xmlns:a16="http://schemas.microsoft.com/office/drawing/2014/main" id="{B5D7E20A-87DA-9385-3EA2-B80D152E4225}"/>
              </a:ext>
            </a:extLst>
          </p:cNvPr>
          <p:cNvGraphicFramePr>
            <a:graphicFrameLocks noChangeAspect="1"/>
          </p:cNvGraphicFramePr>
          <p:nvPr>
            <p:custDataLst>
              <p:tags r:id="rId1"/>
            </p:custDataLst>
            <p:extLst>
              <p:ext uri="{D42A27DB-BD31-4B8C-83A1-F6EECF244321}">
                <p14:modId xmlns:p14="http://schemas.microsoft.com/office/powerpoint/2010/main" val="10578265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5" name="think-cell data - do not delete">
                        <a:extLst>
                          <a:ext uri="{FF2B5EF4-FFF2-40B4-BE49-F238E27FC236}">
                            <a16:creationId xmlns:a16="http://schemas.microsoft.com/office/drawing/2014/main" id="{B5D7E20A-87DA-9385-3EA2-B80D152E422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Picture Placeholder 2">
            <a:extLst>
              <a:ext uri="{FF2B5EF4-FFF2-40B4-BE49-F238E27FC236}">
                <a16:creationId xmlns:a16="http://schemas.microsoft.com/office/drawing/2014/main" id="{D3D29F60-2286-0A98-A93A-F3666F3D59B8}"/>
              </a:ext>
            </a:extLst>
          </p:cNvPr>
          <p:cNvSpPr>
            <a:spLocks noGrp="1"/>
          </p:cNvSpPr>
          <p:nvPr>
            <p:ph type="pic" sz="quarter" idx="11"/>
          </p:nvPr>
        </p:nvSpPr>
        <p:spPr>
          <a:xfrm>
            <a:off x="4329113" y="0"/>
            <a:ext cx="7862887" cy="6858000"/>
          </a:xfrm>
          <a:solidFill>
            <a:schemeClr val="bg1">
              <a:lumMod val="95000"/>
            </a:schemeClr>
          </a:solidFill>
        </p:spPr>
        <p:txBody>
          <a:bodyPr/>
          <a:lstStyle>
            <a:lvl1pPr algn="ctr">
              <a:defRPr sz="1200">
                <a:solidFill>
                  <a:schemeClr val="accent1"/>
                </a:solidFill>
              </a:defRPr>
            </a:lvl1pPr>
          </a:lstStyle>
          <a:p>
            <a:r>
              <a:rPr lang="en-US" noProof="0"/>
              <a:t>Click icon to add picture</a:t>
            </a:r>
          </a:p>
        </p:txBody>
      </p:sp>
      <p:sp>
        <p:nvSpPr>
          <p:cNvPr id="12" name="Title 11">
            <a:extLst>
              <a:ext uri="{FF2B5EF4-FFF2-40B4-BE49-F238E27FC236}">
                <a16:creationId xmlns:a16="http://schemas.microsoft.com/office/drawing/2014/main" id="{D7A0FA4F-B47B-6E07-E93A-0586AF126298}"/>
              </a:ext>
            </a:extLst>
          </p:cNvPr>
          <p:cNvSpPr>
            <a:spLocks noGrp="1"/>
          </p:cNvSpPr>
          <p:nvPr>
            <p:ph type="title"/>
          </p:nvPr>
        </p:nvSpPr>
        <p:spPr>
          <a:xfrm>
            <a:off x="493714" y="368301"/>
            <a:ext cx="3409950" cy="393699"/>
          </a:xfrm>
        </p:spPr>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66192575-D440-8E0A-99FF-1AE8A660BFF5}"/>
              </a:ext>
            </a:extLst>
          </p:cNvPr>
          <p:cNvSpPr>
            <a:spLocks noGrp="1"/>
          </p:cNvSpPr>
          <p:nvPr>
            <p:ph sz="quarter" idx="12" hasCustomPrompt="1"/>
          </p:nvPr>
        </p:nvSpPr>
        <p:spPr>
          <a:xfrm>
            <a:off x="493712" y="1663700"/>
            <a:ext cx="3409950"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9">
            <a:extLst>
              <a:ext uri="{FF2B5EF4-FFF2-40B4-BE49-F238E27FC236}">
                <a16:creationId xmlns:a16="http://schemas.microsoft.com/office/drawing/2014/main" id="{2FBABE47-D8B6-74B3-44E2-32BBAA9E4987}"/>
              </a:ext>
            </a:extLst>
          </p:cNvPr>
          <p:cNvSpPr>
            <a:spLocks noGrp="1"/>
          </p:cNvSpPr>
          <p:nvPr>
            <p:ph type="body" sz="quarter" idx="17" hasCustomPrompt="1"/>
          </p:nvPr>
        </p:nvSpPr>
        <p:spPr>
          <a:xfrm>
            <a:off x="493714" y="850557"/>
            <a:ext cx="3409948" cy="293129"/>
          </a:xfrm>
        </p:spPr>
        <p:txBody>
          <a:bodyPr/>
          <a:lstStyle>
            <a:lvl1pPr>
              <a:defRPr sz="1400">
                <a:solidFill>
                  <a:srgbClr val="666662"/>
                </a:solidFill>
              </a:defRPr>
            </a:lvl1pPr>
          </a:lstStyle>
          <a:p>
            <a:pPr lvl="0"/>
            <a:r>
              <a:rPr lang="en-US" noProof="0"/>
              <a:t>Slide sub-title; Inter Regular </a:t>
            </a:r>
            <a:r>
              <a:rPr lang="en-US" noProof="0" err="1"/>
              <a:t>14pt</a:t>
            </a:r>
            <a:endParaRPr lang="en-US" noProof="0"/>
          </a:p>
        </p:txBody>
      </p:sp>
      <p:sp>
        <p:nvSpPr>
          <p:cNvPr id="5" name="Text Placeholder 3">
            <a:extLst>
              <a:ext uri="{FF2B5EF4-FFF2-40B4-BE49-F238E27FC236}">
                <a16:creationId xmlns:a16="http://schemas.microsoft.com/office/drawing/2014/main" id="{EC796F55-F453-3AC6-D078-9425A0C79608}"/>
              </a:ext>
            </a:extLst>
          </p:cNvPr>
          <p:cNvSpPr>
            <a:spLocks noGrp="1"/>
          </p:cNvSpPr>
          <p:nvPr>
            <p:ph type="body" sz="half" idx="2" hasCustomPrompt="1"/>
          </p:nvPr>
        </p:nvSpPr>
        <p:spPr>
          <a:xfrm>
            <a:off x="1845578" y="6337300"/>
            <a:ext cx="2058085"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Tree>
    <p:extLst>
      <p:ext uri="{BB962C8B-B14F-4D97-AF65-F5344CB8AC3E}">
        <p14:creationId xmlns:p14="http://schemas.microsoft.com/office/powerpoint/2010/main" val="92552746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plit, 1/3 image left">
    <p:spTree>
      <p:nvGrpSpPr>
        <p:cNvPr id="1" name=""/>
        <p:cNvGrpSpPr/>
        <p:nvPr/>
      </p:nvGrpSpPr>
      <p:grpSpPr>
        <a:xfrm>
          <a:off x="0" y="0"/>
          <a:ext cx="0" cy="0"/>
          <a:chOff x="0" y="0"/>
          <a:chExt cx="0" cy="0"/>
        </a:xfrm>
      </p:grpSpPr>
      <p:graphicFrame>
        <p:nvGraphicFramePr>
          <p:cNvPr id="15" name="think-cell data - do not delete">
            <a:extLst>
              <a:ext uri="{FF2B5EF4-FFF2-40B4-BE49-F238E27FC236}">
                <a16:creationId xmlns:a16="http://schemas.microsoft.com/office/drawing/2014/main" id="{B5D7E20A-87DA-9385-3EA2-B80D152E4225}"/>
              </a:ext>
            </a:extLst>
          </p:cNvPr>
          <p:cNvGraphicFramePr>
            <a:graphicFrameLocks noChangeAspect="1"/>
          </p:cNvGraphicFramePr>
          <p:nvPr>
            <p:custDataLst>
              <p:tags r:id="rId1"/>
            </p:custDataLst>
            <p:extLst>
              <p:ext uri="{D42A27DB-BD31-4B8C-83A1-F6EECF244321}">
                <p14:modId xmlns:p14="http://schemas.microsoft.com/office/powerpoint/2010/main" val="7359973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5" name="think-cell data - do not delete">
                        <a:extLst>
                          <a:ext uri="{FF2B5EF4-FFF2-40B4-BE49-F238E27FC236}">
                            <a16:creationId xmlns:a16="http://schemas.microsoft.com/office/drawing/2014/main" id="{B5D7E20A-87DA-9385-3EA2-B80D152E422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Picture Placeholder 2">
            <a:extLst>
              <a:ext uri="{FF2B5EF4-FFF2-40B4-BE49-F238E27FC236}">
                <a16:creationId xmlns:a16="http://schemas.microsoft.com/office/drawing/2014/main" id="{D3D29F60-2286-0A98-A93A-F3666F3D59B8}"/>
              </a:ext>
            </a:extLst>
          </p:cNvPr>
          <p:cNvSpPr>
            <a:spLocks noGrp="1"/>
          </p:cNvSpPr>
          <p:nvPr>
            <p:ph type="pic" sz="quarter" idx="11"/>
          </p:nvPr>
        </p:nvSpPr>
        <p:spPr>
          <a:xfrm>
            <a:off x="0" y="0"/>
            <a:ext cx="7896225" cy="6858000"/>
          </a:xfrm>
          <a:solidFill>
            <a:schemeClr val="bg1">
              <a:lumMod val="95000"/>
            </a:schemeClr>
          </a:solidFill>
        </p:spPr>
        <p:txBody>
          <a:bodyPr/>
          <a:lstStyle>
            <a:lvl1pPr algn="ctr">
              <a:defRPr sz="1200">
                <a:solidFill>
                  <a:schemeClr val="accent1"/>
                </a:solidFill>
              </a:defRPr>
            </a:lvl1pPr>
          </a:lstStyle>
          <a:p>
            <a:r>
              <a:rPr lang="en-US" noProof="0"/>
              <a:t>Click icon to add picture</a:t>
            </a:r>
          </a:p>
        </p:txBody>
      </p:sp>
      <p:sp>
        <p:nvSpPr>
          <p:cNvPr id="12" name="Title 11">
            <a:extLst>
              <a:ext uri="{FF2B5EF4-FFF2-40B4-BE49-F238E27FC236}">
                <a16:creationId xmlns:a16="http://schemas.microsoft.com/office/drawing/2014/main" id="{D7A0FA4F-B47B-6E07-E93A-0586AF126298}"/>
              </a:ext>
            </a:extLst>
          </p:cNvPr>
          <p:cNvSpPr>
            <a:spLocks noGrp="1"/>
          </p:cNvSpPr>
          <p:nvPr>
            <p:ph type="title"/>
          </p:nvPr>
        </p:nvSpPr>
        <p:spPr>
          <a:xfrm>
            <a:off x="8312498" y="368301"/>
            <a:ext cx="3409950" cy="393699"/>
          </a:xfrm>
        </p:spPr>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77C0BFEA-46AB-C3AD-A109-FE71F01A8862}"/>
              </a:ext>
            </a:extLst>
          </p:cNvPr>
          <p:cNvSpPr>
            <a:spLocks noGrp="1"/>
          </p:cNvSpPr>
          <p:nvPr>
            <p:ph sz="quarter" idx="12" hasCustomPrompt="1"/>
          </p:nvPr>
        </p:nvSpPr>
        <p:spPr>
          <a:xfrm>
            <a:off x="8312498" y="1663700"/>
            <a:ext cx="3409950"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3">
            <a:extLst>
              <a:ext uri="{FF2B5EF4-FFF2-40B4-BE49-F238E27FC236}">
                <a16:creationId xmlns:a16="http://schemas.microsoft.com/office/drawing/2014/main" id="{AAE8FFD6-4A90-8180-26A5-36A7CE42068F}"/>
              </a:ext>
            </a:extLst>
          </p:cNvPr>
          <p:cNvSpPr>
            <a:spLocks noGrp="1"/>
          </p:cNvSpPr>
          <p:nvPr>
            <p:ph type="body" sz="half" idx="2" hasCustomPrompt="1"/>
          </p:nvPr>
        </p:nvSpPr>
        <p:spPr>
          <a:xfrm>
            <a:off x="8312498" y="6337300"/>
            <a:ext cx="2444403"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6" name="Text Placeholder 9">
            <a:extLst>
              <a:ext uri="{FF2B5EF4-FFF2-40B4-BE49-F238E27FC236}">
                <a16:creationId xmlns:a16="http://schemas.microsoft.com/office/drawing/2014/main" id="{78C5EC7B-F282-1848-3287-160D7D0F0D19}"/>
              </a:ext>
            </a:extLst>
          </p:cNvPr>
          <p:cNvSpPr>
            <a:spLocks noGrp="1"/>
          </p:cNvSpPr>
          <p:nvPr>
            <p:ph type="body" sz="quarter" idx="17" hasCustomPrompt="1"/>
          </p:nvPr>
        </p:nvSpPr>
        <p:spPr>
          <a:xfrm>
            <a:off x="8312498" y="850557"/>
            <a:ext cx="3409950" cy="293129"/>
          </a:xfrm>
        </p:spPr>
        <p:txBody>
          <a:bodyPr/>
          <a:lstStyle>
            <a:lvl1pPr>
              <a:defRPr sz="1400">
                <a:solidFill>
                  <a:srgbClr val="666662"/>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135417662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Image, circular crop">
    <p:spTree>
      <p:nvGrpSpPr>
        <p:cNvPr id="1" name=""/>
        <p:cNvGrpSpPr/>
        <p:nvPr/>
      </p:nvGrpSpPr>
      <p:grpSpPr>
        <a:xfrm>
          <a:off x="0" y="0"/>
          <a:ext cx="0" cy="0"/>
          <a:chOff x="0" y="0"/>
          <a:chExt cx="0" cy="0"/>
        </a:xfrm>
      </p:grpSpPr>
      <p:graphicFrame>
        <p:nvGraphicFramePr>
          <p:cNvPr id="14" name="think-cell data - do not delete">
            <a:extLst>
              <a:ext uri="{FF2B5EF4-FFF2-40B4-BE49-F238E27FC236}">
                <a16:creationId xmlns:a16="http://schemas.microsoft.com/office/drawing/2014/main" id="{4CF738D5-4D0B-6375-B6AE-50A02214DBF0}"/>
              </a:ext>
            </a:extLst>
          </p:cNvPr>
          <p:cNvGraphicFramePr>
            <a:graphicFrameLocks noChangeAspect="1"/>
          </p:cNvGraphicFramePr>
          <p:nvPr>
            <p:custDataLst>
              <p:tags r:id="rId1"/>
            </p:custDataLst>
            <p:extLst>
              <p:ext uri="{D42A27DB-BD31-4B8C-83A1-F6EECF244321}">
                <p14:modId xmlns:p14="http://schemas.microsoft.com/office/powerpoint/2010/main" val="28768553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4" name="think-cell data - do not delete">
                        <a:extLst>
                          <a:ext uri="{FF2B5EF4-FFF2-40B4-BE49-F238E27FC236}">
                            <a16:creationId xmlns:a16="http://schemas.microsoft.com/office/drawing/2014/main" id="{4CF738D5-4D0B-6375-B6AE-50A02214DBF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7" name="Picture Placeholder 26">
            <a:extLst>
              <a:ext uri="{FF2B5EF4-FFF2-40B4-BE49-F238E27FC236}">
                <a16:creationId xmlns:a16="http://schemas.microsoft.com/office/drawing/2014/main" id="{372E8F9B-8E81-136A-216A-2752E9491D3B}"/>
              </a:ext>
            </a:extLst>
          </p:cNvPr>
          <p:cNvSpPr>
            <a:spLocks noGrp="1"/>
          </p:cNvSpPr>
          <p:nvPr>
            <p:ph type="pic" sz="quarter" idx="10"/>
          </p:nvPr>
        </p:nvSpPr>
        <p:spPr>
          <a:xfrm>
            <a:off x="6296024" y="0"/>
            <a:ext cx="5895976" cy="6858000"/>
          </a:xfrm>
          <a:custGeom>
            <a:avLst/>
            <a:gdLst>
              <a:gd name="connsiteX0" fmla="*/ 1881778 w 5895976"/>
              <a:gd name="connsiteY0" fmla="*/ 0 h 6858000"/>
              <a:gd name="connsiteX1" fmla="*/ 5895976 w 5895976"/>
              <a:gd name="connsiteY1" fmla="*/ 0 h 6858000"/>
              <a:gd name="connsiteX2" fmla="*/ 5895976 w 5895976"/>
              <a:gd name="connsiteY2" fmla="*/ 6858000 h 6858000"/>
              <a:gd name="connsiteX3" fmla="*/ 1824828 w 5895976"/>
              <a:gd name="connsiteY3" fmla="*/ 6858000 h 6858000"/>
              <a:gd name="connsiteX4" fmla="*/ 1807610 w 5895976"/>
              <a:gd name="connsiteY4" fmla="*/ 6846963 h 6858000"/>
              <a:gd name="connsiteX5" fmla="*/ 0 w 5895976"/>
              <a:gd name="connsiteY5" fmla="*/ 3447255 h 6858000"/>
              <a:gd name="connsiteX6" fmla="*/ 1807610 w 5895976"/>
              <a:gd name="connsiteY6" fmla="*/ 4754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5976" h="6858000">
                <a:moveTo>
                  <a:pt x="1881778" y="0"/>
                </a:moveTo>
                <a:lnTo>
                  <a:pt x="5895976" y="0"/>
                </a:lnTo>
                <a:lnTo>
                  <a:pt x="5895976" y="6858000"/>
                </a:lnTo>
                <a:lnTo>
                  <a:pt x="1824828" y="6858000"/>
                </a:lnTo>
                <a:lnTo>
                  <a:pt x="1807610" y="6846963"/>
                </a:lnTo>
                <a:cubicBezTo>
                  <a:pt x="717028" y="6110180"/>
                  <a:pt x="0" y="4862453"/>
                  <a:pt x="0" y="3447255"/>
                </a:cubicBezTo>
                <a:cubicBezTo>
                  <a:pt x="0" y="2032058"/>
                  <a:pt x="717028" y="784331"/>
                  <a:pt x="1807610" y="47548"/>
                </a:cubicBezTo>
                <a:close/>
              </a:path>
            </a:pathLst>
          </a:custGeom>
          <a:solidFill>
            <a:schemeClr val="bg1">
              <a:lumMod val="95000"/>
            </a:schemeClr>
          </a:solidFill>
        </p:spPr>
        <p:txBody>
          <a:bodyPr wrap="square">
            <a:noAutofit/>
          </a:bodyPr>
          <a:lstStyle>
            <a:lvl1pPr algn="ctr">
              <a:defRPr sz="1200">
                <a:solidFill>
                  <a:schemeClr val="accent1"/>
                </a:solidFill>
              </a:defRPr>
            </a:lvl1pPr>
          </a:lstStyle>
          <a:p>
            <a:r>
              <a:rPr lang="en-US" noProof="0"/>
              <a:t>Click icon to add picture</a:t>
            </a:r>
          </a:p>
        </p:txBody>
      </p:sp>
      <p:sp>
        <p:nvSpPr>
          <p:cNvPr id="12" name="Title 11">
            <a:extLst>
              <a:ext uri="{FF2B5EF4-FFF2-40B4-BE49-F238E27FC236}">
                <a16:creationId xmlns:a16="http://schemas.microsoft.com/office/drawing/2014/main" id="{FD0046F9-14B3-F335-1818-FE61EEC6B3EF}"/>
              </a:ext>
            </a:extLst>
          </p:cNvPr>
          <p:cNvSpPr>
            <a:spLocks noGrp="1"/>
          </p:cNvSpPr>
          <p:nvPr>
            <p:ph type="title"/>
          </p:nvPr>
        </p:nvSpPr>
        <p:spPr>
          <a:xfrm>
            <a:off x="493714" y="368301"/>
            <a:ext cx="5492750" cy="393699"/>
          </a:xfrm>
        </p:spPr>
        <p:txBody>
          <a:bodyPr vert="horz"/>
          <a:lstStyle/>
          <a:p>
            <a:r>
              <a:rPr lang="en-US" noProof="0"/>
              <a:t>Click to edit Master title style</a:t>
            </a:r>
          </a:p>
        </p:txBody>
      </p:sp>
      <p:sp>
        <p:nvSpPr>
          <p:cNvPr id="2" name="Content Placeholder 2">
            <a:extLst>
              <a:ext uri="{FF2B5EF4-FFF2-40B4-BE49-F238E27FC236}">
                <a16:creationId xmlns:a16="http://schemas.microsoft.com/office/drawing/2014/main" id="{F7164E6C-425D-E88C-1C10-F5508D547245}"/>
              </a:ext>
            </a:extLst>
          </p:cNvPr>
          <p:cNvSpPr>
            <a:spLocks noGrp="1"/>
          </p:cNvSpPr>
          <p:nvPr>
            <p:ph sz="quarter" idx="12" hasCustomPrompt="1"/>
          </p:nvPr>
        </p:nvSpPr>
        <p:spPr>
          <a:xfrm>
            <a:off x="493711" y="1663700"/>
            <a:ext cx="5492751"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21FDA965-E225-5D4A-85D6-0006C70E97FB}"/>
              </a:ext>
            </a:extLst>
          </p:cNvPr>
          <p:cNvSpPr>
            <a:spLocks noGrp="1"/>
          </p:cNvSpPr>
          <p:nvPr>
            <p:ph type="body" sz="half" idx="2" hasCustomPrompt="1"/>
          </p:nvPr>
        </p:nvSpPr>
        <p:spPr>
          <a:xfrm>
            <a:off x="2165350" y="6337300"/>
            <a:ext cx="3821113"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4" name="Text Placeholder 9">
            <a:extLst>
              <a:ext uri="{FF2B5EF4-FFF2-40B4-BE49-F238E27FC236}">
                <a16:creationId xmlns:a16="http://schemas.microsoft.com/office/drawing/2014/main" id="{CBDFB26B-6623-4618-7E6F-5E7F28857D32}"/>
              </a:ext>
            </a:extLst>
          </p:cNvPr>
          <p:cNvSpPr>
            <a:spLocks noGrp="1"/>
          </p:cNvSpPr>
          <p:nvPr>
            <p:ph type="body" sz="quarter" idx="13" hasCustomPrompt="1"/>
          </p:nvPr>
        </p:nvSpPr>
        <p:spPr>
          <a:xfrm>
            <a:off x="493714" y="850557"/>
            <a:ext cx="5492748"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345689157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ext, full image light">
    <p:spTree>
      <p:nvGrpSpPr>
        <p:cNvPr id="1" name=""/>
        <p:cNvGrpSpPr/>
        <p:nvPr/>
      </p:nvGrpSpPr>
      <p:grpSpPr>
        <a:xfrm>
          <a:off x="0" y="0"/>
          <a:ext cx="0" cy="0"/>
          <a:chOff x="0" y="0"/>
          <a:chExt cx="0" cy="0"/>
        </a:xfrm>
      </p:grpSpPr>
      <p:graphicFrame>
        <p:nvGraphicFramePr>
          <p:cNvPr id="15" name="think-cell data - do not delete">
            <a:extLst>
              <a:ext uri="{FF2B5EF4-FFF2-40B4-BE49-F238E27FC236}">
                <a16:creationId xmlns:a16="http://schemas.microsoft.com/office/drawing/2014/main" id="{B5D7E20A-87DA-9385-3EA2-B80D152E4225}"/>
              </a:ext>
            </a:extLst>
          </p:cNvPr>
          <p:cNvGraphicFramePr>
            <a:graphicFrameLocks noChangeAspect="1"/>
          </p:cNvGraphicFramePr>
          <p:nvPr>
            <p:custDataLst>
              <p:tags r:id="rId1"/>
            </p:custDataLst>
            <p:extLst>
              <p:ext uri="{D42A27DB-BD31-4B8C-83A1-F6EECF244321}">
                <p14:modId xmlns:p14="http://schemas.microsoft.com/office/powerpoint/2010/main" val="26710108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5" name="think-cell data - do not delete">
                        <a:extLst>
                          <a:ext uri="{FF2B5EF4-FFF2-40B4-BE49-F238E27FC236}">
                            <a16:creationId xmlns:a16="http://schemas.microsoft.com/office/drawing/2014/main" id="{B5D7E20A-87DA-9385-3EA2-B80D152E422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Picture Placeholder 2">
            <a:extLst>
              <a:ext uri="{FF2B5EF4-FFF2-40B4-BE49-F238E27FC236}">
                <a16:creationId xmlns:a16="http://schemas.microsoft.com/office/drawing/2014/main" id="{D3D29F60-2286-0A98-A93A-F3666F3D59B8}"/>
              </a:ext>
            </a:extLst>
          </p:cNvPr>
          <p:cNvSpPr>
            <a:spLocks noGrp="1"/>
          </p:cNvSpPr>
          <p:nvPr>
            <p:ph type="pic" sz="quarter" idx="11"/>
          </p:nvPr>
        </p:nvSpPr>
        <p:spPr>
          <a:xfrm>
            <a:off x="1" y="0"/>
            <a:ext cx="12192000" cy="6858000"/>
          </a:xfrm>
          <a:solidFill>
            <a:schemeClr val="bg1">
              <a:lumMod val="95000"/>
            </a:schemeClr>
          </a:solidFill>
        </p:spPr>
        <p:txBody>
          <a:bodyPr/>
          <a:lstStyle>
            <a:lvl1pPr algn="ctr">
              <a:defRPr sz="1200">
                <a:solidFill>
                  <a:schemeClr val="accent1"/>
                </a:solidFill>
              </a:defRPr>
            </a:lvl1pPr>
          </a:lstStyle>
          <a:p>
            <a:r>
              <a:rPr lang="en-US" noProof="0"/>
              <a:t>Click icon to add picture</a:t>
            </a:r>
          </a:p>
        </p:txBody>
      </p:sp>
      <p:sp>
        <p:nvSpPr>
          <p:cNvPr id="14" name="Text Placeholder 13">
            <a:extLst>
              <a:ext uri="{FF2B5EF4-FFF2-40B4-BE49-F238E27FC236}">
                <a16:creationId xmlns:a16="http://schemas.microsoft.com/office/drawing/2014/main" id="{E04CEFCE-0654-8AE5-4F57-143FFC917C3D}"/>
              </a:ext>
            </a:extLst>
          </p:cNvPr>
          <p:cNvSpPr>
            <a:spLocks noGrp="1"/>
          </p:cNvSpPr>
          <p:nvPr>
            <p:ph type="body" sz="quarter" idx="10" hasCustomPrompt="1"/>
          </p:nvPr>
        </p:nvSpPr>
        <p:spPr>
          <a:xfrm>
            <a:off x="493713" y="1663700"/>
            <a:ext cx="3414714" cy="4432299"/>
          </a:xfrm>
        </p:spPr>
        <p:txBody>
          <a:bodyPr>
            <a:noAutofit/>
          </a:bodyPr>
          <a:lstStyle>
            <a:lvl1pPr>
              <a:defRPr sz="1600"/>
            </a:lvl1pPr>
            <a:lvl2pPr>
              <a:defRPr sz="1200"/>
            </a:lvl2pPr>
            <a:lvl3pPr>
              <a:defRPr sz="1100"/>
            </a:lvl3pPr>
            <a:lvl4pPr>
              <a:defRPr sz="900"/>
            </a:lvl4pPr>
            <a:lvl5pPr>
              <a:defRPr sz="700"/>
            </a:lvl5pPr>
          </a:lstStyle>
          <a:p>
            <a:pPr lvl="0"/>
            <a:r>
              <a:rPr lang="en-US" noProof="0"/>
              <a:t>Click to type text. To activate sub-level formatting, place cursor at beginning of text/line and hit tab or shift tab.</a:t>
            </a:r>
          </a:p>
          <a:p>
            <a:pPr lvl="1"/>
            <a:r>
              <a:rPr lang="en-US" noProof="0"/>
              <a:t>Second level</a:t>
            </a:r>
          </a:p>
          <a:p>
            <a:pPr lvl="2"/>
            <a:r>
              <a:rPr lang="en-US" noProof="0"/>
              <a:t>Third level</a:t>
            </a:r>
          </a:p>
        </p:txBody>
      </p:sp>
      <p:sp>
        <p:nvSpPr>
          <p:cNvPr id="12" name="Title 11">
            <a:extLst>
              <a:ext uri="{FF2B5EF4-FFF2-40B4-BE49-F238E27FC236}">
                <a16:creationId xmlns:a16="http://schemas.microsoft.com/office/drawing/2014/main" id="{D7A0FA4F-B47B-6E07-E93A-0586AF126298}"/>
              </a:ext>
            </a:extLst>
          </p:cNvPr>
          <p:cNvSpPr>
            <a:spLocks noGrp="1"/>
          </p:cNvSpPr>
          <p:nvPr>
            <p:ph type="title"/>
          </p:nvPr>
        </p:nvSpPr>
        <p:spPr>
          <a:xfrm>
            <a:off x="493714" y="368302"/>
            <a:ext cx="3409950" cy="393700"/>
          </a:xfrm>
        </p:spPr>
        <p:txBody>
          <a:bodyPr vert="horz"/>
          <a:lstStyle/>
          <a:p>
            <a:r>
              <a:rPr lang="en-US" noProof="0"/>
              <a:t>Click to edit Master title style</a:t>
            </a:r>
          </a:p>
        </p:txBody>
      </p:sp>
      <p:sp>
        <p:nvSpPr>
          <p:cNvPr id="6" name="Text Placeholder 9">
            <a:extLst>
              <a:ext uri="{FF2B5EF4-FFF2-40B4-BE49-F238E27FC236}">
                <a16:creationId xmlns:a16="http://schemas.microsoft.com/office/drawing/2014/main" id="{DC338793-F568-8BEE-7887-D09E5B28114B}"/>
              </a:ext>
            </a:extLst>
          </p:cNvPr>
          <p:cNvSpPr>
            <a:spLocks noGrp="1"/>
          </p:cNvSpPr>
          <p:nvPr>
            <p:ph type="body" sz="quarter" idx="17" hasCustomPrompt="1"/>
          </p:nvPr>
        </p:nvSpPr>
        <p:spPr>
          <a:xfrm>
            <a:off x="493714" y="850557"/>
            <a:ext cx="3409950" cy="293129"/>
          </a:xfrm>
        </p:spPr>
        <p:txBody>
          <a:bodyPr/>
          <a:lstStyle>
            <a:lvl1pPr>
              <a:defRPr sz="1400">
                <a:solidFill>
                  <a:srgbClr val="666662"/>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153059189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ext, 1 image">
    <p:bg>
      <p:bgRef idx="1001">
        <a:schemeClr val="bg1"/>
      </p:bgRef>
    </p:bg>
    <p:spTree>
      <p:nvGrpSpPr>
        <p:cNvPr id="1" name=""/>
        <p:cNvGrpSpPr/>
        <p:nvPr/>
      </p:nvGrpSpPr>
      <p:grpSpPr>
        <a:xfrm>
          <a:off x="0" y="0"/>
          <a:ext cx="0" cy="0"/>
          <a:chOff x="0" y="0"/>
          <a:chExt cx="0" cy="0"/>
        </a:xfrm>
      </p:grpSpPr>
      <p:graphicFrame>
        <p:nvGraphicFramePr>
          <p:cNvPr id="16" name="think-cell data - do not delete">
            <a:extLst>
              <a:ext uri="{FF2B5EF4-FFF2-40B4-BE49-F238E27FC236}">
                <a16:creationId xmlns:a16="http://schemas.microsoft.com/office/drawing/2014/main" id="{A4C65FB1-1482-E39F-1B1C-8D610467542C}"/>
              </a:ext>
            </a:extLst>
          </p:cNvPr>
          <p:cNvGraphicFramePr>
            <a:graphicFrameLocks noChangeAspect="1"/>
          </p:cNvGraphicFramePr>
          <p:nvPr>
            <p:custDataLst>
              <p:tags r:id="rId1"/>
            </p:custDataLst>
            <p:extLst>
              <p:ext uri="{D42A27DB-BD31-4B8C-83A1-F6EECF244321}">
                <p14:modId xmlns:p14="http://schemas.microsoft.com/office/powerpoint/2010/main" val="241037466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a:extLst>
                          <a:ext uri="{FF2B5EF4-FFF2-40B4-BE49-F238E27FC236}">
                            <a16:creationId xmlns:a16="http://schemas.microsoft.com/office/drawing/2014/main" id="{A4C65FB1-1482-E39F-1B1C-8D610467542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186CCF34-F434-26E5-C47F-5DA8C821229B}"/>
              </a:ext>
            </a:extLst>
          </p:cNvPr>
          <p:cNvSpPr>
            <a:spLocks noGrp="1"/>
          </p:cNvSpPr>
          <p:nvPr>
            <p:ph type="pic" sz="quarter" idx="12"/>
          </p:nvPr>
        </p:nvSpPr>
        <p:spPr>
          <a:xfrm>
            <a:off x="5261656" y="1663699"/>
            <a:ext cx="6923086" cy="2471943"/>
          </a:xfrm>
          <a:solidFill>
            <a:schemeClr val="bg1">
              <a:lumMod val="95000"/>
            </a:schemeClr>
          </a:solidFill>
        </p:spPr>
        <p:txBody>
          <a:bodyPr/>
          <a:lstStyle>
            <a:lvl1pPr>
              <a:defRPr sz="1200">
                <a:solidFill>
                  <a:schemeClr val="accent1"/>
                </a:solidFill>
              </a:defRPr>
            </a:lvl1pPr>
          </a:lstStyle>
          <a:p>
            <a:r>
              <a:rPr lang="en-US" noProof="0"/>
              <a:t>Click icon to add picture</a:t>
            </a:r>
          </a:p>
        </p:txBody>
      </p:sp>
      <p:sp>
        <p:nvSpPr>
          <p:cNvPr id="11" name="Title 10">
            <a:extLst>
              <a:ext uri="{FF2B5EF4-FFF2-40B4-BE49-F238E27FC236}">
                <a16:creationId xmlns:a16="http://schemas.microsoft.com/office/drawing/2014/main" id="{DD3569F6-772D-9153-5F43-41AAA00C3A28}"/>
              </a:ext>
            </a:extLst>
          </p:cNvPr>
          <p:cNvSpPr>
            <a:spLocks noGrp="1"/>
          </p:cNvSpPr>
          <p:nvPr>
            <p:ph type="title"/>
          </p:nvPr>
        </p:nvSpPr>
        <p:spPr/>
        <p:txBody>
          <a:bodyPr vert="horz"/>
          <a:lstStyle/>
          <a:p>
            <a:r>
              <a:rPr lang="en-US" noProof="0"/>
              <a:t>Click to edit Master title style</a:t>
            </a:r>
          </a:p>
        </p:txBody>
      </p:sp>
      <p:sp>
        <p:nvSpPr>
          <p:cNvPr id="2" name="Content Placeholder 2">
            <a:extLst>
              <a:ext uri="{FF2B5EF4-FFF2-40B4-BE49-F238E27FC236}">
                <a16:creationId xmlns:a16="http://schemas.microsoft.com/office/drawing/2014/main" id="{EA5AEE3A-121A-3ABF-4F82-C78AB71C8013}"/>
              </a:ext>
            </a:extLst>
          </p:cNvPr>
          <p:cNvSpPr>
            <a:spLocks noGrp="1"/>
          </p:cNvSpPr>
          <p:nvPr>
            <p:ph sz="quarter" idx="13" hasCustomPrompt="1"/>
          </p:nvPr>
        </p:nvSpPr>
        <p:spPr>
          <a:xfrm>
            <a:off x="493712" y="1663700"/>
            <a:ext cx="3819526"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4C8AA99B-F01F-C238-51F5-73909CC17319}"/>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6" name="Text Placeholder 9">
            <a:extLst>
              <a:ext uri="{FF2B5EF4-FFF2-40B4-BE49-F238E27FC236}">
                <a16:creationId xmlns:a16="http://schemas.microsoft.com/office/drawing/2014/main" id="{E8EC2130-FB6B-AB84-BC32-B784AC722BBA}"/>
              </a:ext>
            </a:extLst>
          </p:cNvPr>
          <p:cNvSpPr>
            <a:spLocks noGrp="1"/>
          </p:cNvSpPr>
          <p:nvPr>
            <p:ph type="body" sz="quarter" idx="14" hasCustomPrompt="1"/>
          </p:nvPr>
        </p:nvSpPr>
        <p:spPr>
          <a:xfrm>
            <a:off x="493713" y="850557"/>
            <a:ext cx="11222037" cy="293129"/>
          </a:xfrm>
        </p:spPr>
        <p:txBody>
          <a:bodyPr/>
          <a:lstStyle>
            <a:lvl1pPr>
              <a:defRPr sz="1400">
                <a:solidFill>
                  <a:srgbClr val="666662"/>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2094016860"/>
      </p:ext>
    </p:extLst>
  </p:cSld>
  <p:clrMapOvr>
    <a:overrideClrMapping bg1="lt1" tx1="dk1" bg2="lt2" tx2="dk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ext, 2 images">
    <p:bg>
      <p:bgRef idx="1001">
        <a:schemeClr val="bg1"/>
      </p:bgRef>
    </p:bg>
    <p:spTree>
      <p:nvGrpSpPr>
        <p:cNvPr id="1" name=""/>
        <p:cNvGrpSpPr/>
        <p:nvPr/>
      </p:nvGrpSpPr>
      <p:grpSpPr>
        <a:xfrm>
          <a:off x="0" y="0"/>
          <a:ext cx="0" cy="0"/>
          <a:chOff x="0" y="0"/>
          <a:chExt cx="0" cy="0"/>
        </a:xfrm>
      </p:grpSpPr>
      <p:graphicFrame>
        <p:nvGraphicFramePr>
          <p:cNvPr id="16" name="think-cell data - do not delete">
            <a:extLst>
              <a:ext uri="{FF2B5EF4-FFF2-40B4-BE49-F238E27FC236}">
                <a16:creationId xmlns:a16="http://schemas.microsoft.com/office/drawing/2014/main" id="{A4C65FB1-1482-E39F-1B1C-8D610467542C}"/>
              </a:ext>
            </a:extLst>
          </p:cNvPr>
          <p:cNvGraphicFramePr>
            <a:graphicFrameLocks noChangeAspect="1"/>
          </p:cNvGraphicFramePr>
          <p:nvPr>
            <p:custDataLst>
              <p:tags r:id="rId1"/>
            </p:custDataLst>
            <p:extLst>
              <p:ext uri="{D42A27DB-BD31-4B8C-83A1-F6EECF244321}">
                <p14:modId xmlns:p14="http://schemas.microsoft.com/office/powerpoint/2010/main" val="9067128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a:extLst>
                          <a:ext uri="{FF2B5EF4-FFF2-40B4-BE49-F238E27FC236}">
                            <a16:creationId xmlns:a16="http://schemas.microsoft.com/office/drawing/2014/main" id="{A4C65FB1-1482-E39F-1B1C-8D610467542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6" name="Picture Placeholder 4">
            <a:extLst>
              <a:ext uri="{FF2B5EF4-FFF2-40B4-BE49-F238E27FC236}">
                <a16:creationId xmlns:a16="http://schemas.microsoft.com/office/drawing/2014/main" id="{4C020E50-4388-F042-360A-DB28D2B1A35E}"/>
              </a:ext>
            </a:extLst>
          </p:cNvPr>
          <p:cNvSpPr>
            <a:spLocks noGrp="1"/>
          </p:cNvSpPr>
          <p:nvPr>
            <p:ph type="pic" sz="quarter" idx="13"/>
          </p:nvPr>
        </p:nvSpPr>
        <p:spPr>
          <a:xfrm>
            <a:off x="6940551" y="2925923"/>
            <a:ext cx="5251449" cy="3932078"/>
          </a:xfrm>
          <a:solidFill>
            <a:schemeClr val="bg1">
              <a:lumMod val="95000"/>
            </a:schemeClr>
          </a:solidFill>
        </p:spPr>
        <p:txBody>
          <a:bodyPr/>
          <a:lstStyle>
            <a:lvl1pPr>
              <a:defRPr sz="1200">
                <a:solidFill>
                  <a:schemeClr val="accent1"/>
                </a:solidFill>
              </a:defRPr>
            </a:lvl1pPr>
          </a:lstStyle>
          <a:p>
            <a:r>
              <a:rPr lang="en-US" noProof="0"/>
              <a:t>Click icon to add picture</a:t>
            </a:r>
          </a:p>
        </p:txBody>
      </p:sp>
      <p:sp>
        <p:nvSpPr>
          <p:cNvPr id="5" name="Picture Placeholder 4">
            <a:extLst>
              <a:ext uri="{FF2B5EF4-FFF2-40B4-BE49-F238E27FC236}">
                <a16:creationId xmlns:a16="http://schemas.microsoft.com/office/drawing/2014/main" id="{186CCF34-F434-26E5-C47F-5DA8C821229B}"/>
              </a:ext>
            </a:extLst>
          </p:cNvPr>
          <p:cNvSpPr>
            <a:spLocks noGrp="1"/>
          </p:cNvSpPr>
          <p:nvPr>
            <p:ph type="pic" sz="quarter" idx="12"/>
          </p:nvPr>
        </p:nvSpPr>
        <p:spPr>
          <a:xfrm>
            <a:off x="5261656" y="0"/>
            <a:ext cx="4544332" cy="2559957"/>
          </a:xfrm>
          <a:solidFill>
            <a:schemeClr val="bg1">
              <a:lumMod val="95000"/>
            </a:schemeClr>
          </a:solidFill>
        </p:spPr>
        <p:txBody>
          <a:bodyPr/>
          <a:lstStyle>
            <a:lvl1pPr>
              <a:defRPr sz="1200">
                <a:solidFill>
                  <a:schemeClr val="accent1"/>
                </a:solidFill>
              </a:defRPr>
            </a:lvl1pPr>
          </a:lstStyle>
          <a:p>
            <a:r>
              <a:rPr lang="en-US" noProof="0"/>
              <a:t>Click icon to add picture</a:t>
            </a:r>
          </a:p>
        </p:txBody>
      </p:sp>
      <p:sp>
        <p:nvSpPr>
          <p:cNvPr id="11" name="Title 10">
            <a:extLst>
              <a:ext uri="{FF2B5EF4-FFF2-40B4-BE49-F238E27FC236}">
                <a16:creationId xmlns:a16="http://schemas.microsoft.com/office/drawing/2014/main" id="{DD3569F6-772D-9153-5F43-41AAA00C3A28}"/>
              </a:ext>
            </a:extLst>
          </p:cNvPr>
          <p:cNvSpPr>
            <a:spLocks noGrp="1"/>
          </p:cNvSpPr>
          <p:nvPr>
            <p:ph type="title"/>
          </p:nvPr>
        </p:nvSpPr>
        <p:spPr>
          <a:xfrm>
            <a:off x="493713" y="368301"/>
            <a:ext cx="3819525" cy="393699"/>
          </a:xfrm>
        </p:spPr>
        <p:txBody>
          <a:bodyPr vert="horz"/>
          <a:lstStyle/>
          <a:p>
            <a:r>
              <a:rPr lang="en-US" noProof="0"/>
              <a:t>Click to edit Master title style</a:t>
            </a:r>
          </a:p>
        </p:txBody>
      </p:sp>
      <p:sp>
        <p:nvSpPr>
          <p:cNvPr id="2" name="Content Placeholder 2">
            <a:extLst>
              <a:ext uri="{FF2B5EF4-FFF2-40B4-BE49-F238E27FC236}">
                <a16:creationId xmlns:a16="http://schemas.microsoft.com/office/drawing/2014/main" id="{A0B3F911-07D5-0EDC-7983-8B38F24B7253}"/>
              </a:ext>
            </a:extLst>
          </p:cNvPr>
          <p:cNvSpPr>
            <a:spLocks noGrp="1"/>
          </p:cNvSpPr>
          <p:nvPr>
            <p:ph sz="quarter" idx="14" hasCustomPrompt="1"/>
          </p:nvPr>
        </p:nvSpPr>
        <p:spPr>
          <a:xfrm>
            <a:off x="493711" y="1663700"/>
            <a:ext cx="3819525"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FD213764-CB1B-09B4-CFAB-DD08B91C1F34}"/>
              </a:ext>
            </a:extLst>
          </p:cNvPr>
          <p:cNvSpPr>
            <a:spLocks noGrp="1"/>
          </p:cNvSpPr>
          <p:nvPr>
            <p:ph type="body" sz="half" idx="2" hasCustomPrompt="1"/>
          </p:nvPr>
        </p:nvSpPr>
        <p:spPr>
          <a:xfrm>
            <a:off x="2165350" y="6337300"/>
            <a:ext cx="2147887"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8" name="Text Placeholder 9">
            <a:extLst>
              <a:ext uri="{FF2B5EF4-FFF2-40B4-BE49-F238E27FC236}">
                <a16:creationId xmlns:a16="http://schemas.microsoft.com/office/drawing/2014/main" id="{581A0F04-CC44-CC13-5FCE-8FD2DB6357F8}"/>
              </a:ext>
            </a:extLst>
          </p:cNvPr>
          <p:cNvSpPr>
            <a:spLocks noGrp="1"/>
          </p:cNvSpPr>
          <p:nvPr>
            <p:ph type="body" sz="quarter" idx="17" hasCustomPrompt="1"/>
          </p:nvPr>
        </p:nvSpPr>
        <p:spPr>
          <a:xfrm>
            <a:off x="493714" y="850557"/>
            <a:ext cx="3819522" cy="293129"/>
          </a:xfrm>
        </p:spPr>
        <p:txBody>
          <a:bodyPr/>
          <a:lstStyle>
            <a:lvl1pPr>
              <a:defRPr sz="1400">
                <a:solidFill>
                  <a:srgbClr val="666662"/>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143974747"/>
      </p:ext>
    </p:extLst>
  </p:cSld>
  <p:clrMapOvr>
    <a:overrideClrMapping bg1="lt1" tx1="dk1" bg2="lt2" tx2="dk2" accent1="accent1" accent2="accent2" accent3="accent3" accent4="accent4" accent5="accent5" accent6="accent6" hlink="hlink" folHlink="folHlink"/>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ext, 3 images">
    <p:bg>
      <p:bgRef idx="1001">
        <a:schemeClr val="bg1"/>
      </p:bgRef>
    </p:bg>
    <p:spTree>
      <p:nvGrpSpPr>
        <p:cNvPr id="1" name=""/>
        <p:cNvGrpSpPr/>
        <p:nvPr/>
      </p:nvGrpSpPr>
      <p:grpSpPr>
        <a:xfrm>
          <a:off x="0" y="0"/>
          <a:ext cx="0" cy="0"/>
          <a:chOff x="0" y="0"/>
          <a:chExt cx="0" cy="0"/>
        </a:xfrm>
      </p:grpSpPr>
      <p:graphicFrame>
        <p:nvGraphicFramePr>
          <p:cNvPr id="16" name="think-cell data - do not delete">
            <a:extLst>
              <a:ext uri="{FF2B5EF4-FFF2-40B4-BE49-F238E27FC236}">
                <a16:creationId xmlns:a16="http://schemas.microsoft.com/office/drawing/2014/main" id="{A4C65FB1-1482-E39F-1B1C-8D610467542C}"/>
              </a:ext>
            </a:extLst>
          </p:cNvPr>
          <p:cNvGraphicFramePr>
            <a:graphicFrameLocks noChangeAspect="1"/>
          </p:cNvGraphicFramePr>
          <p:nvPr>
            <p:custDataLst>
              <p:tags r:id="rId1"/>
            </p:custDataLst>
            <p:extLst>
              <p:ext uri="{D42A27DB-BD31-4B8C-83A1-F6EECF244321}">
                <p14:modId xmlns:p14="http://schemas.microsoft.com/office/powerpoint/2010/main" val="365058545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a:extLst>
                          <a:ext uri="{FF2B5EF4-FFF2-40B4-BE49-F238E27FC236}">
                            <a16:creationId xmlns:a16="http://schemas.microsoft.com/office/drawing/2014/main" id="{A4C65FB1-1482-E39F-1B1C-8D610467542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6" name="Picture Placeholder 4">
            <a:extLst>
              <a:ext uri="{FF2B5EF4-FFF2-40B4-BE49-F238E27FC236}">
                <a16:creationId xmlns:a16="http://schemas.microsoft.com/office/drawing/2014/main" id="{4C020E50-4388-F042-360A-DB28D2B1A35E}"/>
              </a:ext>
            </a:extLst>
          </p:cNvPr>
          <p:cNvSpPr>
            <a:spLocks noGrp="1"/>
          </p:cNvSpPr>
          <p:nvPr>
            <p:ph type="pic" sz="quarter" idx="13"/>
          </p:nvPr>
        </p:nvSpPr>
        <p:spPr>
          <a:xfrm>
            <a:off x="9586101" y="2919409"/>
            <a:ext cx="2605899" cy="2613634"/>
          </a:xfrm>
          <a:solidFill>
            <a:schemeClr val="bg1">
              <a:lumMod val="95000"/>
            </a:schemeClr>
          </a:solidFill>
        </p:spPr>
        <p:txBody>
          <a:bodyPr/>
          <a:lstStyle>
            <a:lvl1pPr>
              <a:defRPr sz="1200">
                <a:solidFill>
                  <a:schemeClr val="accent1"/>
                </a:solidFill>
              </a:defRPr>
            </a:lvl1pPr>
          </a:lstStyle>
          <a:p>
            <a:r>
              <a:rPr lang="en-US" noProof="0"/>
              <a:t>Click icon to add picture</a:t>
            </a:r>
          </a:p>
        </p:txBody>
      </p:sp>
      <p:sp>
        <p:nvSpPr>
          <p:cNvPr id="8" name="Picture Placeholder 4">
            <a:extLst>
              <a:ext uri="{FF2B5EF4-FFF2-40B4-BE49-F238E27FC236}">
                <a16:creationId xmlns:a16="http://schemas.microsoft.com/office/drawing/2014/main" id="{98598FCE-A7DF-75AE-AA94-9E76EBAE29AA}"/>
              </a:ext>
            </a:extLst>
          </p:cNvPr>
          <p:cNvSpPr>
            <a:spLocks noGrp="1"/>
          </p:cNvSpPr>
          <p:nvPr>
            <p:ph type="pic" sz="quarter" idx="14"/>
          </p:nvPr>
        </p:nvSpPr>
        <p:spPr>
          <a:xfrm>
            <a:off x="5268913" y="2919408"/>
            <a:ext cx="3937251" cy="3938591"/>
          </a:xfrm>
          <a:solidFill>
            <a:schemeClr val="bg1">
              <a:lumMod val="95000"/>
            </a:schemeClr>
          </a:solidFill>
        </p:spPr>
        <p:txBody>
          <a:bodyPr/>
          <a:lstStyle>
            <a:lvl1pPr>
              <a:defRPr sz="1200">
                <a:solidFill>
                  <a:schemeClr val="accent1"/>
                </a:solidFill>
              </a:defRPr>
            </a:lvl1pPr>
          </a:lstStyle>
          <a:p>
            <a:r>
              <a:rPr lang="en-US" noProof="0"/>
              <a:t>Click icon to add picture</a:t>
            </a:r>
          </a:p>
        </p:txBody>
      </p:sp>
      <p:sp>
        <p:nvSpPr>
          <p:cNvPr id="5" name="Picture Placeholder 4">
            <a:extLst>
              <a:ext uri="{FF2B5EF4-FFF2-40B4-BE49-F238E27FC236}">
                <a16:creationId xmlns:a16="http://schemas.microsoft.com/office/drawing/2014/main" id="{186CCF34-F434-26E5-C47F-5DA8C821229B}"/>
              </a:ext>
            </a:extLst>
          </p:cNvPr>
          <p:cNvSpPr>
            <a:spLocks noGrp="1"/>
          </p:cNvSpPr>
          <p:nvPr>
            <p:ph type="pic" sz="quarter" idx="12"/>
          </p:nvPr>
        </p:nvSpPr>
        <p:spPr>
          <a:xfrm>
            <a:off x="7188900" y="0"/>
            <a:ext cx="5003100" cy="2559957"/>
          </a:xfrm>
          <a:solidFill>
            <a:schemeClr val="bg1">
              <a:lumMod val="95000"/>
            </a:schemeClr>
          </a:solidFill>
        </p:spPr>
        <p:txBody>
          <a:bodyPr/>
          <a:lstStyle>
            <a:lvl1pPr>
              <a:defRPr sz="1200">
                <a:solidFill>
                  <a:schemeClr val="accent1"/>
                </a:solidFill>
              </a:defRPr>
            </a:lvl1pPr>
          </a:lstStyle>
          <a:p>
            <a:r>
              <a:rPr lang="en-US" noProof="0"/>
              <a:t>Click icon to add picture</a:t>
            </a:r>
          </a:p>
        </p:txBody>
      </p:sp>
      <p:sp>
        <p:nvSpPr>
          <p:cNvPr id="11" name="Title 10">
            <a:extLst>
              <a:ext uri="{FF2B5EF4-FFF2-40B4-BE49-F238E27FC236}">
                <a16:creationId xmlns:a16="http://schemas.microsoft.com/office/drawing/2014/main" id="{DD3569F6-772D-9153-5F43-41AAA00C3A28}"/>
              </a:ext>
            </a:extLst>
          </p:cNvPr>
          <p:cNvSpPr>
            <a:spLocks noGrp="1"/>
          </p:cNvSpPr>
          <p:nvPr>
            <p:ph type="title"/>
          </p:nvPr>
        </p:nvSpPr>
        <p:spPr>
          <a:xfrm>
            <a:off x="493713" y="368301"/>
            <a:ext cx="3819525" cy="393699"/>
          </a:xfrm>
        </p:spPr>
        <p:txBody>
          <a:bodyPr vert="horz"/>
          <a:lstStyle/>
          <a:p>
            <a:r>
              <a:rPr lang="en-US" noProof="0"/>
              <a:t>Click to edit Master title style</a:t>
            </a:r>
          </a:p>
        </p:txBody>
      </p:sp>
      <p:sp>
        <p:nvSpPr>
          <p:cNvPr id="2" name="Content Placeholder 2">
            <a:extLst>
              <a:ext uri="{FF2B5EF4-FFF2-40B4-BE49-F238E27FC236}">
                <a16:creationId xmlns:a16="http://schemas.microsoft.com/office/drawing/2014/main" id="{3E9F9EF6-03FF-448E-1417-A9377DCE603B}"/>
              </a:ext>
            </a:extLst>
          </p:cNvPr>
          <p:cNvSpPr>
            <a:spLocks noGrp="1"/>
          </p:cNvSpPr>
          <p:nvPr>
            <p:ph sz="quarter" idx="15" hasCustomPrompt="1"/>
          </p:nvPr>
        </p:nvSpPr>
        <p:spPr>
          <a:xfrm>
            <a:off x="493711" y="1663700"/>
            <a:ext cx="3819525"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B9E02680-0765-22AE-594F-F84C0302A882}"/>
              </a:ext>
            </a:extLst>
          </p:cNvPr>
          <p:cNvSpPr>
            <a:spLocks noGrp="1"/>
          </p:cNvSpPr>
          <p:nvPr>
            <p:ph type="body" sz="half" idx="2" hasCustomPrompt="1"/>
          </p:nvPr>
        </p:nvSpPr>
        <p:spPr>
          <a:xfrm>
            <a:off x="2165351" y="6337300"/>
            <a:ext cx="2147888"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10" name="Text Placeholder 9">
            <a:extLst>
              <a:ext uri="{FF2B5EF4-FFF2-40B4-BE49-F238E27FC236}">
                <a16:creationId xmlns:a16="http://schemas.microsoft.com/office/drawing/2014/main" id="{14D01996-55DE-9EDB-F233-F0A66CC6E153}"/>
              </a:ext>
            </a:extLst>
          </p:cNvPr>
          <p:cNvSpPr>
            <a:spLocks noGrp="1"/>
          </p:cNvSpPr>
          <p:nvPr>
            <p:ph type="body" sz="quarter" idx="17" hasCustomPrompt="1"/>
          </p:nvPr>
        </p:nvSpPr>
        <p:spPr>
          <a:xfrm>
            <a:off x="493714" y="850557"/>
            <a:ext cx="3819522" cy="293129"/>
          </a:xfrm>
        </p:spPr>
        <p:txBody>
          <a:bodyPr/>
          <a:lstStyle>
            <a:lvl1pPr>
              <a:defRPr sz="1400">
                <a:solidFill>
                  <a:srgbClr val="666662"/>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2965671479"/>
      </p:ext>
    </p:extLst>
  </p:cSld>
  <p:clrMapOvr>
    <a:overrideClrMapping bg1="lt1" tx1="dk1" bg2="lt2" tx2="dk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plit, half image dark">
    <p:bg>
      <p:bgRef idx="1001">
        <a:schemeClr val="bg2"/>
      </p:bgRef>
    </p:bg>
    <p:spTree>
      <p:nvGrpSpPr>
        <p:cNvPr id="1" name=""/>
        <p:cNvGrpSpPr/>
        <p:nvPr/>
      </p:nvGrpSpPr>
      <p:grpSpPr>
        <a:xfrm>
          <a:off x="0" y="0"/>
          <a:ext cx="0" cy="0"/>
          <a:chOff x="0" y="0"/>
          <a:chExt cx="0" cy="0"/>
        </a:xfrm>
      </p:grpSpPr>
      <p:graphicFrame>
        <p:nvGraphicFramePr>
          <p:cNvPr id="16" name="think-cell data - do not delete">
            <a:extLst>
              <a:ext uri="{FF2B5EF4-FFF2-40B4-BE49-F238E27FC236}">
                <a16:creationId xmlns:a16="http://schemas.microsoft.com/office/drawing/2014/main" id="{95325E6D-E395-BC72-A0AA-2CA2BFF0AC67}"/>
              </a:ext>
            </a:extLst>
          </p:cNvPr>
          <p:cNvGraphicFramePr>
            <a:graphicFrameLocks noChangeAspect="1"/>
          </p:cNvGraphicFramePr>
          <p:nvPr>
            <p:custDataLst>
              <p:tags r:id="rId1"/>
            </p:custDataLst>
            <p:extLst>
              <p:ext uri="{D42A27DB-BD31-4B8C-83A1-F6EECF244321}">
                <p14:modId xmlns:p14="http://schemas.microsoft.com/office/powerpoint/2010/main" val="150696675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a:extLst>
                          <a:ext uri="{FF2B5EF4-FFF2-40B4-BE49-F238E27FC236}">
                            <a16:creationId xmlns:a16="http://schemas.microsoft.com/office/drawing/2014/main" id="{95325E6D-E395-BC72-A0AA-2CA2BFF0AC6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Picture Placeholder 2">
            <a:extLst>
              <a:ext uri="{FF2B5EF4-FFF2-40B4-BE49-F238E27FC236}">
                <a16:creationId xmlns:a16="http://schemas.microsoft.com/office/drawing/2014/main" id="{473676A7-3BD0-82FB-A2E7-53A96C07D8AD}"/>
              </a:ext>
            </a:extLst>
          </p:cNvPr>
          <p:cNvSpPr>
            <a:spLocks noGrp="1"/>
          </p:cNvSpPr>
          <p:nvPr>
            <p:ph type="pic" sz="quarter" idx="11"/>
          </p:nvPr>
        </p:nvSpPr>
        <p:spPr>
          <a:xfrm>
            <a:off x="6096000" y="0"/>
            <a:ext cx="6096000" cy="6858000"/>
          </a:xfrm>
          <a:solidFill>
            <a:schemeClr val="bg1"/>
          </a:solidFill>
        </p:spPr>
        <p:txBody>
          <a:bodyPr/>
          <a:lstStyle>
            <a:lvl1pPr algn="ctr">
              <a:defRPr sz="1200">
                <a:solidFill>
                  <a:schemeClr val="accent3"/>
                </a:solidFill>
              </a:defRPr>
            </a:lvl1pPr>
          </a:lstStyle>
          <a:p>
            <a:r>
              <a:rPr lang="en-US" noProof="0"/>
              <a:t>Click icon to add picture</a:t>
            </a:r>
          </a:p>
        </p:txBody>
      </p:sp>
      <p:sp>
        <p:nvSpPr>
          <p:cNvPr id="13" name="Title 12">
            <a:extLst>
              <a:ext uri="{FF2B5EF4-FFF2-40B4-BE49-F238E27FC236}">
                <a16:creationId xmlns:a16="http://schemas.microsoft.com/office/drawing/2014/main" id="{16293CAB-B7B4-B944-3CD2-4B5BB569DE8D}"/>
              </a:ext>
            </a:extLst>
          </p:cNvPr>
          <p:cNvSpPr>
            <a:spLocks noGrp="1"/>
          </p:cNvSpPr>
          <p:nvPr>
            <p:ph type="title"/>
          </p:nvPr>
        </p:nvSpPr>
        <p:spPr>
          <a:xfrm>
            <a:off x="493713" y="368301"/>
            <a:ext cx="5192709" cy="393699"/>
          </a:xfrm>
        </p:spPr>
        <p:txBody>
          <a:bodyPr vert="horz"/>
          <a:lstStyle/>
          <a:p>
            <a:r>
              <a:rPr lang="en-US" noProof="0"/>
              <a:t>Click to edit Master title style</a:t>
            </a:r>
          </a:p>
        </p:txBody>
      </p:sp>
      <p:sp>
        <p:nvSpPr>
          <p:cNvPr id="2" name="Content Placeholder 2">
            <a:extLst>
              <a:ext uri="{FF2B5EF4-FFF2-40B4-BE49-F238E27FC236}">
                <a16:creationId xmlns:a16="http://schemas.microsoft.com/office/drawing/2014/main" id="{3719D33B-C3A3-9901-FA30-38F099F5356C}"/>
              </a:ext>
            </a:extLst>
          </p:cNvPr>
          <p:cNvSpPr>
            <a:spLocks noGrp="1"/>
          </p:cNvSpPr>
          <p:nvPr>
            <p:ph sz="quarter" idx="12" hasCustomPrompt="1"/>
          </p:nvPr>
        </p:nvSpPr>
        <p:spPr>
          <a:xfrm>
            <a:off x="493712" y="1663700"/>
            <a:ext cx="5192708"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a:extLst>
              <a:ext uri="{FF2B5EF4-FFF2-40B4-BE49-F238E27FC236}">
                <a16:creationId xmlns:a16="http://schemas.microsoft.com/office/drawing/2014/main" id="{11345860-1D5D-6F0B-ADEE-87994475C3DE}"/>
              </a:ext>
            </a:extLst>
          </p:cNvPr>
          <p:cNvSpPr>
            <a:spLocks noGrp="1"/>
          </p:cNvSpPr>
          <p:nvPr>
            <p:ph type="body" sz="half" idx="2" hasCustomPrompt="1"/>
          </p:nvPr>
        </p:nvSpPr>
        <p:spPr>
          <a:xfrm>
            <a:off x="2165350" y="6337300"/>
            <a:ext cx="352107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5" name="Text Placeholder 9">
            <a:extLst>
              <a:ext uri="{FF2B5EF4-FFF2-40B4-BE49-F238E27FC236}">
                <a16:creationId xmlns:a16="http://schemas.microsoft.com/office/drawing/2014/main" id="{28C812A5-5CE7-CDB2-EC99-B5E05DAC87A7}"/>
              </a:ext>
            </a:extLst>
          </p:cNvPr>
          <p:cNvSpPr>
            <a:spLocks noGrp="1"/>
          </p:cNvSpPr>
          <p:nvPr>
            <p:ph type="body" sz="quarter" idx="13" hasCustomPrompt="1"/>
          </p:nvPr>
        </p:nvSpPr>
        <p:spPr>
          <a:xfrm>
            <a:off x="493714" y="850557"/>
            <a:ext cx="5192708" cy="293129"/>
          </a:xfrm>
        </p:spPr>
        <p:txBody>
          <a:bodyPr/>
          <a:lstStyle>
            <a:lvl1pPr>
              <a:defRPr sz="1400">
                <a:solidFill>
                  <a:schemeClr val="tx1"/>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1796220677"/>
      </p:ext>
    </p:extLst>
  </p:cSld>
  <p:clrMapOvr>
    <a:overrideClrMapping bg1="dk1" tx1="lt1" bg2="dk2" tx2="lt2" accent1="accent1" accent2="accent2" accent3="accent3" accent4="accent4" accent5="accent5" accent6="accent6" hlink="hlink" folHlink="folHlink"/>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plit, half image left dark">
    <p:bg>
      <p:bgRef idx="1001">
        <a:schemeClr val="bg2"/>
      </p:bgRef>
    </p:bg>
    <p:spTree>
      <p:nvGrpSpPr>
        <p:cNvPr id="1" name=""/>
        <p:cNvGrpSpPr/>
        <p:nvPr/>
      </p:nvGrpSpPr>
      <p:grpSpPr>
        <a:xfrm>
          <a:off x="0" y="0"/>
          <a:ext cx="0" cy="0"/>
          <a:chOff x="0" y="0"/>
          <a:chExt cx="0" cy="0"/>
        </a:xfrm>
      </p:grpSpPr>
      <p:graphicFrame>
        <p:nvGraphicFramePr>
          <p:cNvPr id="16" name="think-cell data - do not delete">
            <a:extLst>
              <a:ext uri="{FF2B5EF4-FFF2-40B4-BE49-F238E27FC236}">
                <a16:creationId xmlns:a16="http://schemas.microsoft.com/office/drawing/2014/main" id="{95325E6D-E395-BC72-A0AA-2CA2BFF0AC67}"/>
              </a:ext>
            </a:extLst>
          </p:cNvPr>
          <p:cNvGraphicFramePr>
            <a:graphicFrameLocks noChangeAspect="1"/>
          </p:cNvGraphicFramePr>
          <p:nvPr>
            <p:custDataLst>
              <p:tags r:id="rId1"/>
            </p:custDataLst>
            <p:extLst>
              <p:ext uri="{D42A27DB-BD31-4B8C-83A1-F6EECF244321}">
                <p14:modId xmlns:p14="http://schemas.microsoft.com/office/powerpoint/2010/main" val="3366725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a:extLst>
                          <a:ext uri="{FF2B5EF4-FFF2-40B4-BE49-F238E27FC236}">
                            <a16:creationId xmlns:a16="http://schemas.microsoft.com/office/drawing/2014/main" id="{95325E6D-E395-BC72-A0AA-2CA2BFF0AC67}"/>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Picture Placeholder 2">
            <a:extLst>
              <a:ext uri="{FF2B5EF4-FFF2-40B4-BE49-F238E27FC236}">
                <a16:creationId xmlns:a16="http://schemas.microsoft.com/office/drawing/2014/main" id="{473676A7-3BD0-82FB-A2E7-53A96C07D8AD}"/>
              </a:ext>
            </a:extLst>
          </p:cNvPr>
          <p:cNvSpPr>
            <a:spLocks noGrp="1"/>
          </p:cNvSpPr>
          <p:nvPr>
            <p:ph type="pic" sz="quarter" idx="11"/>
          </p:nvPr>
        </p:nvSpPr>
        <p:spPr>
          <a:xfrm>
            <a:off x="0" y="0"/>
            <a:ext cx="6096000" cy="6858000"/>
          </a:xfrm>
          <a:solidFill>
            <a:schemeClr val="bg1">
              <a:lumMod val="95000"/>
            </a:schemeClr>
          </a:solidFill>
        </p:spPr>
        <p:txBody>
          <a:bodyPr/>
          <a:lstStyle>
            <a:lvl1pPr algn="ctr">
              <a:defRPr sz="1200">
                <a:solidFill>
                  <a:schemeClr val="accent3"/>
                </a:solidFill>
              </a:defRPr>
            </a:lvl1pPr>
          </a:lstStyle>
          <a:p>
            <a:r>
              <a:rPr lang="en-US" noProof="0"/>
              <a:t>Click icon to add picture</a:t>
            </a:r>
          </a:p>
        </p:txBody>
      </p:sp>
      <p:sp>
        <p:nvSpPr>
          <p:cNvPr id="13" name="Title 12">
            <a:extLst>
              <a:ext uri="{FF2B5EF4-FFF2-40B4-BE49-F238E27FC236}">
                <a16:creationId xmlns:a16="http://schemas.microsoft.com/office/drawing/2014/main" id="{16293CAB-B7B4-B944-3CD2-4B5BB569DE8D}"/>
              </a:ext>
            </a:extLst>
          </p:cNvPr>
          <p:cNvSpPr>
            <a:spLocks noGrp="1"/>
          </p:cNvSpPr>
          <p:nvPr>
            <p:ph type="title"/>
          </p:nvPr>
        </p:nvSpPr>
        <p:spPr>
          <a:xfrm>
            <a:off x="6528237" y="368301"/>
            <a:ext cx="5192709" cy="393699"/>
          </a:xfrm>
        </p:spPr>
        <p:txBody>
          <a:bodyPr vert="horz"/>
          <a:lstStyle/>
          <a:p>
            <a:r>
              <a:rPr lang="en-US" noProof="0"/>
              <a:t>Click to edit Master title style</a:t>
            </a:r>
          </a:p>
        </p:txBody>
      </p:sp>
      <p:sp>
        <p:nvSpPr>
          <p:cNvPr id="2" name="Content Placeholder 2">
            <a:extLst>
              <a:ext uri="{FF2B5EF4-FFF2-40B4-BE49-F238E27FC236}">
                <a16:creationId xmlns:a16="http://schemas.microsoft.com/office/drawing/2014/main" id="{8B169B9C-A4D4-CB40-3B0E-77915950368B}"/>
              </a:ext>
            </a:extLst>
          </p:cNvPr>
          <p:cNvSpPr>
            <a:spLocks noGrp="1"/>
          </p:cNvSpPr>
          <p:nvPr>
            <p:ph sz="quarter" idx="12" hasCustomPrompt="1"/>
          </p:nvPr>
        </p:nvSpPr>
        <p:spPr>
          <a:xfrm>
            <a:off x="6528238" y="1663700"/>
            <a:ext cx="5192708"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3">
            <a:extLst>
              <a:ext uri="{FF2B5EF4-FFF2-40B4-BE49-F238E27FC236}">
                <a16:creationId xmlns:a16="http://schemas.microsoft.com/office/drawing/2014/main" id="{DF148B2E-8E9D-0590-F0BE-9B8F32D395B3}"/>
              </a:ext>
            </a:extLst>
          </p:cNvPr>
          <p:cNvSpPr>
            <a:spLocks noGrp="1"/>
          </p:cNvSpPr>
          <p:nvPr>
            <p:ph type="body" sz="half" idx="2" hasCustomPrompt="1"/>
          </p:nvPr>
        </p:nvSpPr>
        <p:spPr>
          <a:xfrm>
            <a:off x="6528237" y="6337300"/>
            <a:ext cx="4228664"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4" name="Text Placeholder 9">
            <a:extLst>
              <a:ext uri="{FF2B5EF4-FFF2-40B4-BE49-F238E27FC236}">
                <a16:creationId xmlns:a16="http://schemas.microsoft.com/office/drawing/2014/main" id="{8D54BD75-B40A-8936-4A75-8DDDE0523E0C}"/>
              </a:ext>
            </a:extLst>
          </p:cNvPr>
          <p:cNvSpPr>
            <a:spLocks noGrp="1"/>
          </p:cNvSpPr>
          <p:nvPr>
            <p:ph type="body" sz="quarter" idx="13" hasCustomPrompt="1"/>
          </p:nvPr>
        </p:nvSpPr>
        <p:spPr>
          <a:xfrm>
            <a:off x="6528238" y="850557"/>
            <a:ext cx="5192708" cy="293129"/>
          </a:xfrm>
        </p:spPr>
        <p:txBody>
          <a:bodyPr/>
          <a:lstStyle>
            <a:lvl1pPr>
              <a:defRPr sz="1400">
                <a:solidFill>
                  <a:schemeClr val="tx1"/>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3045385120"/>
      </p:ext>
    </p:extLst>
  </p:cSld>
  <p:clrMapOvr>
    <a:overrideClrMapping bg1="dk1" tx1="lt1" bg2="dk2" tx2="lt2" accent1="accent1" accent2="accent2" accent3="accent3" accent4="accent4" accent5="accent5" accent6="accent6" hlink="hlink" folHlink="folHlink"/>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Split, 1/3 image dark">
    <p:bg>
      <p:bgRef idx="1001">
        <a:schemeClr val="bg2"/>
      </p:bgRef>
    </p:bg>
    <p:spTree>
      <p:nvGrpSpPr>
        <p:cNvPr id="1" name=""/>
        <p:cNvGrpSpPr/>
        <p:nvPr/>
      </p:nvGrpSpPr>
      <p:grpSpPr>
        <a:xfrm>
          <a:off x="0" y="0"/>
          <a:ext cx="0" cy="0"/>
          <a:chOff x="0" y="0"/>
          <a:chExt cx="0" cy="0"/>
        </a:xfrm>
      </p:grpSpPr>
      <p:graphicFrame>
        <p:nvGraphicFramePr>
          <p:cNvPr id="15" name="think-cell data - do not delete">
            <a:extLst>
              <a:ext uri="{FF2B5EF4-FFF2-40B4-BE49-F238E27FC236}">
                <a16:creationId xmlns:a16="http://schemas.microsoft.com/office/drawing/2014/main" id="{B5D7E20A-87DA-9385-3EA2-B80D152E4225}"/>
              </a:ext>
            </a:extLst>
          </p:cNvPr>
          <p:cNvGraphicFramePr>
            <a:graphicFrameLocks noChangeAspect="1"/>
          </p:cNvGraphicFramePr>
          <p:nvPr>
            <p:custDataLst>
              <p:tags r:id="rId1"/>
            </p:custDataLst>
            <p:extLst>
              <p:ext uri="{D42A27DB-BD31-4B8C-83A1-F6EECF244321}">
                <p14:modId xmlns:p14="http://schemas.microsoft.com/office/powerpoint/2010/main" val="25488388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5" name="think-cell data - do not delete">
                        <a:extLst>
                          <a:ext uri="{FF2B5EF4-FFF2-40B4-BE49-F238E27FC236}">
                            <a16:creationId xmlns:a16="http://schemas.microsoft.com/office/drawing/2014/main" id="{B5D7E20A-87DA-9385-3EA2-B80D152E422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Picture Placeholder 2">
            <a:extLst>
              <a:ext uri="{FF2B5EF4-FFF2-40B4-BE49-F238E27FC236}">
                <a16:creationId xmlns:a16="http://schemas.microsoft.com/office/drawing/2014/main" id="{D3D29F60-2286-0A98-A93A-F3666F3D59B8}"/>
              </a:ext>
            </a:extLst>
          </p:cNvPr>
          <p:cNvSpPr>
            <a:spLocks noGrp="1"/>
          </p:cNvSpPr>
          <p:nvPr>
            <p:ph type="pic" sz="quarter" idx="11"/>
          </p:nvPr>
        </p:nvSpPr>
        <p:spPr>
          <a:xfrm>
            <a:off x="4329113" y="0"/>
            <a:ext cx="7862887" cy="6858000"/>
          </a:xfrm>
          <a:solidFill>
            <a:schemeClr val="bg1"/>
          </a:solidFill>
        </p:spPr>
        <p:txBody>
          <a:bodyPr/>
          <a:lstStyle>
            <a:lvl1pPr algn="ctr">
              <a:defRPr sz="1200">
                <a:solidFill>
                  <a:schemeClr val="accent3"/>
                </a:solidFill>
              </a:defRPr>
            </a:lvl1pPr>
          </a:lstStyle>
          <a:p>
            <a:r>
              <a:rPr lang="en-US" noProof="0"/>
              <a:t>Click icon to add picture</a:t>
            </a:r>
          </a:p>
        </p:txBody>
      </p:sp>
      <p:sp>
        <p:nvSpPr>
          <p:cNvPr id="12" name="Title 11">
            <a:extLst>
              <a:ext uri="{FF2B5EF4-FFF2-40B4-BE49-F238E27FC236}">
                <a16:creationId xmlns:a16="http://schemas.microsoft.com/office/drawing/2014/main" id="{D7A0FA4F-B47B-6E07-E93A-0586AF126298}"/>
              </a:ext>
            </a:extLst>
          </p:cNvPr>
          <p:cNvSpPr>
            <a:spLocks noGrp="1"/>
          </p:cNvSpPr>
          <p:nvPr>
            <p:ph type="title"/>
          </p:nvPr>
        </p:nvSpPr>
        <p:spPr>
          <a:xfrm>
            <a:off x="493714" y="368301"/>
            <a:ext cx="3409950" cy="393699"/>
          </a:xfrm>
        </p:spPr>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31E30F95-4301-44B4-176A-3D0BD2FD03FD}"/>
              </a:ext>
            </a:extLst>
          </p:cNvPr>
          <p:cNvSpPr>
            <a:spLocks noGrp="1"/>
          </p:cNvSpPr>
          <p:nvPr>
            <p:ph sz="quarter" idx="12" hasCustomPrompt="1"/>
          </p:nvPr>
        </p:nvSpPr>
        <p:spPr>
          <a:xfrm>
            <a:off x="493712" y="1663700"/>
            <a:ext cx="3409950"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a:extLst>
              <a:ext uri="{FF2B5EF4-FFF2-40B4-BE49-F238E27FC236}">
                <a16:creationId xmlns:a16="http://schemas.microsoft.com/office/drawing/2014/main" id="{60C155E5-4303-6C87-D0BB-338C89D76DD7}"/>
              </a:ext>
            </a:extLst>
          </p:cNvPr>
          <p:cNvSpPr>
            <a:spLocks noGrp="1"/>
          </p:cNvSpPr>
          <p:nvPr>
            <p:ph type="body" sz="half" idx="2" hasCustomPrompt="1"/>
          </p:nvPr>
        </p:nvSpPr>
        <p:spPr>
          <a:xfrm>
            <a:off x="1845578" y="6337300"/>
            <a:ext cx="2058085"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5" name="Text Placeholder 9">
            <a:extLst>
              <a:ext uri="{FF2B5EF4-FFF2-40B4-BE49-F238E27FC236}">
                <a16:creationId xmlns:a16="http://schemas.microsoft.com/office/drawing/2014/main" id="{A57B581F-0799-8C50-4596-536C67D71C41}"/>
              </a:ext>
            </a:extLst>
          </p:cNvPr>
          <p:cNvSpPr>
            <a:spLocks noGrp="1"/>
          </p:cNvSpPr>
          <p:nvPr>
            <p:ph type="body" sz="quarter" idx="13" hasCustomPrompt="1"/>
          </p:nvPr>
        </p:nvSpPr>
        <p:spPr>
          <a:xfrm>
            <a:off x="493714" y="850556"/>
            <a:ext cx="3414406" cy="293129"/>
          </a:xfrm>
        </p:spPr>
        <p:txBody>
          <a:bodyPr/>
          <a:lstStyle>
            <a:lvl1pPr>
              <a:defRPr sz="1400">
                <a:solidFill>
                  <a:schemeClr val="tx1"/>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3411096442"/>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Split, 1/3 image left dark">
    <p:bg>
      <p:bgRef idx="1001">
        <a:schemeClr val="bg2"/>
      </p:bgRef>
    </p:bg>
    <p:spTree>
      <p:nvGrpSpPr>
        <p:cNvPr id="1" name=""/>
        <p:cNvGrpSpPr/>
        <p:nvPr/>
      </p:nvGrpSpPr>
      <p:grpSpPr>
        <a:xfrm>
          <a:off x="0" y="0"/>
          <a:ext cx="0" cy="0"/>
          <a:chOff x="0" y="0"/>
          <a:chExt cx="0" cy="0"/>
        </a:xfrm>
      </p:grpSpPr>
      <p:graphicFrame>
        <p:nvGraphicFramePr>
          <p:cNvPr id="15" name="think-cell data - do not delete">
            <a:extLst>
              <a:ext uri="{FF2B5EF4-FFF2-40B4-BE49-F238E27FC236}">
                <a16:creationId xmlns:a16="http://schemas.microsoft.com/office/drawing/2014/main" id="{B5D7E20A-87DA-9385-3EA2-B80D152E4225}"/>
              </a:ext>
            </a:extLst>
          </p:cNvPr>
          <p:cNvGraphicFramePr>
            <a:graphicFrameLocks noChangeAspect="1"/>
          </p:cNvGraphicFramePr>
          <p:nvPr>
            <p:custDataLst>
              <p:tags r:id="rId1"/>
            </p:custDataLst>
            <p:extLst>
              <p:ext uri="{D42A27DB-BD31-4B8C-83A1-F6EECF244321}">
                <p14:modId xmlns:p14="http://schemas.microsoft.com/office/powerpoint/2010/main" val="38267342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5" name="think-cell data - do not delete">
                        <a:extLst>
                          <a:ext uri="{FF2B5EF4-FFF2-40B4-BE49-F238E27FC236}">
                            <a16:creationId xmlns:a16="http://schemas.microsoft.com/office/drawing/2014/main" id="{B5D7E20A-87DA-9385-3EA2-B80D152E422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Picture Placeholder 2">
            <a:extLst>
              <a:ext uri="{FF2B5EF4-FFF2-40B4-BE49-F238E27FC236}">
                <a16:creationId xmlns:a16="http://schemas.microsoft.com/office/drawing/2014/main" id="{D3D29F60-2286-0A98-A93A-F3666F3D59B8}"/>
              </a:ext>
            </a:extLst>
          </p:cNvPr>
          <p:cNvSpPr>
            <a:spLocks noGrp="1"/>
          </p:cNvSpPr>
          <p:nvPr>
            <p:ph type="pic" sz="quarter" idx="11"/>
          </p:nvPr>
        </p:nvSpPr>
        <p:spPr>
          <a:xfrm>
            <a:off x="0" y="0"/>
            <a:ext cx="7896225" cy="6858000"/>
          </a:xfrm>
          <a:solidFill>
            <a:schemeClr val="bg1">
              <a:lumMod val="95000"/>
            </a:schemeClr>
          </a:solidFill>
        </p:spPr>
        <p:txBody>
          <a:bodyPr/>
          <a:lstStyle>
            <a:lvl1pPr algn="ctr">
              <a:defRPr sz="1200">
                <a:solidFill>
                  <a:schemeClr val="accent3"/>
                </a:solidFill>
              </a:defRPr>
            </a:lvl1pPr>
          </a:lstStyle>
          <a:p>
            <a:r>
              <a:rPr lang="en-US" noProof="0"/>
              <a:t>Click icon to add picture</a:t>
            </a:r>
          </a:p>
        </p:txBody>
      </p:sp>
      <p:sp>
        <p:nvSpPr>
          <p:cNvPr id="12" name="Title 11">
            <a:extLst>
              <a:ext uri="{FF2B5EF4-FFF2-40B4-BE49-F238E27FC236}">
                <a16:creationId xmlns:a16="http://schemas.microsoft.com/office/drawing/2014/main" id="{D7A0FA4F-B47B-6E07-E93A-0586AF126298}"/>
              </a:ext>
            </a:extLst>
          </p:cNvPr>
          <p:cNvSpPr>
            <a:spLocks noGrp="1"/>
          </p:cNvSpPr>
          <p:nvPr>
            <p:ph type="title"/>
          </p:nvPr>
        </p:nvSpPr>
        <p:spPr>
          <a:xfrm>
            <a:off x="8312498" y="368301"/>
            <a:ext cx="3409950" cy="393699"/>
          </a:xfrm>
        </p:spPr>
        <p:txBody>
          <a:bodyPr vert="horz"/>
          <a:lstStyle/>
          <a:p>
            <a:r>
              <a:rPr lang="en-US" noProof="0"/>
              <a:t>Click to edit Master title style</a:t>
            </a:r>
          </a:p>
        </p:txBody>
      </p:sp>
      <p:sp>
        <p:nvSpPr>
          <p:cNvPr id="3" name="Content Placeholder 2">
            <a:extLst>
              <a:ext uri="{FF2B5EF4-FFF2-40B4-BE49-F238E27FC236}">
                <a16:creationId xmlns:a16="http://schemas.microsoft.com/office/drawing/2014/main" id="{2CDEF119-7781-0636-C8D4-2FC7153F7BD0}"/>
              </a:ext>
            </a:extLst>
          </p:cNvPr>
          <p:cNvSpPr>
            <a:spLocks noGrp="1"/>
          </p:cNvSpPr>
          <p:nvPr>
            <p:ph sz="quarter" idx="12" hasCustomPrompt="1"/>
          </p:nvPr>
        </p:nvSpPr>
        <p:spPr>
          <a:xfrm>
            <a:off x="8312498" y="1663700"/>
            <a:ext cx="3409950"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3">
            <a:extLst>
              <a:ext uri="{FF2B5EF4-FFF2-40B4-BE49-F238E27FC236}">
                <a16:creationId xmlns:a16="http://schemas.microsoft.com/office/drawing/2014/main" id="{E16F7DA1-FCCF-8481-C7D2-2948967625C5}"/>
              </a:ext>
            </a:extLst>
          </p:cNvPr>
          <p:cNvSpPr>
            <a:spLocks noGrp="1"/>
          </p:cNvSpPr>
          <p:nvPr>
            <p:ph type="body" sz="half" idx="2" hasCustomPrompt="1"/>
          </p:nvPr>
        </p:nvSpPr>
        <p:spPr>
          <a:xfrm>
            <a:off x="8312498" y="6337300"/>
            <a:ext cx="2444403"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6" name="Text Placeholder 9">
            <a:extLst>
              <a:ext uri="{FF2B5EF4-FFF2-40B4-BE49-F238E27FC236}">
                <a16:creationId xmlns:a16="http://schemas.microsoft.com/office/drawing/2014/main" id="{FB6B56DB-83AA-2BB9-236E-85F2B5E7012C}"/>
              </a:ext>
            </a:extLst>
          </p:cNvPr>
          <p:cNvSpPr>
            <a:spLocks noGrp="1"/>
          </p:cNvSpPr>
          <p:nvPr>
            <p:ph type="body" sz="quarter" idx="13" hasCustomPrompt="1"/>
          </p:nvPr>
        </p:nvSpPr>
        <p:spPr>
          <a:xfrm>
            <a:off x="8312498" y="850556"/>
            <a:ext cx="3414406" cy="293129"/>
          </a:xfrm>
        </p:spPr>
        <p:txBody>
          <a:bodyPr/>
          <a:lstStyle>
            <a:lvl1pPr>
              <a:defRPr sz="1400">
                <a:solidFill>
                  <a:schemeClr val="tx1"/>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4144081561"/>
      </p:ext>
    </p:extLst>
  </p:cSld>
  <p:clrMapOvr>
    <a:overrideClrMapping bg1="dk1" tx1="lt1" bg2="dk2" tx2="lt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Image, circular crop dark">
    <p:bg>
      <p:bgRef idx="1001">
        <a:schemeClr val="bg2"/>
      </p:bgRef>
    </p:bg>
    <p:spTree>
      <p:nvGrpSpPr>
        <p:cNvPr id="1" name=""/>
        <p:cNvGrpSpPr/>
        <p:nvPr/>
      </p:nvGrpSpPr>
      <p:grpSpPr>
        <a:xfrm>
          <a:off x="0" y="0"/>
          <a:ext cx="0" cy="0"/>
          <a:chOff x="0" y="0"/>
          <a:chExt cx="0" cy="0"/>
        </a:xfrm>
      </p:grpSpPr>
      <p:graphicFrame>
        <p:nvGraphicFramePr>
          <p:cNvPr id="14" name="think-cell data - do not delete">
            <a:extLst>
              <a:ext uri="{FF2B5EF4-FFF2-40B4-BE49-F238E27FC236}">
                <a16:creationId xmlns:a16="http://schemas.microsoft.com/office/drawing/2014/main" id="{15F05DA3-5A6B-BDD1-7A38-CECFAACC98BE}"/>
              </a:ext>
            </a:extLst>
          </p:cNvPr>
          <p:cNvGraphicFramePr>
            <a:graphicFrameLocks noChangeAspect="1"/>
          </p:cNvGraphicFramePr>
          <p:nvPr>
            <p:custDataLst>
              <p:tags r:id="rId1"/>
            </p:custDataLst>
            <p:extLst>
              <p:ext uri="{D42A27DB-BD31-4B8C-83A1-F6EECF244321}">
                <p14:modId xmlns:p14="http://schemas.microsoft.com/office/powerpoint/2010/main" val="9910164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4" name="think-cell data - do not delete">
                        <a:extLst>
                          <a:ext uri="{FF2B5EF4-FFF2-40B4-BE49-F238E27FC236}">
                            <a16:creationId xmlns:a16="http://schemas.microsoft.com/office/drawing/2014/main" id="{15F05DA3-5A6B-BDD1-7A38-CECFAACC98BE}"/>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7" name="Picture Placeholder 26">
            <a:extLst>
              <a:ext uri="{FF2B5EF4-FFF2-40B4-BE49-F238E27FC236}">
                <a16:creationId xmlns:a16="http://schemas.microsoft.com/office/drawing/2014/main" id="{372E8F9B-8E81-136A-216A-2752E9491D3B}"/>
              </a:ext>
            </a:extLst>
          </p:cNvPr>
          <p:cNvSpPr>
            <a:spLocks noGrp="1"/>
          </p:cNvSpPr>
          <p:nvPr>
            <p:ph type="pic" sz="quarter" idx="10"/>
          </p:nvPr>
        </p:nvSpPr>
        <p:spPr>
          <a:xfrm>
            <a:off x="6296024" y="0"/>
            <a:ext cx="5895976" cy="6858000"/>
          </a:xfrm>
          <a:custGeom>
            <a:avLst/>
            <a:gdLst>
              <a:gd name="connsiteX0" fmla="*/ 1881778 w 5895976"/>
              <a:gd name="connsiteY0" fmla="*/ 0 h 6858000"/>
              <a:gd name="connsiteX1" fmla="*/ 5895976 w 5895976"/>
              <a:gd name="connsiteY1" fmla="*/ 0 h 6858000"/>
              <a:gd name="connsiteX2" fmla="*/ 5895976 w 5895976"/>
              <a:gd name="connsiteY2" fmla="*/ 6858000 h 6858000"/>
              <a:gd name="connsiteX3" fmla="*/ 1824828 w 5895976"/>
              <a:gd name="connsiteY3" fmla="*/ 6858000 h 6858000"/>
              <a:gd name="connsiteX4" fmla="*/ 1807610 w 5895976"/>
              <a:gd name="connsiteY4" fmla="*/ 6846963 h 6858000"/>
              <a:gd name="connsiteX5" fmla="*/ 0 w 5895976"/>
              <a:gd name="connsiteY5" fmla="*/ 3447255 h 6858000"/>
              <a:gd name="connsiteX6" fmla="*/ 1807610 w 5895976"/>
              <a:gd name="connsiteY6" fmla="*/ 4754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95976" h="6858000">
                <a:moveTo>
                  <a:pt x="1881778" y="0"/>
                </a:moveTo>
                <a:lnTo>
                  <a:pt x="5895976" y="0"/>
                </a:lnTo>
                <a:lnTo>
                  <a:pt x="5895976" y="6858000"/>
                </a:lnTo>
                <a:lnTo>
                  <a:pt x="1824828" y="6858000"/>
                </a:lnTo>
                <a:lnTo>
                  <a:pt x="1807610" y="6846963"/>
                </a:lnTo>
                <a:cubicBezTo>
                  <a:pt x="717028" y="6110180"/>
                  <a:pt x="0" y="4862453"/>
                  <a:pt x="0" y="3447255"/>
                </a:cubicBezTo>
                <a:cubicBezTo>
                  <a:pt x="0" y="2032058"/>
                  <a:pt x="717028" y="784331"/>
                  <a:pt x="1807610" y="47548"/>
                </a:cubicBezTo>
                <a:close/>
              </a:path>
            </a:pathLst>
          </a:custGeom>
          <a:solidFill>
            <a:schemeClr val="bg1">
              <a:lumMod val="85000"/>
            </a:schemeClr>
          </a:solidFill>
        </p:spPr>
        <p:txBody>
          <a:bodyPr wrap="square">
            <a:noAutofit/>
          </a:bodyPr>
          <a:lstStyle>
            <a:lvl1pPr algn="ctr">
              <a:defRPr sz="1200">
                <a:solidFill>
                  <a:schemeClr val="accent3"/>
                </a:solidFill>
              </a:defRPr>
            </a:lvl1pPr>
          </a:lstStyle>
          <a:p>
            <a:r>
              <a:rPr lang="en-US" noProof="0"/>
              <a:t>Click icon to add picture</a:t>
            </a:r>
          </a:p>
        </p:txBody>
      </p:sp>
      <p:sp>
        <p:nvSpPr>
          <p:cNvPr id="12" name="Title 11">
            <a:extLst>
              <a:ext uri="{FF2B5EF4-FFF2-40B4-BE49-F238E27FC236}">
                <a16:creationId xmlns:a16="http://schemas.microsoft.com/office/drawing/2014/main" id="{D4A9EFA2-2B81-A2D5-207C-73FA6D9BB423}"/>
              </a:ext>
            </a:extLst>
          </p:cNvPr>
          <p:cNvSpPr>
            <a:spLocks noGrp="1"/>
          </p:cNvSpPr>
          <p:nvPr>
            <p:ph type="title"/>
          </p:nvPr>
        </p:nvSpPr>
        <p:spPr>
          <a:xfrm>
            <a:off x="493714" y="368301"/>
            <a:ext cx="5492750" cy="393699"/>
          </a:xfrm>
        </p:spPr>
        <p:txBody>
          <a:bodyPr vert="horz"/>
          <a:lstStyle/>
          <a:p>
            <a:r>
              <a:rPr lang="en-US" noProof="0"/>
              <a:t>Click to edit Master title style</a:t>
            </a:r>
          </a:p>
        </p:txBody>
      </p:sp>
      <p:sp>
        <p:nvSpPr>
          <p:cNvPr id="2" name="Content Placeholder 2">
            <a:extLst>
              <a:ext uri="{FF2B5EF4-FFF2-40B4-BE49-F238E27FC236}">
                <a16:creationId xmlns:a16="http://schemas.microsoft.com/office/drawing/2014/main" id="{7EDFA92A-B615-9E77-115E-96F5C69B8BFC}"/>
              </a:ext>
            </a:extLst>
          </p:cNvPr>
          <p:cNvSpPr>
            <a:spLocks noGrp="1"/>
          </p:cNvSpPr>
          <p:nvPr>
            <p:ph sz="quarter" idx="12" hasCustomPrompt="1"/>
          </p:nvPr>
        </p:nvSpPr>
        <p:spPr>
          <a:xfrm>
            <a:off x="493711" y="1663700"/>
            <a:ext cx="5492751"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666A7D88-A500-28A0-578C-E86D98E3F80A}"/>
              </a:ext>
            </a:extLst>
          </p:cNvPr>
          <p:cNvSpPr>
            <a:spLocks noGrp="1"/>
          </p:cNvSpPr>
          <p:nvPr>
            <p:ph type="body" sz="half" idx="2" hasCustomPrompt="1"/>
          </p:nvPr>
        </p:nvSpPr>
        <p:spPr>
          <a:xfrm>
            <a:off x="2165350" y="6337300"/>
            <a:ext cx="3821113"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4" name="Text Placeholder 9">
            <a:extLst>
              <a:ext uri="{FF2B5EF4-FFF2-40B4-BE49-F238E27FC236}">
                <a16:creationId xmlns:a16="http://schemas.microsoft.com/office/drawing/2014/main" id="{B5C3F9EA-D057-5A0A-FA98-48D6F7998A55}"/>
              </a:ext>
            </a:extLst>
          </p:cNvPr>
          <p:cNvSpPr>
            <a:spLocks noGrp="1"/>
          </p:cNvSpPr>
          <p:nvPr>
            <p:ph type="body" sz="quarter" idx="13" hasCustomPrompt="1"/>
          </p:nvPr>
        </p:nvSpPr>
        <p:spPr>
          <a:xfrm>
            <a:off x="493714" y="850557"/>
            <a:ext cx="5192708" cy="293129"/>
          </a:xfrm>
        </p:spPr>
        <p:txBody>
          <a:bodyPr/>
          <a:lstStyle>
            <a:lvl1pPr>
              <a:defRPr sz="1400">
                <a:solidFill>
                  <a:schemeClr val="tx1"/>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2294574946"/>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ext, full image dark">
    <p:bg>
      <p:bgRef idx="1001">
        <a:schemeClr val="bg1"/>
      </p:bgRef>
    </p:bg>
    <p:spTree>
      <p:nvGrpSpPr>
        <p:cNvPr id="1" name=""/>
        <p:cNvGrpSpPr/>
        <p:nvPr/>
      </p:nvGrpSpPr>
      <p:grpSpPr>
        <a:xfrm>
          <a:off x="0" y="0"/>
          <a:ext cx="0" cy="0"/>
          <a:chOff x="0" y="0"/>
          <a:chExt cx="0" cy="0"/>
        </a:xfrm>
      </p:grpSpPr>
      <p:graphicFrame>
        <p:nvGraphicFramePr>
          <p:cNvPr id="15" name="think-cell data - do not delete">
            <a:extLst>
              <a:ext uri="{FF2B5EF4-FFF2-40B4-BE49-F238E27FC236}">
                <a16:creationId xmlns:a16="http://schemas.microsoft.com/office/drawing/2014/main" id="{B5D7E20A-87DA-9385-3EA2-B80D152E4225}"/>
              </a:ext>
            </a:extLst>
          </p:cNvPr>
          <p:cNvGraphicFramePr>
            <a:graphicFrameLocks noChangeAspect="1"/>
          </p:cNvGraphicFramePr>
          <p:nvPr>
            <p:custDataLst>
              <p:tags r:id="rId1"/>
            </p:custDataLst>
            <p:extLst>
              <p:ext uri="{D42A27DB-BD31-4B8C-83A1-F6EECF244321}">
                <p14:modId xmlns:p14="http://schemas.microsoft.com/office/powerpoint/2010/main" val="204154329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5" name="think-cell data - do not delete">
                        <a:extLst>
                          <a:ext uri="{FF2B5EF4-FFF2-40B4-BE49-F238E27FC236}">
                            <a16:creationId xmlns:a16="http://schemas.microsoft.com/office/drawing/2014/main" id="{B5D7E20A-87DA-9385-3EA2-B80D152E422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Picture Placeholder 2">
            <a:extLst>
              <a:ext uri="{FF2B5EF4-FFF2-40B4-BE49-F238E27FC236}">
                <a16:creationId xmlns:a16="http://schemas.microsoft.com/office/drawing/2014/main" id="{D3D29F60-2286-0A98-A93A-F3666F3D59B8}"/>
              </a:ext>
            </a:extLst>
          </p:cNvPr>
          <p:cNvSpPr>
            <a:spLocks noGrp="1"/>
          </p:cNvSpPr>
          <p:nvPr>
            <p:ph type="pic" sz="quarter" idx="11"/>
          </p:nvPr>
        </p:nvSpPr>
        <p:spPr>
          <a:xfrm>
            <a:off x="1" y="0"/>
            <a:ext cx="12192000" cy="6858000"/>
          </a:xfrm>
          <a:solidFill>
            <a:schemeClr val="bg1">
              <a:lumMod val="95000"/>
            </a:schemeClr>
          </a:solidFill>
        </p:spPr>
        <p:txBody>
          <a:bodyPr/>
          <a:lstStyle>
            <a:lvl1pPr algn="ctr">
              <a:defRPr sz="1200">
                <a:solidFill>
                  <a:schemeClr val="accent3"/>
                </a:solidFill>
              </a:defRPr>
            </a:lvl1pPr>
          </a:lstStyle>
          <a:p>
            <a:r>
              <a:rPr lang="en-US" noProof="0"/>
              <a:t>Click icon to add picture</a:t>
            </a:r>
          </a:p>
        </p:txBody>
      </p:sp>
      <p:sp>
        <p:nvSpPr>
          <p:cNvPr id="14" name="Text Placeholder 13">
            <a:extLst>
              <a:ext uri="{FF2B5EF4-FFF2-40B4-BE49-F238E27FC236}">
                <a16:creationId xmlns:a16="http://schemas.microsoft.com/office/drawing/2014/main" id="{E04CEFCE-0654-8AE5-4F57-143FFC917C3D}"/>
              </a:ext>
            </a:extLst>
          </p:cNvPr>
          <p:cNvSpPr>
            <a:spLocks noGrp="1"/>
          </p:cNvSpPr>
          <p:nvPr>
            <p:ph type="body" sz="quarter" idx="10" hasCustomPrompt="1"/>
          </p:nvPr>
        </p:nvSpPr>
        <p:spPr>
          <a:xfrm>
            <a:off x="493713" y="1663700"/>
            <a:ext cx="3414714" cy="4432299"/>
          </a:xfrm>
        </p:spPr>
        <p:txBody>
          <a:bodyPr>
            <a:noAutofit/>
          </a:bodyPr>
          <a:lstStyle>
            <a:lvl1pPr>
              <a:defRPr sz="1600"/>
            </a:lvl1pPr>
            <a:lvl2pPr>
              <a:defRPr sz="1200"/>
            </a:lvl2pPr>
            <a:lvl3pPr>
              <a:defRPr sz="1100"/>
            </a:lvl3pPr>
            <a:lvl4pPr>
              <a:defRPr sz="900"/>
            </a:lvl4pPr>
            <a:lvl5pPr>
              <a:defRPr sz="700"/>
            </a:lvl5pPr>
          </a:lstStyle>
          <a:p>
            <a:pPr lvl="0"/>
            <a:r>
              <a:rPr lang="en-US" noProof="0"/>
              <a:t>Click to type text. To activate sub-level formatting, place cursor at beginning of text/line and hit tab or shift tab.</a:t>
            </a:r>
          </a:p>
          <a:p>
            <a:pPr lvl="1"/>
            <a:r>
              <a:rPr lang="en-US" noProof="0"/>
              <a:t>Second level</a:t>
            </a:r>
          </a:p>
          <a:p>
            <a:pPr lvl="2"/>
            <a:r>
              <a:rPr lang="en-US" noProof="0"/>
              <a:t>Third level</a:t>
            </a:r>
          </a:p>
        </p:txBody>
      </p:sp>
      <p:sp>
        <p:nvSpPr>
          <p:cNvPr id="12" name="Title 11">
            <a:extLst>
              <a:ext uri="{FF2B5EF4-FFF2-40B4-BE49-F238E27FC236}">
                <a16:creationId xmlns:a16="http://schemas.microsoft.com/office/drawing/2014/main" id="{D7A0FA4F-B47B-6E07-E93A-0586AF126298}"/>
              </a:ext>
            </a:extLst>
          </p:cNvPr>
          <p:cNvSpPr>
            <a:spLocks noGrp="1"/>
          </p:cNvSpPr>
          <p:nvPr>
            <p:ph type="title"/>
          </p:nvPr>
        </p:nvSpPr>
        <p:spPr>
          <a:xfrm>
            <a:off x="493714" y="368301"/>
            <a:ext cx="3409950" cy="393700"/>
          </a:xfrm>
        </p:spPr>
        <p:txBody>
          <a:bodyPr vert="horz"/>
          <a:lstStyle/>
          <a:p>
            <a:r>
              <a:rPr lang="en-US" noProof="0"/>
              <a:t>Click to edit Master title style</a:t>
            </a:r>
          </a:p>
        </p:txBody>
      </p:sp>
      <p:sp>
        <p:nvSpPr>
          <p:cNvPr id="4" name="Text Placeholder 9">
            <a:extLst>
              <a:ext uri="{FF2B5EF4-FFF2-40B4-BE49-F238E27FC236}">
                <a16:creationId xmlns:a16="http://schemas.microsoft.com/office/drawing/2014/main" id="{7337AB93-12D6-1E27-3753-B786A1833478}"/>
              </a:ext>
            </a:extLst>
          </p:cNvPr>
          <p:cNvSpPr>
            <a:spLocks noGrp="1"/>
          </p:cNvSpPr>
          <p:nvPr>
            <p:ph type="body" sz="quarter" idx="14" hasCustomPrompt="1"/>
          </p:nvPr>
        </p:nvSpPr>
        <p:spPr>
          <a:xfrm>
            <a:off x="493714" y="850556"/>
            <a:ext cx="3414406" cy="293129"/>
          </a:xfrm>
        </p:spPr>
        <p:txBody>
          <a:bodyPr/>
          <a:lstStyle>
            <a:lvl1pPr>
              <a:defRPr sz="1400">
                <a:solidFill>
                  <a:schemeClr val="tx1"/>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3492059405"/>
      </p:ext>
    </p:extLst>
  </p:cSld>
  <p:clrMapOvr>
    <a:overrideClrMapping bg1="dk1" tx1="lt1" bg2="dk2" tx2="lt2" accent1="accent1" accent2="accent2" accent3="accent3" accent4="accent4" accent5="accent5" accent6="accent6" hlink="hlink" folHlink="folHlink"/>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ext, 1 image dark">
    <p:bg>
      <p:bgRef idx="1001">
        <a:schemeClr val="bg2"/>
      </p:bgRef>
    </p:bg>
    <p:spTree>
      <p:nvGrpSpPr>
        <p:cNvPr id="1" name=""/>
        <p:cNvGrpSpPr/>
        <p:nvPr/>
      </p:nvGrpSpPr>
      <p:grpSpPr>
        <a:xfrm>
          <a:off x="0" y="0"/>
          <a:ext cx="0" cy="0"/>
          <a:chOff x="0" y="0"/>
          <a:chExt cx="0" cy="0"/>
        </a:xfrm>
      </p:grpSpPr>
      <p:graphicFrame>
        <p:nvGraphicFramePr>
          <p:cNvPr id="16" name="think-cell data - do not delete">
            <a:extLst>
              <a:ext uri="{FF2B5EF4-FFF2-40B4-BE49-F238E27FC236}">
                <a16:creationId xmlns:a16="http://schemas.microsoft.com/office/drawing/2014/main" id="{A4C65FB1-1482-E39F-1B1C-8D610467542C}"/>
              </a:ext>
            </a:extLst>
          </p:cNvPr>
          <p:cNvGraphicFramePr>
            <a:graphicFrameLocks noChangeAspect="1"/>
          </p:cNvGraphicFramePr>
          <p:nvPr>
            <p:custDataLst>
              <p:tags r:id="rId1"/>
            </p:custDataLst>
            <p:extLst>
              <p:ext uri="{D42A27DB-BD31-4B8C-83A1-F6EECF244321}">
                <p14:modId xmlns:p14="http://schemas.microsoft.com/office/powerpoint/2010/main" val="345451352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a:extLst>
                          <a:ext uri="{FF2B5EF4-FFF2-40B4-BE49-F238E27FC236}">
                            <a16:creationId xmlns:a16="http://schemas.microsoft.com/office/drawing/2014/main" id="{A4C65FB1-1482-E39F-1B1C-8D610467542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186CCF34-F434-26E5-C47F-5DA8C821229B}"/>
              </a:ext>
            </a:extLst>
          </p:cNvPr>
          <p:cNvSpPr>
            <a:spLocks noGrp="1"/>
          </p:cNvSpPr>
          <p:nvPr>
            <p:ph type="pic" sz="quarter" idx="12"/>
          </p:nvPr>
        </p:nvSpPr>
        <p:spPr>
          <a:xfrm>
            <a:off x="5261656" y="1663699"/>
            <a:ext cx="6923086" cy="2471943"/>
          </a:xfrm>
          <a:solidFill>
            <a:schemeClr val="bg1"/>
          </a:solidFill>
        </p:spPr>
        <p:txBody>
          <a:bodyPr/>
          <a:lstStyle>
            <a:lvl1pPr>
              <a:defRPr sz="1200">
                <a:solidFill>
                  <a:schemeClr val="accent3"/>
                </a:solidFill>
              </a:defRPr>
            </a:lvl1pPr>
          </a:lstStyle>
          <a:p>
            <a:r>
              <a:rPr lang="en-US" noProof="0"/>
              <a:t>Click icon to add picture</a:t>
            </a:r>
          </a:p>
        </p:txBody>
      </p:sp>
      <p:sp>
        <p:nvSpPr>
          <p:cNvPr id="11" name="Title 10">
            <a:extLst>
              <a:ext uri="{FF2B5EF4-FFF2-40B4-BE49-F238E27FC236}">
                <a16:creationId xmlns:a16="http://schemas.microsoft.com/office/drawing/2014/main" id="{DD3569F6-772D-9153-5F43-41AAA00C3A28}"/>
              </a:ext>
            </a:extLst>
          </p:cNvPr>
          <p:cNvSpPr>
            <a:spLocks noGrp="1"/>
          </p:cNvSpPr>
          <p:nvPr>
            <p:ph type="title"/>
          </p:nvPr>
        </p:nvSpPr>
        <p:spPr/>
        <p:txBody>
          <a:bodyPr vert="horz"/>
          <a:lstStyle/>
          <a:p>
            <a:r>
              <a:rPr lang="en-US" noProof="0"/>
              <a:t>Click to edit Master title style</a:t>
            </a:r>
          </a:p>
        </p:txBody>
      </p:sp>
      <p:sp>
        <p:nvSpPr>
          <p:cNvPr id="2" name="Content Placeholder 2">
            <a:extLst>
              <a:ext uri="{FF2B5EF4-FFF2-40B4-BE49-F238E27FC236}">
                <a16:creationId xmlns:a16="http://schemas.microsoft.com/office/drawing/2014/main" id="{62DFA022-27E6-5F6A-F8B5-AFFF1755092C}"/>
              </a:ext>
            </a:extLst>
          </p:cNvPr>
          <p:cNvSpPr>
            <a:spLocks noGrp="1"/>
          </p:cNvSpPr>
          <p:nvPr>
            <p:ph sz="quarter" idx="13" hasCustomPrompt="1"/>
          </p:nvPr>
        </p:nvSpPr>
        <p:spPr>
          <a:xfrm>
            <a:off x="493712" y="1663700"/>
            <a:ext cx="3819526"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B492589B-8633-F46D-50CF-BB0C195403D2}"/>
              </a:ext>
            </a:extLst>
          </p:cNvPr>
          <p:cNvSpPr>
            <a:spLocks noGrp="1"/>
          </p:cNvSpPr>
          <p:nvPr>
            <p:ph type="body" sz="half" idx="2" hasCustomPrompt="1"/>
          </p:nvPr>
        </p:nvSpPr>
        <p:spPr>
          <a:xfrm>
            <a:off x="3111500" y="6337300"/>
            <a:ext cx="7645401"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4" name="Text Placeholder 9">
            <a:extLst>
              <a:ext uri="{FF2B5EF4-FFF2-40B4-BE49-F238E27FC236}">
                <a16:creationId xmlns:a16="http://schemas.microsoft.com/office/drawing/2014/main" id="{6C6D39E3-854F-58CB-2730-12074BE3D218}"/>
              </a:ext>
            </a:extLst>
          </p:cNvPr>
          <p:cNvSpPr>
            <a:spLocks noGrp="1"/>
          </p:cNvSpPr>
          <p:nvPr>
            <p:ph type="body" sz="quarter" idx="14" hasCustomPrompt="1"/>
          </p:nvPr>
        </p:nvSpPr>
        <p:spPr>
          <a:xfrm>
            <a:off x="493713" y="850557"/>
            <a:ext cx="11222037" cy="293129"/>
          </a:xfrm>
        </p:spPr>
        <p:txBody>
          <a:bodyPr/>
          <a:lstStyle>
            <a:lvl1pPr>
              <a:defRPr sz="1400">
                <a:solidFill>
                  <a:schemeClr val="tx1"/>
                </a:solidFill>
              </a:defRPr>
            </a:lvl1pPr>
          </a:lstStyle>
          <a:p>
            <a:pPr lvl="0"/>
            <a:r>
              <a:rPr lang="en-US" noProof="0"/>
              <a:t>Slide sub-title; Inter Regular </a:t>
            </a:r>
            <a:r>
              <a:rPr lang="en-US" noProof="0" err="1"/>
              <a:t>14pt</a:t>
            </a:r>
            <a:r>
              <a:rPr lang="en-US" noProof="0"/>
              <a:t>, sentence case (1 line)</a:t>
            </a:r>
          </a:p>
        </p:txBody>
      </p:sp>
    </p:spTree>
    <p:extLst>
      <p:ext uri="{BB962C8B-B14F-4D97-AF65-F5344CB8AC3E}">
        <p14:creationId xmlns:p14="http://schemas.microsoft.com/office/powerpoint/2010/main" val="1474393328"/>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ext, 2 images dark">
    <p:bg>
      <p:bgRef idx="1001">
        <a:schemeClr val="bg2"/>
      </p:bgRef>
    </p:bg>
    <p:spTree>
      <p:nvGrpSpPr>
        <p:cNvPr id="1" name=""/>
        <p:cNvGrpSpPr/>
        <p:nvPr/>
      </p:nvGrpSpPr>
      <p:grpSpPr>
        <a:xfrm>
          <a:off x="0" y="0"/>
          <a:ext cx="0" cy="0"/>
          <a:chOff x="0" y="0"/>
          <a:chExt cx="0" cy="0"/>
        </a:xfrm>
      </p:grpSpPr>
      <p:graphicFrame>
        <p:nvGraphicFramePr>
          <p:cNvPr id="16" name="think-cell data - do not delete">
            <a:extLst>
              <a:ext uri="{FF2B5EF4-FFF2-40B4-BE49-F238E27FC236}">
                <a16:creationId xmlns:a16="http://schemas.microsoft.com/office/drawing/2014/main" id="{A4C65FB1-1482-E39F-1B1C-8D610467542C}"/>
              </a:ext>
            </a:extLst>
          </p:cNvPr>
          <p:cNvGraphicFramePr>
            <a:graphicFrameLocks noChangeAspect="1"/>
          </p:cNvGraphicFramePr>
          <p:nvPr>
            <p:custDataLst>
              <p:tags r:id="rId1"/>
            </p:custDataLst>
            <p:extLst>
              <p:ext uri="{D42A27DB-BD31-4B8C-83A1-F6EECF244321}">
                <p14:modId xmlns:p14="http://schemas.microsoft.com/office/powerpoint/2010/main" val="136153254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a:extLst>
                          <a:ext uri="{FF2B5EF4-FFF2-40B4-BE49-F238E27FC236}">
                            <a16:creationId xmlns:a16="http://schemas.microsoft.com/office/drawing/2014/main" id="{A4C65FB1-1482-E39F-1B1C-8D610467542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6" name="Picture Placeholder 4">
            <a:extLst>
              <a:ext uri="{FF2B5EF4-FFF2-40B4-BE49-F238E27FC236}">
                <a16:creationId xmlns:a16="http://schemas.microsoft.com/office/drawing/2014/main" id="{4C020E50-4388-F042-360A-DB28D2B1A35E}"/>
              </a:ext>
            </a:extLst>
          </p:cNvPr>
          <p:cNvSpPr>
            <a:spLocks noGrp="1"/>
          </p:cNvSpPr>
          <p:nvPr>
            <p:ph type="pic" sz="quarter" idx="13"/>
          </p:nvPr>
        </p:nvSpPr>
        <p:spPr>
          <a:xfrm>
            <a:off x="6940551" y="2925923"/>
            <a:ext cx="5251449" cy="3932078"/>
          </a:xfrm>
          <a:solidFill>
            <a:schemeClr val="bg1"/>
          </a:solidFill>
        </p:spPr>
        <p:txBody>
          <a:bodyPr/>
          <a:lstStyle>
            <a:lvl1pPr>
              <a:defRPr sz="1200">
                <a:solidFill>
                  <a:schemeClr val="accent3"/>
                </a:solidFill>
              </a:defRPr>
            </a:lvl1pPr>
          </a:lstStyle>
          <a:p>
            <a:r>
              <a:rPr lang="en-US" noProof="0"/>
              <a:t>Click icon to add picture</a:t>
            </a:r>
          </a:p>
        </p:txBody>
      </p:sp>
      <p:sp>
        <p:nvSpPr>
          <p:cNvPr id="5" name="Picture Placeholder 4">
            <a:extLst>
              <a:ext uri="{FF2B5EF4-FFF2-40B4-BE49-F238E27FC236}">
                <a16:creationId xmlns:a16="http://schemas.microsoft.com/office/drawing/2014/main" id="{186CCF34-F434-26E5-C47F-5DA8C821229B}"/>
              </a:ext>
            </a:extLst>
          </p:cNvPr>
          <p:cNvSpPr>
            <a:spLocks noGrp="1"/>
          </p:cNvSpPr>
          <p:nvPr>
            <p:ph type="pic" sz="quarter" idx="12"/>
          </p:nvPr>
        </p:nvSpPr>
        <p:spPr>
          <a:xfrm>
            <a:off x="5261656" y="0"/>
            <a:ext cx="4544332" cy="2559957"/>
          </a:xfrm>
          <a:solidFill>
            <a:schemeClr val="bg1"/>
          </a:solidFill>
        </p:spPr>
        <p:txBody>
          <a:bodyPr/>
          <a:lstStyle>
            <a:lvl1pPr>
              <a:defRPr sz="1200">
                <a:solidFill>
                  <a:schemeClr val="accent3"/>
                </a:solidFill>
              </a:defRPr>
            </a:lvl1pPr>
          </a:lstStyle>
          <a:p>
            <a:r>
              <a:rPr lang="en-US" noProof="0"/>
              <a:t>Click icon to add picture</a:t>
            </a:r>
          </a:p>
        </p:txBody>
      </p:sp>
      <p:sp>
        <p:nvSpPr>
          <p:cNvPr id="11" name="Title 10">
            <a:extLst>
              <a:ext uri="{FF2B5EF4-FFF2-40B4-BE49-F238E27FC236}">
                <a16:creationId xmlns:a16="http://schemas.microsoft.com/office/drawing/2014/main" id="{DD3569F6-772D-9153-5F43-41AAA00C3A28}"/>
              </a:ext>
            </a:extLst>
          </p:cNvPr>
          <p:cNvSpPr>
            <a:spLocks noGrp="1"/>
          </p:cNvSpPr>
          <p:nvPr>
            <p:ph type="title"/>
          </p:nvPr>
        </p:nvSpPr>
        <p:spPr>
          <a:xfrm>
            <a:off x="493713" y="368301"/>
            <a:ext cx="3819525" cy="393699"/>
          </a:xfrm>
        </p:spPr>
        <p:txBody>
          <a:bodyPr vert="horz"/>
          <a:lstStyle/>
          <a:p>
            <a:r>
              <a:rPr lang="en-US" noProof="0"/>
              <a:t>Click to edit Master title style</a:t>
            </a:r>
          </a:p>
        </p:txBody>
      </p:sp>
      <p:sp>
        <p:nvSpPr>
          <p:cNvPr id="2" name="Content Placeholder 2">
            <a:extLst>
              <a:ext uri="{FF2B5EF4-FFF2-40B4-BE49-F238E27FC236}">
                <a16:creationId xmlns:a16="http://schemas.microsoft.com/office/drawing/2014/main" id="{C8A48291-BCF5-6A3D-1093-285DBC0C712F}"/>
              </a:ext>
            </a:extLst>
          </p:cNvPr>
          <p:cNvSpPr>
            <a:spLocks noGrp="1"/>
          </p:cNvSpPr>
          <p:nvPr>
            <p:ph sz="quarter" idx="14" hasCustomPrompt="1"/>
          </p:nvPr>
        </p:nvSpPr>
        <p:spPr>
          <a:xfrm>
            <a:off x="493712" y="1663700"/>
            <a:ext cx="3819526"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2E9978A5-870C-42A3-D010-45A8F0B1921F}"/>
              </a:ext>
            </a:extLst>
          </p:cNvPr>
          <p:cNvSpPr>
            <a:spLocks noGrp="1"/>
          </p:cNvSpPr>
          <p:nvPr>
            <p:ph type="body" sz="half" idx="2" hasCustomPrompt="1"/>
          </p:nvPr>
        </p:nvSpPr>
        <p:spPr>
          <a:xfrm>
            <a:off x="2165351" y="6337300"/>
            <a:ext cx="2147888"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7" name="Text Placeholder 9">
            <a:extLst>
              <a:ext uri="{FF2B5EF4-FFF2-40B4-BE49-F238E27FC236}">
                <a16:creationId xmlns:a16="http://schemas.microsoft.com/office/drawing/2014/main" id="{3935807B-4F48-AAA5-76E4-3FD0EEC7ADAD}"/>
              </a:ext>
            </a:extLst>
          </p:cNvPr>
          <p:cNvSpPr>
            <a:spLocks noGrp="1"/>
          </p:cNvSpPr>
          <p:nvPr>
            <p:ph type="body" sz="quarter" idx="15" hasCustomPrompt="1"/>
          </p:nvPr>
        </p:nvSpPr>
        <p:spPr>
          <a:xfrm>
            <a:off x="493714" y="850556"/>
            <a:ext cx="3819524" cy="293129"/>
          </a:xfrm>
        </p:spPr>
        <p:txBody>
          <a:bodyPr/>
          <a:lstStyle>
            <a:lvl1pPr>
              <a:defRPr sz="1400">
                <a:solidFill>
                  <a:schemeClr val="tx1"/>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2861126088"/>
      </p:ext>
    </p:extLst>
  </p:cSld>
  <p:clrMapOvr>
    <a:overrideClrMapping bg1="dk1" tx1="lt1" bg2="dk2" tx2="lt2" accent1="accent1" accent2="accent2" accent3="accent3" accent4="accent4" accent5="accent5" accent6="accent6" hlink="hlink" folHlink="folHlink"/>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ext, 3 images dark">
    <p:bg>
      <p:bgRef idx="1001">
        <a:schemeClr val="bg2"/>
      </p:bgRef>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A4C65FB1-1482-E39F-1B1C-8D610467542C}"/>
              </a:ext>
            </a:extLst>
          </p:cNvPr>
          <p:cNvGraphicFramePr>
            <a:graphicFrameLocks noChangeAspect="1"/>
          </p:cNvGraphicFramePr>
          <p:nvPr>
            <p:custDataLst>
              <p:tags r:id="rId1"/>
            </p:custDataLst>
            <p:extLst>
              <p:ext uri="{D42A27DB-BD31-4B8C-83A1-F6EECF244321}">
                <p14:modId xmlns:p14="http://schemas.microsoft.com/office/powerpoint/2010/main" val="289727881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6" name="think-cell data - do not delete" hidden="1">
                        <a:extLst>
                          <a:ext uri="{FF2B5EF4-FFF2-40B4-BE49-F238E27FC236}">
                            <a16:creationId xmlns:a16="http://schemas.microsoft.com/office/drawing/2014/main" id="{A4C65FB1-1482-E39F-1B1C-8D610467542C}"/>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6" name="Picture Placeholder 4">
            <a:extLst>
              <a:ext uri="{FF2B5EF4-FFF2-40B4-BE49-F238E27FC236}">
                <a16:creationId xmlns:a16="http://schemas.microsoft.com/office/drawing/2014/main" id="{4C020E50-4388-F042-360A-DB28D2B1A35E}"/>
              </a:ext>
            </a:extLst>
          </p:cNvPr>
          <p:cNvSpPr>
            <a:spLocks noGrp="1"/>
          </p:cNvSpPr>
          <p:nvPr>
            <p:ph type="pic" sz="quarter" idx="13"/>
          </p:nvPr>
        </p:nvSpPr>
        <p:spPr>
          <a:xfrm>
            <a:off x="9586101" y="2919409"/>
            <a:ext cx="2605899" cy="2613634"/>
          </a:xfrm>
          <a:solidFill>
            <a:schemeClr val="bg1">
              <a:lumMod val="95000"/>
            </a:schemeClr>
          </a:solidFill>
        </p:spPr>
        <p:txBody>
          <a:bodyPr/>
          <a:lstStyle>
            <a:lvl1pPr>
              <a:defRPr sz="1200">
                <a:solidFill>
                  <a:schemeClr val="accent3"/>
                </a:solidFill>
              </a:defRPr>
            </a:lvl1pPr>
          </a:lstStyle>
          <a:p>
            <a:r>
              <a:rPr lang="en-US" noProof="0"/>
              <a:t>Click icon to add picture</a:t>
            </a:r>
          </a:p>
        </p:txBody>
      </p:sp>
      <p:sp>
        <p:nvSpPr>
          <p:cNvPr id="8" name="Picture Placeholder 4">
            <a:extLst>
              <a:ext uri="{FF2B5EF4-FFF2-40B4-BE49-F238E27FC236}">
                <a16:creationId xmlns:a16="http://schemas.microsoft.com/office/drawing/2014/main" id="{98598FCE-A7DF-75AE-AA94-9E76EBAE29AA}"/>
              </a:ext>
            </a:extLst>
          </p:cNvPr>
          <p:cNvSpPr>
            <a:spLocks noGrp="1"/>
          </p:cNvSpPr>
          <p:nvPr>
            <p:ph type="pic" sz="quarter" idx="14"/>
          </p:nvPr>
        </p:nvSpPr>
        <p:spPr>
          <a:xfrm>
            <a:off x="5268913" y="2919408"/>
            <a:ext cx="3937251" cy="3938591"/>
          </a:xfrm>
          <a:solidFill>
            <a:schemeClr val="bg1">
              <a:lumMod val="95000"/>
            </a:schemeClr>
          </a:solidFill>
        </p:spPr>
        <p:txBody>
          <a:bodyPr/>
          <a:lstStyle>
            <a:lvl1pPr>
              <a:defRPr sz="1200">
                <a:solidFill>
                  <a:schemeClr val="accent3"/>
                </a:solidFill>
              </a:defRPr>
            </a:lvl1pPr>
          </a:lstStyle>
          <a:p>
            <a:r>
              <a:rPr lang="en-US" noProof="0"/>
              <a:t>Click icon to add picture</a:t>
            </a:r>
          </a:p>
        </p:txBody>
      </p:sp>
      <p:sp>
        <p:nvSpPr>
          <p:cNvPr id="5" name="Picture Placeholder 4">
            <a:extLst>
              <a:ext uri="{FF2B5EF4-FFF2-40B4-BE49-F238E27FC236}">
                <a16:creationId xmlns:a16="http://schemas.microsoft.com/office/drawing/2014/main" id="{186CCF34-F434-26E5-C47F-5DA8C821229B}"/>
              </a:ext>
            </a:extLst>
          </p:cNvPr>
          <p:cNvSpPr>
            <a:spLocks noGrp="1"/>
          </p:cNvSpPr>
          <p:nvPr>
            <p:ph type="pic" sz="quarter" idx="12"/>
          </p:nvPr>
        </p:nvSpPr>
        <p:spPr>
          <a:xfrm>
            <a:off x="7188900" y="0"/>
            <a:ext cx="5003100" cy="2559957"/>
          </a:xfrm>
          <a:solidFill>
            <a:schemeClr val="bg1">
              <a:lumMod val="95000"/>
            </a:schemeClr>
          </a:solidFill>
        </p:spPr>
        <p:txBody>
          <a:bodyPr/>
          <a:lstStyle>
            <a:lvl1pPr>
              <a:defRPr sz="1200">
                <a:solidFill>
                  <a:schemeClr val="accent3"/>
                </a:solidFill>
              </a:defRPr>
            </a:lvl1pPr>
          </a:lstStyle>
          <a:p>
            <a:r>
              <a:rPr lang="en-US" noProof="0"/>
              <a:t>Click icon to add picture</a:t>
            </a:r>
          </a:p>
        </p:txBody>
      </p:sp>
      <p:sp>
        <p:nvSpPr>
          <p:cNvPr id="11" name="Title 10">
            <a:extLst>
              <a:ext uri="{FF2B5EF4-FFF2-40B4-BE49-F238E27FC236}">
                <a16:creationId xmlns:a16="http://schemas.microsoft.com/office/drawing/2014/main" id="{DD3569F6-772D-9153-5F43-41AAA00C3A28}"/>
              </a:ext>
            </a:extLst>
          </p:cNvPr>
          <p:cNvSpPr>
            <a:spLocks noGrp="1"/>
          </p:cNvSpPr>
          <p:nvPr>
            <p:ph type="title"/>
          </p:nvPr>
        </p:nvSpPr>
        <p:spPr>
          <a:xfrm>
            <a:off x="493713" y="368301"/>
            <a:ext cx="3819525" cy="393699"/>
          </a:xfrm>
        </p:spPr>
        <p:txBody>
          <a:bodyPr vert="horz"/>
          <a:lstStyle/>
          <a:p>
            <a:r>
              <a:rPr lang="en-US" noProof="0"/>
              <a:t>Click to edit Master title style</a:t>
            </a:r>
          </a:p>
        </p:txBody>
      </p:sp>
      <p:sp>
        <p:nvSpPr>
          <p:cNvPr id="2" name="Content Placeholder 2">
            <a:extLst>
              <a:ext uri="{FF2B5EF4-FFF2-40B4-BE49-F238E27FC236}">
                <a16:creationId xmlns:a16="http://schemas.microsoft.com/office/drawing/2014/main" id="{0F67D8EE-FD3B-8895-C680-872818F85727}"/>
              </a:ext>
            </a:extLst>
          </p:cNvPr>
          <p:cNvSpPr>
            <a:spLocks noGrp="1"/>
          </p:cNvSpPr>
          <p:nvPr>
            <p:ph sz="quarter" idx="15" hasCustomPrompt="1"/>
          </p:nvPr>
        </p:nvSpPr>
        <p:spPr>
          <a:xfrm>
            <a:off x="493712" y="1663700"/>
            <a:ext cx="3819526" cy="4432300"/>
          </a:xfrm>
        </p:spPr>
        <p:txBody>
          <a:bodyPr/>
          <a:lstStyle/>
          <a:p>
            <a:pPr lvl="0"/>
            <a:r>
              <a:rPr lang="en-US" noProof="0"/>
              <a:t>Click to type text. To activate sub-level formatting, place cursor at beginning of text/line and hit tab or shift tab. Click icon for chart or table.</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3">
            <a:extLst>
              <a:ext uri="{FF2B5EF4-FFF2-40B4-BE49-F238E27FC236}">
                <a16:creationId xmlns:a16="http://schemas.microsoft.com/office/drawing/2014/main" id="{40301BFA-0886-5F8A-2DDB-4707CDFECA7F}"/>
              </a:ext>
            </a:extLst>
          </p:cNvPr>
          <p:cNvSpPr>
            <a:spLocks noGrp="1"/>
          </p:cNvSpPr>
          <p:nvPr>
            <p:ph type="body" sz="half" idx="2" hasCustomPrompt="1"/>
          </p:nvPr>
        </p:nvSpPr>
        <p:spPr>
          <a:xfrm>
            <a:off x="2165351" y="6337300"/>
            <a:ext cx="2147888" cy="293128"/>
          </a:xfrm>
        </p:spPr>
        <p:txBody>
          <a:bodyPr vert="horz" lIns="0" tIns="0" rIns="0" bIns="0" rtlCol="0" anchor="b" anchorCtr="0">
            <a:noAutofit/>
          </a:bodyPr>
          <a:lstStyle>
            <a:lvl1pPr algn="r">
              <a:defRPr lang="en-US" sz="800" baseline="0" dirty="0" smtClean="0">
                <a:solidFill>
                  <a:schemeClr val="tx1"/>
                </a:solidFill>
              </a:defRPr>
            </a:lvl1pPr>
          </a:lstStyle>
          <a:p>
            <a:pPr lvl="0" algn="r"/>
            <a:r>
              <a:rPr lang="en-US" noProof="0"/>
              <a:t>Click to add footnote or delete if not in use</a:t>
            </a:r>
          </a:p>
        </p:txBody>
      </p:sp>
      <p:sp>
        <p:nvSpPr>
          <p:cNvPr id="7" name="Text Placeholder 9">
            <a:extLst>
              <a:ext uri="{FF2B5EF4-FFF2-40B4-BE49-F238E27FC236}">
                <a16:creationId xmlns:a16="http://schemas.microsoft.com/office/drawing/2014/main" id="{50FFD7BE-2F34-33BF-0F9C-E77B23933FB7}"/>
              </a:ext>
            </a:extLst>
          </p:cNvPr>
          <p:cNvSpPr>
            <a:spLocks noGrp="1"/>
          </p:cNvSpPr>
          <p:nvPr>
            <p:ph type="body" sz="quarter" idx="17" hasCustomPrompt="1"/>
          </p:nvPr>
        </p:nvSpPr>
        <p:spPr>
          <a:xfrm>
            <a:off x="493714" y="850556"/>
            <a:ext cx="3819524" cy="293129"/>
          </a:xfrm>
        </p:spPr>
        <p:txBody>
          <a:bodyPr/>
          <a:lstStyle>
            <a:lvl1pPr>
              <a:defRPr sz="1400">
                <a:solidFill>
                  <a:schemeClr val="tx1"/>
                </a:solidFill>
              </a:defRPr>
            </a:lvl1pPr>
          </a:lstStyle>
          <a:p>
            <a:pPr lvl="0"/>
            <a:r>
              <a:rPr lang="en-US" noProof="0"/>
              <a:t>Slide sub-title; Inter Regular </a:t>
            </a:r>
            <a:r>
              <a:rPr lang="en-US" noProof="0" err="1"/>
              <a:t>14pt</a:t>
            </a:r>
            <a:endParaRPr lang="en-US" noProof="0"/>
          </a:p>
        </p:txBody>
      </p:sp>
    </p:spTree>
    <p:extLst>
      <p:ext uri="{BB962C8B-B14F-4D97-AF65-F5344CB8AC3E}">
        <p14:creationId xmlns:p14="http://schemas.microsoft.com/office/powerpoint/2010/main" val="2870862512"/>
      </p:ext>
    </p:extLst>
  </p:cSld>
  <p:clrMapOvr>
    <a:overrideClrMapping bg1="dk1" tx1="lt1" bg2="dk2" tx2="lt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Closing, dark">
    <p:bg>
      <p:bgRef idx="1001">
        <a:schemeClr val="bg2"/>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DF9465E-1D11-A69A-F97C-E84153B794EB}"/>
              </a:ext>
            </a:extLst>
          </p:cNvPr>
          <p:cNvGrpSpPr/>
          <p:nvPr/>
        </p:nvGrpSpPr>
        <p:grpSpPr>
          <a:xfrm>
            <a:off x="4826084" y="3121999"/>
            <a:ext cx="2539833" cy="614001"/>
            <a:chOff x="4826084" y="3121999"/>
            <a:chExt cx="2539833" cy="614001"/>
          </a:xfrm>
        </p:grpSpPr>
        <p:sp>
          <p:nvSpPr>
            <p:cNvPr id="2" name="Freeform 1">
              <a:extLst>
                <a:ext uri="{FF2B5EF4-FFF2-40B4-BE49-F238E27FC236}">
                  <a16:creationId xmlns:a16="http://schemas.microsoft.com/office/drawing/2014/main" id="{2CD54E21-9143-DFB1-EE7E-D2211D83F350}"/>
                </a:ext>
              </a:extLst>
            </p:cNvPr>
            <p:cNvSpPr/>
            <p:nvPr/>
          </p:nvSpPr>
          <p:spPr>
            <a:xfrm>
              <a:off x="5048573" y="3121999"/>
              <a:ext cx="2317344" cy="614001"/>
            </a:xfrm>
            <a:custGeom>
              <a:avLst/>
              <a:gdLst>
                <a:gd name="connsiteX0" fmla="*/ 553937 w 2317344"/>
                <a:gd name="connsiteY0" fmla="*/ 238496 h 614001"/>
                <a:gd name="connsiteX1" fmla="*/ 441932 w 2317344"/>
                <a:gd name="connsiteY1" fmla="*/ 417623 h 614001"/>
                <a:gd name="connsiteX2" fmla="*/ 553937 w 2317344"/>
                <a:gd name="connsiteY2" fmla="*/ 596749 h 614001"/>
                <a:gd name="connsiteX3" fmla="*/ 665945 w 2317344"/>
                <a:gd name="connsiteY3" fmla="*/ 417623 h 614001"/>
                <a:gd name="connsiteX4" fmla="*/ 553937 w 2317344"/>
                <a:gd name="connsiteY4" fmla="*/ 238496 h 614001"/>
                <a:gd name="connsiteX5" fmla="*/ 1404274 w 2317344"/>
                <a:gd name="connsiteY5" fmla="*/ 232659 h 614001"/>
                <a:gd name="connsiteX6" fmla="*/ 1302426 w 2317344"/>
                <a:gd name="connsiteY6" fmla="*/ 393264 h 614001"/>
                <a:gd name="connsiteX7" fmla="*/ 1493422 w 2317344"/>
                <a:gd name="connsiteY7" fmla="*/ 393264 h 614001"/>
                <a:gd name="connsiteX8" fmla="*/ 1493422 w 2317344"/>
                <a:gd name="connsiteY8" fmla="*/ 392503 h 614001"/>
                <a:gd name="connsiteX9" fmla="*/ 1404274 w 2317344"/>
                <a:gd name="connsiteY9" fmla="*/ 232659 h 614001"/>
                <a:gd name="connsiteX10" fmla="*/ 784301 w 2317344"/>
                <a:gd name="connsiteY10" fmla="*/ 230377 h 614001"/>
                <a:gd name="connsiteX11" fmla="*/ 972756 w 2317344"/>
                <a:gd name="connsiteY11" fmla="*/ 230377 h 614001"/>
                <a:gd name="connsiteX12" fmla="*/ 972756 w 2317344"/>
                <a:gd name="connsiteY12" fmla="*/ 236212 h 614001"/>
                <a:gd name="connsiteX13" fmla="*/ 935420 w 2317344"/>
                <a:gd name="connsiteY13" fmla="*/ 284673 h 614001"/>
                <a:gd name="connsiteX14" fmla="*/ 1041078 w 2317344"/>
                <a:gd name="connsiteY14" fmla="*/ 500334 h 614001"/>
                <a:gd name="connsiteX15" fmla="*/ 1142671 w 2317344"/>
                <a:gd name="connsiteY15" fmla="*/ 280868 h 614001"/>
                <a:gd name="connsiteX16" fmla="*/ 1087556 w 2317344"/>
                <a:gd name="connsiteY16" fmla="*/ 236212 h 614001"/>
                <a:gd name="connsiteX17" fmla="*/ 1087556 w 2317344"/>
                <a:gd name="connsiteY17" fmla="*/ 230377 h 614001"/>
                <a:gd name="connsiteX18" fmla="*/ 1224709 w 2317344"/>
                <a:gd name="connsiteY18" fmla="*/ 230377 h 614001"/>
                <a:gd name="connsiteX19" fmla="*/ 1224709 w 2317344"/>
                <a:gd name="connsiteY19" fmla="*/ 236212 h 614001"/>
                <a:gd name="connsiteX20" fmla="*/ 1170101 w 2317344"/>
                <a:gd name="connsiteY20" fmla="*/ 271733 h 614001"/>
                <a:gd name="connsiteX21" fmla="*/ 1016695 w 2317344"/>
                <a:gd name="connsiteY21" fmla="*/ 603344 h 614001"/>
                <a:gd name="connsiteX22" fmla="*/ 1001710 w 2317344"/>
                <a:gd name="connsiteY22" fmla="*/ 603344 h 614001"/>
                <a:gd name="connsiteX23" fmla="*/ 845510 w 2317344"/>
                <a:gd name="connsiteY23" fmla="*/ 284673 h 614001"/>
                <a:gd name="connsiteX24" fmla="*/ 784301 w 2317344"/>
                <a:gd name="connsiteY24" fmla="*/ 236212 h 614001"/>
                <a:gd name="connsiteX25" fmla="*/ 1396654 w 2317344"/>
                <a:gd name="connsiteY25" fmla="*/ 221242 h 614001"/>
                <a:gd name="connsiteX26" fmla="*/ 1573934 w 2317344"/>
                <a:gd name="connsiteY26" fmla="*/ 404681 h 614001"/>
                <a:gd name="connsiteX27" fmla="*/ 1573934 w 2317344"/>
                <a:gd name="connsiteY27" fmla="*/ 412039 h 614001"/>
                <a:gd name="connsiteX28" fmla="*/ 1302426 w 2317344"/>
                <a:gd name="connsiteY28" fmla="*/ 412039 h 614001"/>
                <a:gd name="connsiteX29" fmla="*/ 1442878 w 2317344"/>
                <a:gd name="connsiteY29" fmla="*/ 568076 h 614001"/>
                <a:gd name="connsiteX30" fmla="*/ 1557679 w 2317344"/>
                <a:gd name="connsiteY30" fmla="*/ 512765 h 614001"/>
                <a:gd name="connsiteX31" fmla="*/ 1563521 w 2317344"/>
                <a:gd name="connsiteY31" fmla="*/ 514034 h 614001"/>
                <a:gd name="connsiteX32" fmla="*/ 1406051 w 2317344"/>
                <a:gd name="connsiteY32" fmla="*/ 613999 h 614001"/>
                <a:gd name="connsiteX33" fmla="*/ 1206674 w 2317344"/>
                <a:gd name="connsiteY33" fmla="*/ 414323 h 614001"/>
                <a:gd name="connsiteX34" fmla="*/ 1396654 w 2317344"/>
                <a:gd name="connsiteY34" fmla="*/ 221242 h 614001"/>
                <a:gd name="connsiteX35" fmla="*/ 1865761 w 2317344"/>
                <a:gd name="connsiteY35" fmla="*/ 220990 h 614001"/>
                <a:gd name="connsiteX36" fmla="*/ 1987928 w 2317344"/>
                <a:gd name="connsiteY36" fmla="*/ 349879 h 614001"/>
                <a:gd name="connsiteX37" fmla="*/ 1987928 w 2317344"/>
                <a:gd name="connsiteY37" fmla="*/ 549049 h 614001"/>
                <a:gd name="connsiteX38" fmla="*/ 2047867 w 2317344"/>
                <a:gd name="connsiteY38" fmla="*/ 597510 h 614001"/>
                <a:gd name="connsiteX39" fmla="*/ 2047867 w 2317344"/>
                <a:gd name="connsiteY39" fmla="*/ 603345 h 614001"/>
                <a:gd name="connsiteX40" fmla="*/ 1843411 w 2317344"/>
                <a:gd name="connsiteY40" fmla="*/ 603345 h 614001"/>
                <a:gd name="connsiteX41" fmla="*/ 1843411 w 2317344"/>
                <a:gd name="connsiteY41" fmla="*/ 597510 h 614001"/>
                <a:gd name="connsiteX42" fmla="*/ 1902082 w 2317344"/>
                <a:gd name="connsiteY42" fmla="*/ 548796 h 614001"/>
                <a:gd name="connsiteX43" fmla="*/ 1902082 w 2317344"/>
                <a:gd name="connsiteY43" fmla="*/ 340239 h 614001"/>
                <a:gd name="connsiteX44" fmla="*/ 1836045 w 2317344"/>
                <a:gd name="connsiteY44" fmla="*/ 245094 h 614001"/>
                <a:gd name="connsiteX45" fmla="*/ 1730135 w 2317344"/>
                <a:gd name="connsiteY45" fmla="*/ 386162 h 614001"/>
                <a:gd name="connsiteX46" fmla="*/ 1730135 w 2317344"/>
                <a:gd name="connsiteY46" fmla="*/ 549049 h 614001"/>
                <a:gd name="connsiteX47" fmla="*/ 1790074 w 2317344"/>
                <a:gd name="connsiteY47" fmla="*/ 597510 h 614001"/>
                <a:gd name="connsiteX48" fmla="*/ 1790074 w 2317344"/>
                <a:gd name="connsiteY48" fmla="*/ 603345 h 614001"/>
                <a:gd name="connsiteX49" fmla="*/ 1585618 w 2317344"/>
                <a:gd name="connsiteY49" fmla="*/ 603345 h 614001"/>
                <a:gd name="connsiteX50" fmla="*/ 1585618 w 2317344"/>
                <a:gd name="connsiteY50" fmla="*/ 597510 h 614001"/>
                <a:gd name="connsiteX51" fmla="*/ 1644289 w 2317344"/>
                <a:gd name="connsiteY51" fmla="*/ 549049 h 614001"/>
                <a:gd name="connsiteX52" fmla="*/ 1644289 w 2317344"/>
                <a:gd name="connsiteY52" fmla="*/ 303703 h 614001"/>
                <a:gd name="connsiteX53" fmla="*/ 1585618 w 2317344"/>
                <a:gd name="connsiteY53" fmla="*/ 236213 h 614001"/>
                <a:gd name="connsiteX54" fmla="*/ 1585618 w 2317344"/>
                <a:gd name="connsiteY54" fmla="*/ 230378 h 614001"/>
                <a:gd name="connsiteX55" fmla="*/ 1730389 w 2317344"/>
                <a:gd name="connsiteY55" fmla="*/ 230378 h 614001"/>
                <a:gd name="connsiteX56" fmla="*/ 1730389 w 2317344"/>
                <a:gd name="connsiteY56" fmla="*/ 305479 h 614001"/>
                <a:gd name="connsiteX57" fmla="*/ 1865761 w 2317344"/>
                <a:gd name="connsiteY57" fmla="*/ 220990 h 614001"/>
                <a:gd name="connsiteX58" fmla="*/ 2181208 w 2317344"/>
                <a:gd name="connsiteY58" fmla="*/ 105546 h 614001"/>
                <a:gd name="connsiteX59" fmla="*/ 2187050 w 2317344"/>
                <a:gd name="connsiteY59" fmla="*/ 105546 h 614001"/>
                <a:gd name="connsiteX60" fmla="*/ 2187050 w 2317344"/>
                <a:gd name="connsiteY60" fmla="*/ 230123 h 614001"/>
                <a:gd name="connsiteX61" fmla="*/ 2293469 w 2317344"/>
                <a:gd name="connsiteY61" fmla="*/ 230123 h 614001"/>
                <a:gd name="connsiteX62" fmla="*/ 2293469 w 2317344"/>
                <a:gd name="connsiteY62" fmla="*/ 245092 h 614001"/>
                <a:gd name="connsiteX63" fmla="*/ 2187050 w 2317344"/>
                <a:gd name="connsiteY63" fmla="*/ 245092 h 614001"/>
                <a:gd name="connsiteX64" fmla="*/ 2187050 w 2317344"/>
                <a:gd name="connsiteY64" fmla="*/ 489424 h 614001"/>
                <a:gd name="connsiteX65" fmla="*/ 2250546 w 2317344"/>
                <a:gd name="connsiteY65" fmla="*/ 572897 h 614001"/>
                <a:gd name="connsiteX66" fmla="*/ 2311502 w 2317344"/>
                <a:gd name="connsiteY66" fmla="*/ 512512 h 614001"/>
                <a:gd name="connsiteX67" fmla="*/ 2317344 w 2317344"/>
                <a:gd name="connsiteY67" fmla="*/ 514034 h 614001"/>
                <a:gd name="connsiteX68" fmla="*/ 2202035 w 2317344"/>
                <a:gd name="connsiteY68" fmla="*/ 613999 h 614001"/>
                <a:gd name="connsiteX69" fmla="*/ 2101966 w 2317344"/>
                <a:gd name="connsiteY69" fmla="*/ 499572 h 614001"/>
                <a:gd name="connsiteX70" fmla="*/ 2101966 w 2317344"/>
                <a:gd name="connsiteY70" fmla="*/ 245092 h 614001"/>
                <a:gd name="connsiteX71" fmla="*/ 2016373 w 2317344"/>
                <a:gd name="connsiteY71" fmla="*/ 245092 h 614001"/>
                <a:gd name="connsiteX72" fmla="*/ 2016373 w 2317344"/>
                <a:gd name="connsiteY72" fmla="*/ 230123 h 614001"/>
                <a:gd name="connsiteX73" fmla="*/ 2181208 w 2317344"/>
                <a:gd name="connsiteY73" fmla="*/ 105546 h 614001"/>
                <a:gd name="connsiteX74" fmla="*/ 745695 w 2317344"/>
                <a:gd name="connsiteY74" fmla="*/ 8373 h 614001"/>
                <a:gd name="connsiteX75" fmla="*/ 746457 w 2317344"/>
                <a:gd name="connsiteY75" fmla="*/ 8373 h 614001"/>
                <a:gd name="connsiteX76" fmla="*/ 746457 w 2317344"/>
                <a:gd name="connsiteY76" fmla="*/ 526722 h 614001"/>
                <a:gd name="connsiteX77" fmla="*/ 807667 w 2317344"/>
                <a:gd name="connsiteY77" fmla="*/ 597764 h 614001"/>
                <a:gd name="connsiteX78" fmla="*/ 807667 w 2317344"/>
                <a:gd name="connsiteY78" fmla="*/ 603599 h 614001"/>
                <a:gd name="connsiteX79" fmla="*/ 659086 w 2317344"/>
                <a:gd name="connsiteY79" fmla="*/ 603599 h 614001"/>
                <a:gd name="connsiteX80" fmla="*/ 659086 w 2317344"/>
                <a:gd name="connsiteY80" fmla="*/ 539408 h 614001"/>
                <a:gd name="connsiteX81" fmla="*/ 535397 w 2317344"/>
                <a:gd name="connsiteY81" fmla="*/ 614001 h 614001"/>
                <a:gd name="connsiteX82" fmla="*/ 345926 w 2317344"/>
                <a:gd name="connsiteY82" fmla="*/ 417623 h 614001"/>
                <a:gd name="connsiteX83" fmla="*/ 535397 w 2317344"/>
                <a:gd name="connsiteY83" fmla="*/ 221244 h 614001"/>
                <a:gd name="connsiteX84" fmla="*/ 659086 w 2317344"/>
                <a:gd name="connsiteY84" fmla="*/ 295837 h 614001"/>
                <a:gd name="connsiteX85" fmla="*/ 659086 w 2317344"/>
                <a:gd name="connsiteY85" fmla="*/ 115696 h 614001"/>
                <a:gd name="connsiteX86" fmla="*/ 597369 w 2317344"/>
                <a:gd name="connsiteY86" fmla="*/ 48207 h 614001"/>
                <a:gd name="connsiteX87" fmla="*/ 597369 w 2317344"/>
                <a:gd name="connsiteY87" fmla="*/ 42118 h 614001"/>
                <a:gd name="connsiteX88" fmla="*/ 745695 w 2317344"/>
                <a:gd name="connsiteY88" fmla="*/ 8373 h 614001"/>
                <a:gd name="connsiteX89" fmla="*/ 41907 w 2317344"/>
                <a:gd name="connsiteY89" fmla="*/ 0 h 614001"/>
                <a:gd name="connsiteX90" fmla="*/ 42669 w 2317344"/>
                <a:gd name="connsiteY90" fmla="*/ 0 h 614001"/>
                <a:gd name="connsiteX91" fmla="*/ 308843 w 2317344"/>
                <a:gd name="connsiteY91" fmla="*/ 549048 h 614001"/>
                <a:gd name="connsiteX92" fmla="*/ 386816 w 2317344"/>
                <a:gd name="connsiteY92" fmla="*/ 597509 h 614001"/>
                <a:gd name="connsiteX93" fmla="*/ 386816 w 2317344"/>
                <a:gd name="connsiteY93" fmla="*/ 603344 h 614001"/>
                <a:gd name="connsiteX94" fmla="*/ 141468 w 2317344"/>
                <a:gd name="connsiteY94" fmla="*/ 603344 h 614001"/>
                <a:gd name="connsiteX95" fmla="*/ 141468 w 2317344"/>
                <a:gd name="connsiteY95" fmla="*/ 597509 h 614001"/>
                <a:gd name="connsiteX96" fmla="*/ 194551 w 2317344"/>
                <a:gd name="connsiteY96" fmla="*/ 549048 h 614001"/>
                <a:gd name="connsiteX97" fmla="*/ 0 w 2317344"/>
                <a:gd name="connsiteY97" fmla="*/ 148172 h 61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2317344" h="614001">
                  <a:moveTo>
                    <a:pt x="553937" y="238496"/>
                  </a:moveTo>
                  <a:cubicBezTo>
                    <a:pt x="488410" y="238496"/>
                    <a:pt x="441932" y="306747"/>
                    <a:pt x="441932" y="417623"/>
                  </a:cubicBezTo>
                  <a:cubicBezTo>
                    <a:pt x="441932" y="528498"/>
                    <a:pt x="488664" y="596749"/>
                    <a:pt x="553937" y="596749"/>
                  </a:cubicBezTo>
                  <a:cubicBezTo>
                    <a:pt x="619212" y="596749"/>
                    <a:pt x="665691" y="528244"/>
                    <a:pt x="665945" y="417623"/>
                  </a:cubicBezTo>
                  <a:cubicBezTo>
                    <a:pt x="665945" y="306747"/>
                    <a:pt x="619212" y="238496"/>
                    <a:pt x="553937" y="238496"/>
                  </a:cubicBezTo>
                  <a:close/>
                  <a:moveTo>
                    <a:pt x="1404274" y="232659"/>
                  </a:moveTo>
                  <a:cubicBezTo>
                    <a:pt x="1334682" y="232659"/>
                    <a:pt x="1302426" y="313595"/>
                    <a:pt x="1302426" y="393264"/>
                  </a:cubicBezTo>
                  <a:lnTo>
                    <a:pt x="1493422" y="393264"/>
                  </a:lnTo>
                  <a:lnTo>
                    <a:pt x="1493422" y="392503"/>
                  </a:lnTo>
                  <a:cubicBezTo>
                    <a:pt x="1493422" y="324506"/>
                    <a:pt x="1471326" y="232659"/>
                    <a:pt x="1404274" y="232659"/>
                  </a:cubicBezTo>
                  <a:close/>
                  <a:moveTo>
                    <a:pt x="784301" y="230377"/>
                  </a:moveTo>
                  <a:lnTo>
                    <a:pt x="972756" y="230377"/>
                  </a:lnTo>
                  <a:lnTo>
                    <a:pt x="972756" y="236212"/>
                  </a:lnTo>
                  <a:cubicBezTo>
                    <a:pt x="942787" y="238750"/>
                    <a:pt x="920689" y="254735"/>
                    <a:pt x="935420" y="284673"/>
                  </a:cubicBezTo>
                  <a:lnTo>
                    <a:pt x="1041078" y="500334"/>
                  </a:lnTo>
                  <a:lnTo>
                    <a:pt x="1142671" y="280868"/>
                  </a:lnTo>
                  <a:cubicBezTo>
                    <a:pt x="1163244" y="236466"/>
                    <a:pt x="1109400" y="237989"/>
                    <a:pt x="1087556" y="236212"/>
                  </a:cubicBezTo>
                  <a:lnTo>
                    <a:pt x="1087556" y="230377"/>
                  </a:lnTo>
                  <a:lnTo>
                    <a:pt x="1224709" y="230377"/>
                  </a:lnTo>
                  <a:lnTo>
                    <a:pt x="1224709" y="236212"/>
                  </a:lnTo>
                  <a:cubicBezTo>
                    <a:pt x="1202357" y="237989"/>
                    <a:pt x="1180515" y="250421"/>
                    <a:pt x="1170101" y="271733"/>
                  </a:cubicBezTo>
                  <a:lnTo>
                    <a:pt x="1016695" y="603344"/>
                  </a:lnTo>
                  <a:lnTo>
                    <a:pt x="1001710" y="603344"/>
                  </a:lnTo>
                  <a:lnTo>
                    <a:pt x="845510" y="284673"/>
                  </a:lnTo>
                  <a:cubicBezTo>
                    <a:pt x="831287" y="255495"/>
                    <a:pt x="814779" y="238750"/>
                    <a:pt x="784301" y="236212"/>
                  </a:cubicBezTo>
                  <a:close/>
                  <a:moveTo>
                    <a:pt x="1396654" y="221242"/>
                  </a:moveTo>
                  <a:cubicBezTo>
                    <a:pt x="1518312" y="221242"/>
                    <a:pt x="1573934" y="324760"/>
                    <a:pt x="1573934" y="404681"/>
                  </a:cubicBezTo>
                  <a:lnTo>
                    <a:pt x="1573934" y="412039"/>
                  </a:lnTo>
                  <a:lnTo>
                    <a:pt x="1302426" y="412039"/>
                  </a:lnTo>
                  <a:cubicBezTo>
                    <a:pt x="1302426" y="491199"/>
                    <a:pt x="1339253" y="568838"/>
                    <a:pt x="1442878" y="568076"/>
                  </a:cubicBezTo>
                  <a:cubicBezTo>
                    <a:pt x="1487072" y="567569"/>
                    <a:pt x="1541425" y="544226"/>
                    <a:pt x="1557679" y="512765"/>
                  </a:cubicBezTo>
                  <a:lnTo>
                    <a:pt x="1563521" y="514034"/>
                  </a:lnTo>
                  <a:cubicBezTo>
                    <a:pt x="1544472" y="565539"/>
                    <a:pt x="1480723" y="613999"/>
                    <a:pt x="1406051" y="613999"/>
                  </a:cubicBezTo>
                  <a:cubicBezTo>
                    <a:pt x="1289727" y="613999"/>
                    <a:pt x="1206674" y="523167"/>
                    <a:pt x="1206674" y="414323"/>
                  </a:cubicBezTo>
                  <a:cubicBezTo>
                    <a:pt x="1206674" y="315372"/>
                    <a:pt x="1278552" y="221242"/>
                    <a:pt x="1396654" y="221242"/>
                  </a:cubicBezTo>
                  <a:close/>
                  <a:moveTo>
                    <a:pt x="1865761" y="220990"/>
                  </a:moveTo>
                  <a:cubicBezTo>
                    <a:pt x="1942718" y="220990"/>
                    <a:pt x="1988689" y="271481"/>
                    <a:pt x="1987928" y="349879"/>
                  </a:cubicBezTo>
                  <a:lnTo>
                    <a:pt x="1987928" y="549049"/>
                  </a:lnTo>
                  <a:cubicBezTo>
                    <a:pt x="1987928" y="578989"/>
                    <a:pt x="2014595" y="594972"/>
                    <a:pt x="2047867" y="597510"/>
                  </a:cubicBezTo>
                  <a:lnTo>
                    <a:pt x="2047867" y="603345"/>
                  </a:lnTo>
                  <a:lnTo>
                    <a:pt x="1843411" y="603345"/>
                  </a:lnTo>
                  <a:lnTo>
                    <a:pt x="1843411" y="597510"/>
                  </a:lnTo>
                  <a:cubicBezTo>
                    <a:pt x="1875921" y="594972"/>
                    <a:pt x="1902082" y="578735"/>
                    <a:pt x="1902082" y="548796"/>
                  </a:cubicBezTo>
                  <a:lnTo>
                    <a:pt x="1902082" y="340239"/>
                  </a:lnTo>
                  <a:cubicBezTo>
                    <a:pt x="1902082" y="283405"/>
                    <a:pt x="1876175" y="245094"/>
                    <a:pt x="1836045" y="245094"/>
                  </a:cubicBezTo>
                  <a:cubicBezTo>
                    <a:pt x="1787027" y="245094"/>
                    <a:pt x="1730135" y="303195"/>
                    <a:pt x="1730135" y="386162"/>
                  </a:cubicBezTo>
                  <a:lnTo>
                    <a:pt x="1730135" y="549049"/>
                  </a:lnTo>
                  <a:cubicBezTo>
                    <a:pt x="1730135" y="578989"/>
                    <a:pt x="1756803" y="594972"/>
                    <a:pt x="1790074" y="597510"/>
                  </a:cubicBezTo>
                  <a:lnTo>
                    <a:pt x="1790074" y="603345"/>
                  </a:lnTo>
                  <a:lnTo>
                    <a:pt x="1585618" y="603345"/>
                  </a:lnTo>
                  <a:lnTo>
                    <a:pt x="1585618" y="597510"/>
                  </a:lnTo>
                  <a:cubicBezTo>
                    <a:pt x="1618128" y="594972"/>
                    <a:pt x="1644289" y="578989"/>
                    <a:pt x="1644289" y="549049"/>
                  </a:cubicBezTo>
                  <a:lnTo>
                    <a:pt x="1644289" y="303703"/>
                  </a:lnTo>
                  <a:cubicBezTo>
                    <a:pt x="1644289" y="247884"/>
                    <a:pt x="1618128" y="238751"/>
                    <a:pt x="1585618" y="236213"/>
                  </a:cubicBezTo>
                  <a:lnTo>
                    <a:pt x="1585618" y="230378"/>
                  </a:lnTo>
                  <a:lnTo>
                    <a:pt x="1730389" y="230378"/>
                  </a:lnTo>
                  <a:lnTo>
                    <a:pt x="1730389" y="305479"/>
                  </a:lnTo>
                  <a:cubicBezTo>
                    <a:pt x="1750961" y="260064"/>
                    <a:pt x="1794900" y="220990"/>
                    <a:pt x="1865761" y="220990"/>
                  </a:cubicBezTo>
                  <a:close/>
                  <a:moveTo>
                    <a:pt x="2181208" y="105546"/>
                  </a:moveTo>
                  <a:lnTo>
                    <a:pt x="2187050" y="105546"/>
                  </a:lnTo>
                  <a:lnTo>
                    <a:pt x="2187050" y="230123"/>
                  </a:lnTo>
                  <a:lnTo>
                    <a:pt x="2293469" y="230123"/>
                  </a:lnTo>
                  <a:lnTo>
                    <a:pt x="2293469" y="245092"/>
                  </a:lnTo>
                  <a:lnTo>
                    <a:pt x="2187050" y="245092"/>
                  </a:lnTo>
                  <a:lnTo>
                    <a:pt x="2187050" y="489424"/>
                  </a:lnTo>
                  <a:cubicBezTo>
                    <a:pt x="2187050" y="536616"/>
                    <a:pt x="2200257" y="572897"/>
                    <a:pt x="2250546" y="572897"/>
                  </a:cubicBezTo>
                  <a:cubicBezTo>
                    <a:pt x="2283818" y="572897"/>
                    <a:pt x="2304137" y="541690"/>
                    <a:pt x="2311502" y="512512"/>
                  </a:cubicBezTo>
                  <a:lnTo>
                    <a:pt x="2317344" y="514034"/>
                  </a:lnTo>
                  <a:cubicBezTo>
                    <a:pt x="2306168" y="568584"/>
                    <a:pt x="2259435" y="613999"/>
                    <a:pt x="2202035" y="613999"/>
                  </a:cubicBezTo>
                  <a:cubicBezTo>
                    <a:pt x="2134221" y="613999"/>
                    <a:pt x="2101966" y="572897"/>
                    <a:pt x="2101966" y="499572"/>
                  </a:cubicBezTo>
                  <a:lnTo>
                    <a:pt x="2101966" y="245092"/>
                  </a:lnTo>
                  <a:lnTo>
                    <a:pt x="2016373" y="245092"/>
                  </a:lnTo>
                  <a:lnTo>
                    <a:pt x="2016373" y="230123"/>
                  </a:lnTo>
                  <a:cubicBezTo>
                    <a:pt x="2112125" y="230123"/>
                    <a:pt x="2164700" y="173035"/>
                    <a:pt x="2181208" y="105546"/>
                  </a:cubicBezTo>
                  <a:close/>
                  <a:moveTo>
                    <a:pt x="745695" y="8373"/>
                  </a:moveTo>
                  <a:lnTo>
                    <a:pt x="746457" y="8373"/>
                  </a:lnTo>
                  <a:lnTo>
                    <a:pt x="746457" y="526722"/>
                  </a:lnTo>
                  <a:cubicBezTo>
                    <a:pt x="746457" y="585332"/>
                    <a:pt x="775665" y="594973"/>
                    <a:pt x="807667" y="597764"/>
                  </a:cubicBezTo>
                  <a:lnTo>
                    <a:pt x="807667" y="603599"/>
                  </a:lnTo>
                  <a:lnTo>
                    <a:pt x="659086" y="603599"/>
                  </a:lnTo>
                  <a:lnTo>
                    <a:pt x="659086" y="539408"/>
                  </a:lnTo>
                  <a:cubicBezTo>
                    <a:pt x="635466" y="587107"/>
                    <a:pt x="594321" y="614001"/>
                    <a:pt x="535397" y="614001"/>
                  </a:cubicBezTo>
                  <a:cubicBezTo>
                    <a:pt x="437106" y="614001"/>
                    <a:pt x="345926" y="539154"/>
                    <a:pt x="345926" y="417623"/>
                  </a:cubicBezTo>
                  <a:cubicBezTo>
                    <a:pt x="345926" y="296091"/>
                    <a:pt x="437106" y="221244"/>
                    <a:pt x="535397" y="221244"/>
                  </a:cubicBezTo>
                  <a:cubicBezTo>
                    <a:pt x="594321" y="221244"/>
                    <a:pt x="635466" y="248138"/>
                    <a:pt x="659086" y="295837"/>
                  </a:cubicBezTo>
                  <a:lnTo>
                    <a:pt x="659086" y="115696"/>
                  </a:lnTo>
                  <a:cubicBezTo>
                    <a:pt x="659086" y="59878"/>
                    <a:pt x="631657" y="50744"/>
                    <a:pt x="597369" y="48207"/>
                  </a:cubicBezTo>
                  <a:lnTo>
                    <a:pt x="597369" y="42118"/>
                  </a:lnTo>
                  <a:cubicBezTo>
                    <a:pt x="616163" y="42118"/>
                    <a:pt x="696169" y="46431"/>
                    <a:pt x="745695" y="8373"/>
                  </a:cubicBezTo>
                  <a:close/>
                  <a:moveTo>
                    <a:pt x="41907" y="0"/>
                  </a:moveTo>
                  <a:lnTo>
                    <a:pt x="42669" y="0"/>
                  </a:lnTo>
                  <a:lnTo>
                    <a:pt x="308843" y="549048"/>
                  </a:lnTo>
                  <a:cubicBezTo>
                    <a:pt x="323828" y="580003"/>
                    <a:pt x="347957" y="594971"/>
                    <a:pt x="386816" y="597509"/>
                  </a:cubicBezTo>
                  <a:lnTo>
                    <a:pt x="386816" y="603344"/>
                  </a:lnTo>
                  <a:lnTo>
                    <a:pt x="141468" y="603344"/>
                  </a:lnTo>
                  <a:lnTo>
                    <a:pt x="141468" y="597509"/>
                  </a:lnTo>
                  <a:cubicBezTo>
                    <a:pt x="179565" y="594971"/>
                    <a:pt x="210044" y="580764"/>
                    <a:pt x="194551" y="549048"/>
                  </a:cubicBezTo>
                  <a:lnTo>
                    <a:pt x="0" y="148172"/>
                  </a:lnTo>
                  <a:close/>
                </a:path>
              </a:pathLst>
            </a:custGeom>
            <a:solidFill>
              <a:schemeClr val="tx1"/>
            </a:solidFill>
            <a:ln w="1823" cap="flat">
              <a:noFill/>
              <a:prstDash val="solid"/>
              <a:miter/>
            </a:ln>
          </p:spPr>
          <p:txBody>
            <a:bodyPr wrap="square" rtlCol="0" anchor="ctr">
              <a:noAutofit/>
            </a:bodyPr>
            <a:lstStyle/>
            <a:p>
              <a:endParaRPr lang="en-US" b="0" i="0" noProof="0">
                <a:solidFill>
                  <a:schemeClr val="tx1"/>
                </a:solidFill>
                <a:latin typeface="+mn-lt" panose="02000503000000020004" pitchFamily="2" charset="0"/>
              </a:endParaRPr>
            </a:p>
          </p:txBody>
        </p:sp>
        <p:sp>
          <p:nvSpPr>
            <p:cNvPr id="20" name="Freeform 19">
              <a:extLst>
                <a:ext uri="{FF2B5EF4-FFF2-40B4-BE49-F238E27FC236}">
                  <a16:creationId xmlns:a16="http://schemas.microsoft.com/office/drawing/2014/main" id="{6A952D1B-9FC8-3E39-4B09-A4AA4A374E44}"/>
                </a:ext>
              </a:extLst>
            </p:cNvPr>
            <p:cNvSpPr/>
            <p:nvPr/>
          </p:nvSpPr>
          <p:spPr>
            <a:xfrm>
              <a:off x="4826084" y="3482026"/>
              <a:ext cx="253982" cy="253719"/>
            </a:xfrm>
            <a:custGeom>
              <a:avLst/>
              <a:gdLst>
                <a:gd name="connsiteX0" fmla="*/ 182947 w 182946"/>
                <a:gd name="connsiteY0" fmla="*/ 91378 h 182756"/>
                <a:gd name="connsiteX1" fmla="*/ 91473 w 182946"/>
                <a:gd name="connsiteY1" fmla="*/ 182757 h 182756"/>
                <a:gd name="connsiteX2" fmla="*/ 0 w 182946"/>
                <a:gd name="connsiteY2" fmla="*/ 91378 h 182756"/>
                <a:gd name="connsiteX3" fmla="*/ 91473 w 182946"/>
                <a:gd name="connsiteY3" fmla="*/ 0 h 182756"/>
                <a:gd name="connsiteX4" fmla="*/ 182947 w 182946"/>
                <a:gd name="connsiteY4" fmla="*/ 91378 h 18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46" h="182756">
                  <a:moveTo>
                    <a:pt x="182947" y="91378"/>
                  </a:moveTo>
                  <a:cubicBezTo>
                    <a:pt x="182947" y="141845"/>
                    <a:pt x="141993" y="182757"/>
                    <a:pt x="91473" y="182757"/>
                  </a:cubicBezTo>
                  <a:cubicBezTo>
                    <a:pt x="40954" y="182757"/>
                    <a:pt x="0" y="141845"/>
                    <a:pt x="0" y="91378"/>
                  </a:cubicBezTo>
                  <a:cubicBezTo>
                    <a:pt x="0" y="40912"/>
                    <a:pt x="40954" y="0"/>
                    <a:pt x="91473" y="0"/>
                  </a:cubicBezTo>
                  <a:cubicBezTo>
                    <a:pt x="141993" y="0"/>
                    <a:pt x="182947" y="40912"/>
                    <a:pt x="182947" y="91378"/>
                  </a:cubicBezTo>
                  <a:close/>
                </a:path>
              </a:pathLst>
            </a:custGeom>
            <a:solidFill>
              <a:srgbClr val="E1B523"/>
            </a:solidFill>
            <a:ln w="1823" cap="flat">
              <a:noFill/>
              <a:prstDash val="solid"/>
              <a:miter/>
            </a:ln>
          </p:spPr>
          <p:txBody>
            <a:bodyPr rtlCol="0" anchor="ctr"/>
            <a:lstStyle/>
            <a:p>
              <a:endParaRPr lang="en-US" b="0" i="0" noProof="0">
                <a:latin typeface="+mn-lt" panose="02000503000000020004" pitchFamily="2" charset="0"/>
              </a:endParaRPr>
            </a:p>
          </p:txBody>
        </p:sp>
      </p:grpSp>
    </p:spTree>
    <p:extLst>
      <p:ext uri="{BB962C8B-B14F-4D97-AF65-F5344CB8AC3E}">
        <p14:creationId xmlns:p14="http://schemas.microsoft.com/office/powerpoint/2010/main" val="1194160243"/>
      </p:ext>
    </p:extLst>
  </p:cSld>
  <p:clrMapOvr>
    <a:overrideClrMapping bg1="dk1" tx1="lt1" bg2="dk2" tx2="lt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Closing, gradient">
    <p:bg>
      <p:bgPr>
        <a:gradFill>
          <a:gsLst>
            <a:gs pos="0">
              <a:srgbClr val="0038FF"/>
            </a:gs>
            <a:gs pos="100000">
              <a:srgbClr val="269AFF"/>
            </a:gs>
          </a:gsLst>
          <a:lin ang="0" scaled="1"/>
        </a:gra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495276F-5660-0C5B-AA0C-BE8FDB3750C9}"/>
              </a:ext>
            </a:extLst>
          </p:cNvPr>
          <p:cNvGrpSpPr/>
          <p:nvPr/>
        </p:nvGrpSpPr>
        <p:grpSpPr>
          <a:xfrm>
            <a:off x="4826084" y="3121999"/>
            <a:ext cx="2539833" cy="614001"/>
            <a:chOff x="4826084" y="3121999"/>
            <a:chExt cx="2539833" cy="614001"/>
          </a:xfrm>
        </p:grpSpPr>
        <p:sp>
          <p:nvSpPr>
            <p:cNvPr id="3" name="Freeform 2">
              <a:extLst>
                <a:ext uri="{FF2B5EF4-FFF2-40B4-BE49-F238E27FC236}">
                  <a16:creationId xmlns:a16="http://schemas.microsoft.com/office/drawing/2014/main" id="{A5063C9C-F401-B66C-C629-8C6D70BEB1B7}"/>
                </a:ext>
              </a:extLst>
            </p:cNvPr>
            <p:cNvSpPr/>
            <p:nvPr/>
          </p:nvSpPr>
          <p:spPr>
            <a:xfrm>
              <a:off x="5048573" y="3121999"/>
              <a:ext cx="2317344" cy="614001"/>
            </a:xfrm>
            <a:custGeom>
              <a:avLst/>
              <a:gdLst>
                <a:gd name="connsiteX0" fmla="*/ 553937 w 2317344"/>
                <a:gd name="connsiteY0" fmla="*/ 238496 h 614001"/>
                <a:gd name="connsiteX1" fmla="*/ 441932 w 2317344"/>
                <a:gd name="connsiteY1" fmla="*/ 417623 h 614001"/>
                <a:gd name="connsiteX2" fmla="*/ 553937 w 2317344"/>
                <a:gd name="connsiteY2" fmla="*/ 596749 h 614001"/>
                <a:gd name="connsiteX3" fmla="*/ 665945 w 2317344"/>
                <a:gd name="connsiteY3" fmla="*/ 417623 h 614001"/>
                <a:gd name="connsiteX4" fmla="*/ 553937 w 2317344"/>
                <a:gd name="connsiteY4" fmla="*/ 238496 h 614001"/>
                <a:gd name="connsiteX5" fmla="*/ 1404274 w 2317344"/>
                <a:gd name="connsiteY5" fmla="*/ 232659 h 614001"/>
                <a:gd name="connsiteX6" fmla="*/ 1302426 w 2317344"/>
                <a:gd name="connsiteY6" fmla="*/ 393264 h 614001"/>
                <a:gd name="connsiteX7" fmla="*/ 1493422 w 2317344"/>
                <a:gd name="connsiteY7" fmla="*/ 393264 h 614001"/>
                <a:gd name="connsiteX8" fmla="*/ 1493422 w 2317344"/>
                <a:gd name="connsiteY8" fmla="*/ 392503 h 614001"/>
                <a:gd name="connsiteX9" fmla="*/ 1404274 w 2317344"/>
                <a:gd name="connsiteY9" fmla="*/ 232659 h 614001"/>
                <a:gd name="connsiteX10" fmla="*/ 784301 w 2317344"/>
                <a:gd name="connsiteY10" fmla="*/ 230377 h 614001"/>
                <a:gd name="connsiteX11" fmla="*/ 972756 w 2317344"/>
                <a:gd name="connsiteY11" fmla="*/ 230377 h 614001"/>
                <a:gd name="connsiteX12" fmla="*/ 972756 w 2317344"/>
                <a:gd name="connsiteY12" fmla="*/ 236212 h 614001"/>
                <a:gd name="connsiteX13" fmla="*/ 935420 w 2317344"/>
                <a:gd name="connsiteY13" fmla="*/ 284673 h 614001"/>
                <a:gd name="connsiteX14" fmla="*/ 1041078 w 2317344"/>
                <a:gd name="connsiteY14" fmla="*/ 500334 h 614001"/>
                <a:gd name="connsiteX15" fmla="*/ 1142671 w 2317344"/>
                <a:gd name="connsiteY15" fmla="*/ 280868 h 614001"/>
                <a:gd name="connsiteX16" fmla="*/ 1087556 w 2317344"/>
                <a:gd name="connsiteY16" fmla="*/ 236212 h 614001"/>
                <a:gd name="connsiteX17" fmla="*/ 1087556 w 2317344"/>
                <a:gd name="connsiteY17" fmla="*/ 230377 h 614001"/>
                <a:gd name="connsiteX18" fmla="*/ 1224709 w 2317344"/>
                <a:gd name="connsiteY18" fmla="*/ 230377 h 614001"/>
                <a:gd name="connsiteX19" fmla="*/ 1224709 w 2317344"/>
                <a:gd name="connsiteY19" fmla="*/ 236212 h 614001"/>
                <a:gd name="connsiteX20" fmla="*/ 1170101 w 2317344"/>
                <a:gd name="connsiteY20" fmla="*/ 271733 h 614001"/>
                <a:gd name="connsiteX21" fmla="*/ 1016695 w 2317344"/>
                <a:gd name="connsiteY21" fmla="*/ 603344 h 614001"/>
                <a:gd name="connsiteX22" fmla="*/ 1001710 w 2317344"/>
                <a:gd name="connsiteY22" fmla="*/ 603344 h 614001"/>
                <a:gd name="connsiteX23" fmla="*/ 845510 w 2317344"/>
                <a:gd name="connsiteY23" fmla="*/ 284673 h 614001"/>
                <a:gd name="connsiteX24" fmla="*/ 784301 w 2317344"/>
                <a:gd name="connsiteY24" fmla="*/ 236212 h 614001"/>
                <a:gd name="connsiteX25" fmla="*/ 1396654 w 2317344"/>
                <a:gd name="connsiteY25" fmla="*/ 221242 h 614001"/>
                <a:gd name="connsiteX26" fmla="*/ 1573934 w 2317344"/>
                <a:gd name="connsiteY26" fmla="*/ 404681 h 614001"/>
                <a:gd name="connsiteX27" fmla="*/ 1573934 w 2317344"/>
                <a:gd name="connsiteY27" fmla="*/ 412039 h 614001"/>
                <a:gd name="connsiteX28" fmla="*/ 1302426 w 2317344"/>
                <a:gd name="connsiteY28" fmla="*/ 412039 h 614001"/>
                <a:gd name="connsiteX29" fmla="*/ 1442878 w 2317344"/>
                <a:gd name="connsiteY29" fmla="*/ 568076 h 614001"/>
                <a:gd name="connsiteX30" fmla="*/ 1557679 w 2317344"/>
                <a:gd name="connsiteY30" fmla="*/ 512765 h 614001"/>
                <a:gd name="connsiteX31" fmla="*/ 1563521 w 2317344"/>
                <a:gd name="connsiteY31" fmla="*/ 514034 h 614001"/>
                <a:gd name="connsiteX32" fmla="*/ 1406051 w 2317344"/>
                <a:gd name="connsiteY32" fmla="*/ 613999 h 614001"/>
                <a:gd name="connsiteX33" fmla="*/ 1206674 w 2317344"/>
                <a:gd name="connsiteY33" fmla="*/ 414323 h 614001"/>
                <a:gd name="connsiteX34" fmla="*/ 1396654 w 2317344"/>
                <a:gd name="connsiteY34" fmla="*/ 221242 h 614001"/>
                <a:gd name="connsiteX35" fmla="*/ 1865761 w 2317344"/>
                <a:gd name="connsiteY35" fmla="*/ 220990 h 614001"/>
                <a:gd name="connsiteX36" fmla="*/ 1987928 w 2317344"/>
                <a:gd name="connsiteY36" fmla="*/ 349879 h 614001"/>
                <a:gd name="connsiteX37" fmla="*/ 1987928 w 2317344"/>
                <a:gd name="connsiteY37" fmla="*/ 549049 h 614001"/>
                <a:gd name="connsiteX38" fmla="*/ 2047867 w 2317344"/>
                <a:gd name="connsiteY38" fmla="*/ 597510 h 614001"/>
                <a:gd name="connsiteX39" fmla="*/ 2047867 w 2317344"/>
                <a:gd name="connsiteY39" fmla="*/ 603345 h 614001"/>
                <a:gd name="connsiteX40" fmla="*/ 1843411 w 2317344"/>
                <a:gd name="connsiteY40" fmla="*/ 603345 h 614001"/>
                <a:gd name="connsiteX41" fmla="*/ 1843411 w 2317344"/>
                <a:gd name="connsiteY41" fmla="*/ 597510 h 614001"/>
                <a:gd name="connsiteX42" fmla="*/ 1902082 w 2317344"/>
                <a:gd name="connsiteY42" fmla="*/ 548796 h 614001"/>
                <a:gd name="connsiteX43" fmla="*/ 1902082 w 2317344"/>
                <a:gd name="connsiteY43" fmla="*/ 340239 h 614001"/>
                <a:gd name="connsiteX44" fmla="*/ 1836045 w 2317344"/>
                <a:gd name="connsiteY44" fmla="*/ 245094 h 614001"/>
                <a:gd name="connsiteX45" fmla="*/ 1730135 w 2317344"/>
                <a:gd name="connsiteY45" fmla="*/ 386162 h 614001"/>
                <a:gd name="connsiteX46" fmla="*/ 1730135 w 2317344"/>
                <a:gd name="connsiteY46" fmla="*/ 549049 h 614001"/>
                <a:gd name="connsiteX47" fmla="*/ 1790074 w 2317344"/>
                <a:gd name="connsiteY47" fmla="*/ 597510 h 614001"/>
                <a:gd name="connsiteX48" fmla="*/ 1790074 w 2317344"/>
                <a:gd name="connsiteY48" fmla="*/ 603345 h 614001"/>
                <a:gd name="connsiteX49" fmla="*/ 1585618 w 2317344"/>
                <a:gd name="connsiteY49" fmla="*/ 603345 h 614001"/>
                <a:gd name="connsiteX50" fmla="*/ 1585618 w 2317344"/>
                <a:gd name="connsiteY50" fmla="*/ 597510 h 614001"/>
                <a:gd name="connsiteX51" fmla="*/ 1644289 w 2317344"/>
                <a:gd name="connsiteY51" fmla="*/ 549049 h 614001"/>
                <a:gd name="connsiteX52" fmla="*/ 1644289 w 2317344"/>
                <a:gd name="connsiteY52" fmla="*/ 303703 h 614001"/>
                <a:gd name="connsiteX53" fmla="*/ 1585618 w 2317344"/>
                <a:gd name="connsiteY53" fmla="*/ 236213 h 614001"/>
                <a:gd name="connsiteX54" fmla="*/ 1585618 w 2317344"/>
                <a:gd name="connsiteY54" fmla="*/ 230378 h 614001"/>
                <a:gd name="connsiteX55" fmla="*/ 1730389 w 2317344"/>
                <a:gd name="connsiteY55" fmla="*/ 230378 h 614001"/>
                <a:gd name="connsiteX56" fmla="*/ 1730389 w 2317344"/>
                <a:gd name="connsiteY56" fmla="*/ 305479 h 614001"/>
                <a:gd name="connsiteX57" fmla="*/ 1865761 w 2317344"/>
                <a:gd name="connsiteY57" fmla="*/ 220990 h 614001"/>
                <a:gd name="connsiteX58" fmla="*/ 2181208 w 2317344"/>
                <a:gd name="connsiteY58" fmla="*/ 105546 h 614001"/>
                <a:gd name="connsiteX59" fmla="*/ 2187050 w 2317344"/>
                <a:gd name="connsiteY59" fmla="*/ 105546 h 614001"/>
                <a:gd name="connsiteX60" fmla="*/ 2187050 w 2317344"/>
                <a:gd name="connsiteY60" fmla="*/ 230123 h 614001"/>
                <a:gd name="connsiteX61" fmla="*/ 2293469 w 2317344"/>
                <a:gd name="connsiteY61" fmla="*/ 230123 h 614001"/>
                <a:gd name="connsiteX62" fmla="*/ 2293469 w 2317344"/>
                <a:gd name="connsiteY62" fmla="*/ 245092 h 614001"/>
                <a:gd name="connsiteX63" fmla="*/ 2187050 w 2317344"/>
                <a:gd name="connsiteY63" fmla="*/ 245092 h 614001"/>
                <a:gd name="connsiteX64" fmla="*/ 2187050 w 2317344"/>
                <a:gd name="connsiteY64" fmla="*/ 489424 h 614001"/>
                <a:gd name="connsiteX65" fmla="*/ 2250546 w 2317344"/>
                <a:gd name="connsiteY65" fmla="*/ 572897 h 614001"/>
                <a:gd name="connsiteX66" fmla="*/ 2311502 w 2317344"/>
                <a:gd name="connsiteY66" fmla="*/ 512512 h 614001"/>
                <a:gd name="connsiteX67" fmla="*/ 2317344 w 2317344"/>
                <a:gd name="connsiteY67" fmla="*/ 514034 h 614001"/>
                <a:gd name="connsiteX68" fmla="*/ 2202035 w 2317344"/>
                <a:gd name="connsiteY68" fmla="*/ 613999 h 614001"/>
                <a:gd name="connsiteX69" fmla="*/ 2101966 w 2317344"/>
                <a:gd name="connsiteY69" fmla="*/ 499572 h 614001"/>
                <a:gd name="connsiteX70" fmla="*/ 2101966 w 2317344"/>
                <a:gd name="connsiteY70" fmla="*/ 245092 h 614001"/>
                <a:gd name="connsiteX71" fmla="*/ 2016373 w 2317344"/>
                <a:gd name="connsiteY71" fmla="*/ 245092 h 614001"/>
                <a:gd name="connsiteX72" fmla="*/ 2016373 w 2317344"/>
                <a:gd name="connsiteY72" fmla="*/ 230123 h 614001"/>
                <a:gd name="connsiteX73" fmla="*/ 2181208 w 2317344"/>
                <a:gd name="connsiteY73" fmla="*/ 105546 h 614001"/>
                <a:gd name="connsiteX74" fmla="*/ 745695 w 2317344"/>
                <a:gd name="connsiteY74" fmla="*/ 8373 h 614001"/>
                <a:gd name="connsiteX75" fmla="*/ 746457 w 2317344"/>
                <a:gd name="connsiteY75" fmla="*/ 8373 h 614001"/>
                <a:gd name="connsiteX76" fmla="*/ 746457 w 2317344"/>
                <a:gd name="connsiteY76" fmla="*/ 526722 h 614001"/>
                <a:gd name="connsiteX77" fmla="*/ 807667 w 2317344"/>
                <a:gd name="connsiteY77" fmla="*/ 597764 h 614001"/>
                <a:gd name="connsiteX78" fmla="*/ 807667 w 2317344"/>
                <a:gd name="connsiteY78" fmla="*/ 603599 h 614001"/>
                <a:gd name="connsiteX79" fmla="*/ 659086 w 2317344"/>
                <a:gd name="connsiteY79" fmla="*/ 603599 h 614001"/>
                <a:gd name="connsiteX80" fmla="*/ 659086 w 2317344"/>
                <a:gd name="connsiteY80" fmla="*/ 539408 h 614001"/>
                <a:gd name="connsiteX81" fmla="*/ 535397 w 2317344"/>
                <a:gd name="connsiteY81" fmla="*/ 614001 h 614001"/>
                <a:gd name="connsiteX82" fmla="*/ 345926 w 2317344"/>
                <a:gd name="connsiteY82" fmla="*/ 417623 h 614001"/>
                <a:gd name="connsiteX83" fmla="*/ 535397 w 2317344"/>
                <a:gd name="connsiteY83" fmla="*/ 221244 h 614001"/>
                <a:gd name="connsiteX84" fmla="*/ 659086 w 2317344"/>
                <a:gd name="connsiteY84" fmla="*/ 295837 h 614001"/>
                <a:gd name="connsiteX85" fmla="*/ 659086 w 2317344"/>
                <a:gd name="connsiteY85" fmla="*/ 115696 h 614001"/>
                <a:gd name="connsiteX86" fmla="*/ 597369 w 2317344"/>
                <a:gd name="connsiteY86" fmla="*/ 48207 h 614001"/>
                <a:gd name="connsiteX87" fmla="*/ 597369 w 2317344"/>
                <a:gd name="connsiteY87" fmla="*/ 42118 h 614001"/>
                <a:gd name="connsiteX88" fmla="*/ 745695 w 2317344"/>
                <a:gd name="connsiteY88" fmla="*/ 8373 h 614001"/>
                <a:gd name="connsiteX89" fmla="*/ 41907 w 2317344"/>
                <a:gd name="connsiteY89" fmla="*/ 0 h 614001"/>
                <a:gd name="connsiteX90" fmla="*/ 42669 w 2317344"/>
                <a:gd name="connsiteY90" fmla="*/ 0 h 614001"/>
                <a:gd name="connsiteX91" fmla="*/ 308843 w 2317344"/>
                <a:gd name="connsiteY91" fmla="*/ 549048 h 614001"/>
                <a:gd name="connsiteX92" fmla="*/ 386816 w 2317344"/>
                <a:gd name="connsiteY92" fmla="*/ 597509 h 614001"/>
                <a:gd name="connsiteX93" fmla="*/ 386816 w 2317344"/>
                <a:gd name="connsiteY93" fmla="*/ 603344 h 614001"/>
                <a:gd name="connsiteX94" fmla="*/ 141468 w 2317344"/>
                <a:gd name="connsiteY94" fmla="*/ 603344 h 614001"/>
                <a:gd name="connsiteX95" fmla="*/ 141468 w 2317344"/>
                <a:gd name="connsiteY95" fmla="*/ 597509 h 614001"/>
                <a:gd name="connsiteX96" fmla="*/ 194551 w 2317344"/>
                <a:gd name="connsiteY96" fmla="*/ 549048 h 614001"/>
                <a:gd name="connsiteX97" fmla="*/ 0 w 2317344"/>
                <a:gd name="connsiteY97" fmla="*/ 148172 h 61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2317344" h="614001">
                  <a:moveTo>
                    <a:pt x="553937" y="238496"/>
                  </a:moveTo>
                  <a:cubicBezTo>
                    <a:pt x="488410" y="238496"/>
                    <a:pt x="441932" y="306747"/>
                    <a:pt x="441932" y="417623"/>
                  </a:cubicBezTo>
                  <a:cubicBezTo>
                    <a:pt x="441932" y="528498"/>
                    <a:pt x="488664" y="596749"/>
                    <a:pt x="553937" y="596749"/>
                  </a:cubicBezTo>
                  <a:cubicBezTo>
                    <a:pt x="619212" y="596749"/>
                    <a:pt x="665691" y="528244"/>
                    <a:pt x="665945" y="417623"/>
                  </a:cubicBezTo>
                  <a:cubicBezTo>
                    <a:pt x="665945" y="306747"/>
                    <a:pt x="619212" y="238496"/>
                    <a:pt x="553937" y="238496"/>
                  </a:cubicBezTo>
                  <a:close/>
                  <a:moveTo>
                    <a:pt x="1404274" y="232659"/>
                  </a:moveTo>
                  <a:cubicBezTo>
                    <a:pt x="1334682" y="232659"/>
                    <a:pt x="1302426" y="313595"/>
                    <a:pt x="1302426" y="393264"/>
                  </a:cubicBezTo>
                  <a:lnTo>
                    <a:pt x="1493422" y="393264"/>
                  </a:lnTo>
                  <a:lnTo>
                    <a:pt x="1493422" y="392503"/>
                  </a:lnTo>
                  <a:cubicBezTo>
                    <a:pt x="1493422" y="324506"/>
                    <a:pt x="1471326" y="232659"/>
                    <a:pt x="1404274" y="232659"/>
                  </a:cubicBezTo>
                  <a:close/>
                  <a:moveTo>
                    <a:pt x="784301" y="230377"/>
                  </a:moveTo>
                  <a:lnTo>
                    <a:pt x="972756" y="230377"/>
                  </a:lnTo>
                  <a:lnTo>
                    <a:pt x="972756" y="236212"/>
                  </a:lnTo>
                  <a:cubicBezTo>
                    <a:pt x="942787" y="238750"/>
                    <a:pt x="920689" y="254735"/>
                    <a:pt x="935420" y="284673"/>
                  </a:cubicBezTo>
                  <a:lnTo>
                    <a:pt x="1041078" y="500334"/>
                  </a:lnTo>
                  <a:lnTo>
                    <a:pt x="1142671" y="280868"/>
                  </a:lnTo>
                  <a:cubicBezTo>
                    <a:pt x="1163244" y="236466"/>
                    <a:pt x="1109400" y="237989"/>
                    <a:pt x="1087556" y="236212"/>
                  </a:cubicBezTo>
                  <a:lnTo>
                    <a:pt x="1087556" y="230377"/>
                  </a:lnTo>
                  <a:lnTo>
                    <a:pt x="1224709" y="230377"/>
                  </a:lnTo>
                  <a:lnTo>
                    <a:pt x="1224709" y="236212"/>
                  </a:lnTo>
                  <a:cubicBezTo>
                    <a:pt x="1202357" y="237989"/>
                    <a:pt x="1180515" y="250421"/>
                    <a:pt x="1170101" y="271733"/>
                  </a:cubicBezTo>
                  <a:lnTo>
                    <a:pt x="1016695" y="603344"/>
                  </a:lnTo>
                  <a:lnTo>
                    <a:pt x="1001710" y="603344"/>
                  </a:lnTo>
                  <a:lnTo>
                    <a:pt x="845510" y="284673"/>
                  </a:lnTo>
                  <a:cubicBezTo>
                    <a:pt x="831287" y="255495"/>
                    <a:pt x="814779" y="238750"/>
                    <a:pt x="784301" y="236212"/>
                  </a:cubicBezTo>
                  <a:close/>
                  <a:moveTo>
                    <a:pt x="1396654" y="221242"/>
                  </a:moveTo>
                  <a:cubicBezTo>
                    <a:pt x="1518312" y="221242"/>
                    <a:pt x="1573934" y="324760"/>
                    <a:pt x="1573934" y="404681"/>
                  </a:cubicBezTo>
                  <a:lnTo>
                    <a:pt x="1573934" y="412039"/>
                  </a:lnTo>
                  <a:lnTo>
                    <a:pt x="1302426" y="412039"/>
                  </a:lnTo>
                  <a:cubicBezTo>
                    <a:pt x="1302426" y="491199"/>
                    <a:pt x="1339253" y="568838"/>
                    <a:pt x="1442878" y="568076"/>
                  </a:cubicBezTo>
                  <a:cubicBezTo>
                    <a:pt x="1487072" y="567569"/>
                    <a:pt x="1541425" y="544226"/>
                    <a:pt x="1557679" y="512765"/>
                  </a:cubicBezTo>
                  <a:lnTo>
                    <a:pt x="1563521" y="514034"/>
                  </a:lnTo>
                  <a:cubicBezTo>
                    <a:pt x="1544472" y="565539"/>
                    <a:pt x="1480723" y="613999"/>
                    <a:pt x="1406051" y="613999"/>
                  </a:cubicBezTo>
                  <a:cubicBezTo>
                    <a:pt x="1289727" y="613999"/>
                    <a:pt x="1206674" y="523167"/>
                    <a:pt x="1206674" y="414323"/>
                  </a:cubicBezTo>
                  <a:cubicBezTo>
                    <a:pt x="1206674" y="315372"/>
                    <a:pt x="1278552" y="221242"/>
                    <a:pt x="1396654" y="221242"/>
                  </a:cubicBezTo>
                  <a:close/>
                  <a:moveTo>
                    <a:pt x="1865761" y="220990"/>
                  </a:moveTo>
                  <a:cubicBezTo>
                    <a:pt x="1942718" y="220990"/>
                    <a:pt x="1988689" y="271481"/>
                    <a:pt x="1987928" y="349879"/>
                  </a:cubicBezTo>
                  <a:lnTo>
                    <a:pt x="1987928" y="549049"/>
                  </a:lnTo>
                  <a:cubicBezTo>
                    <a:pt x="1987928" y="578989"/>
                    <a:pt x="2014595" y="594972"/>
                    <a:pt x="2047867" y="597510"/>
                  </a:cubicBezTo>
                  <a:lnTo>
                    <a:pt x="2047867" y="603345"/>
                  </a:lnTo>
                  <a:lnTo>
                    <a:pt x="1843411" y="603345"/>
                  </a:lnTo>
                  <a:lnTo>
                    <a:pt x="1843411" y="597510"/>
                  </a:lnTo>
                  <a:cubicBezTo>
                    <a:pt x="1875921" y="594972"/>
                    <a:pt x="1902082" y="578735"/>
                    <a:pt x="1902082" y="548796"/>
                  </a:cubicBezTo>
                  <a:lnTo>
                    <a:pt x="1902082" y="340239"/>
                  </a:lnTo>
                  <a:cubicBezTo>
                    <a:pt x="1902082" y="283405"/>
                    <a:pt x="1876175" y="245094"/>
                    <a:pt x="1836045" y="245094"/>
                  </a:cubicBezTo>
                  <a:cubicBezTo>
                    <a:pt x="1787027" y="245094"/>
                    <a:pt x="1730135" y="303195"/>
                    <a:pt x="1730135" y="386162"/>
                  </a:cubicBezTo>
                  <a:lnTo>
                    <a:pt x="1730135" y="549049"/>
                  </a:lnTo>
                  <a:cubicBezTo>
                    <a:pt x="1730135" y="578989"/>
                    <a:pt x="1756803" y="594972"/>
                    <a:pt x="1790074" y="597510"/>
                  </a:cubicBezTo>
                  <a:lnTo>
                    <a:pt x="1790074" y="603345"/>
                  </a:lnTo>
                  <a:lnTo>
                    <a:pt x="1585618" y="603345"/>
                  </a:lnTo>
                  <a:lnTo>
                    <a:pt x="1585618" y="597510"/>
                  </a:lnTo>
                  <a:cubicBezTo>
                    <a:pt x="1618128" y="594972"/>
                    <a:pt x="1644289" y="578989"/>
                    <a:pt x="1644289" y="549049"/>
                  </a:cubicBezTo>
                  <a:lnTo>
                    <a:pt x="1644289" y="303703"/>
                  </a:lnTo>
                  <a:cubicBezTo>
                    <a:pt x="1644289" y="247884"/>
                    <a:pt x="1618128" y="238751"/>
                    <a:pt x="1585618" y="236213"/>
                  </a:cubicBezTo>
                  <a:lnTo>
                    <a:pt x="1585618" y="230378"/>
                  </a:lnTo>
                  <a:lnTo>
                    <a:pt x="1730389" y="230378"/>
                  </a:lnTo>
                  <a:lnTo>
                    <a:pt x="1730389" y="305479"/>
                  </a:lnTo>
                  <a:cubicBezTo>
                    <a:pt x="1750961" y="260064"/>
                    <a:pt x="1794900" y="220990"/>
                    <a:pt x="1865761" y="220990"/>
                  </a:cubicBezTo>
                  <a:close/>
                  <a:moveTo>
                    <a:pt x="2181208" y="105546"/>
                  </a:moveTo>
                  <a:lnTo>
                    <a:pt x="2187050" y="105546"/>
                  </a:lnTo>
                  <a:lnTo>
                    <a:pt x="2187050" y="230123"/>
                  </a:lnTo>
                  <a:lnTo>
                    <a:pt x="2293469" y="230123"/>
                  </a:lnTo>
                  <a:lnTo>
                    <a:pt x="2293469" y="245092"/>
                  </a:lnTo>
                  <a:lnTo>
                    <a:pt x="2187050" y="245092"/>
                  </a:lnTo>
                  <a:lnTo>
                    <a:pt x="2187050" y="489424"/>
                  </a:lnTo>
                  <a:cubicBezTo>
                    <a:pt x="2187050" y="536616"/>
                    <a:pt x="2200257" y="572897"/>
                    <a:pt x="2250546" y="572897"/>
                  </a:cubicBezTo>
                  <a:cubicBezTo>
                    <a:pt x="2283818" y="572897"/>
                    <a:pt x="2304137" y="541690"/>
                    <a:pt x="2311502" y="512512"/>
                  </a:cubicBezTo>
                  <a:lnTo>
                    <a:pt x="2317344" y="514034"/>
                  </a:lnTo>
                  <a:cubicBezTo>
                    <a:pt x="2306168" y="568584"/>
                    <a:pt x="2259435" y="613999"/>
                    <a:pt x="2202035" y="613999"/>
                  </a:cubicBezTo>
                  <a:cubicBezTo>
                    <a:pt x="2134221" y="613999"/>
                    <a:pt x="2101966" y="572897"/>
                    <a:pt x="2101966" y="499572"/>
                  </a:cubicBezTo>
                  <a:lnTo>
                    <a:pt x="2101966" y="245092"/>
                  </a:lnTo>
                  <a:lnTo>
                    <a:pt x="2016373" y="245092"/>
                  </a:lnTo>
                  <a:lnTo>
                    <a:pt x="2016373" y="230123"/>
                  </a:lnTo>
                  <a:cubicBezTo>
                    <a:pt x="2112125" y="230123"/>
                    <a:pt x="2164700" y="173035"/>
                    <a:pt x="2181208" y="105546"/>
                  </a:cubicBezTo>
                  <a:close/>
                  <a:moveTo>
                    <a:pt x="745695" y="8373"/>
                  </a:moveTo>
                  <a:lnTo>
                    <a:pt x="746457" y="8373"/>
                  </a:lnTo>
                  <a:lnTo>
                    <a:pt x="746457" y="526722"/>
                  </a:lnTo>
                  <a:cubicBezTo>
                    <a:pt x="746457" y="585332"/>
                    <a:pt x="775665" y="594973"/>
                    <a:pt x="807667" y="597764"/>
                  </a:cubicBezTo>
                  <a:lnTo>
                    <a:pt x="807667" y="603599"/>
                  </a:lnTo>
                  <a:lnTo>
                    <a:pt x="659086" y="603599"/>
                  </a:lnTo>
                  <a:lnTo>
                    <a:pt x="659086" y="539408"/>
                  </a:lnTo>
                  <a:cubicBezTo>
                    <a:pt x="635466" y="587107"/>
                    <a:pt x="594321" y="614001"/>
                    <a:pt x="535397" y="614001"/>
                  </a:cubicBezTo>
                  <a:cubicBezTo>
                    <a:pt x="437106" y="614001"/>
                    <a:pt x="345926" y="539154"/>
                    <a:pt x="345926" y="417623"/>
                  </a:cubicBezTo>
                  <a:cubicBezTo>
                    <a:pt x="345926" y="296091"/>
                    <a:pt x="437106" y="221244"/>
                    <a:pt x="535397" y="221244"/>
                  </a:cubicBezTo>
                  <a:cubicBezTo>
                    <a:pt x="594321" y="221244"/>
                    <a:pt x="635466" y="248138"/>
                    <a:pt x="659086" y="295837"/>
                  </a:cubicBezTo>
                  <a:lnTo>
                    <a:pt x="659086" y="115696"/>
                  </a:lnTo>
                  <a:cubicBezTo>
                    <a:pt x="659086" y="59878"/>
                    <a:pt x="631657" y="50744"/>
                    <a:pt x="597369" y="48207"/>
                  </a:cubicBezTo>
                  <a:lnTo>
                    <a:pt x="597369" y="42118"/>
                  </a:lnTo>
                  <a:cubicBezTo>
                    <a:pt x="616163" y="42118"/>
                    <a:pt x="696169" y="46431"/>
                    <a:pt x="745695" y="8373"/>
                  </a:cubicBezTo>
                  <a:close/>
                  <a:moveTo>
                    <a:pt x="41907" y="0"/>
                  </a:moveTo>
                  <a:lnTo>
                    <a:pt x="42669" y="0"/>
                  </a:lnTo>
                  <a:lnTo>
                    <a:pt x="308843" y="549048"/>
                  </a:lnTo>
                  <a:cubicBezTo>
                    <a:pt x="323828" y="580003"/>
                    <a:pt x="347957" y="594971"/>
                    <a:pt x="386816" y="597509"/>
                  </a:cubicBezTo>
                  <a:lnTo>
                    <a:pt x="386816" y="603344"/>
                  </a:lnTo>
                  <a:lnTo>
                    <a:pt x="141468" y="603344"/>
                  </a:lnTo>
                  <a:lnTo>
                    <a:pt x="141468" y="597509"/>
                  </a:lnTo>
                  <a:cubicBezTo>
                    <a:pt x="179565" y="594971"/>
                    <a:pt x="210044" y="580764"/>
                    <a:pt x="194551" y="549048"/>
                  </a:cubicBezTo>
                  <a:lnTo>
                    <a:pt x="0" y="148172"/>
                  </a:lnTo>
                  <a:close/>
                </a:path>
              </a:pathLst>
            </a:custGeom>
            <a:solidFill>
              <a:schemeClr val="bg1"/>
            </a:solidFill>
            <a:ln w="1823" cap="flat">
              <a:noFill/>
              <a:prstDash val="solid"/>
              <a:miter/>
            </a:ln>
          </p:spPr>
          <p:txBody>
            <a:bodyPr wrap="square" rtlCol="0" anchor="ctr">
              <a:noAutofit/>
            </a:bodyPr>
            <a:lstStyle/>
            <a:p>
              <a:endParaRPr lang="en-US" b="0" i="0">
                <a:solidFill>
                  <a:schemeClr val="tx1"/>
                </a:solidFill>
                <a:latin typeface="+mn-lt" panose="02000503000000020004" pitchFamily="2" charset="0"/>
              </a:endParaRPr>
            </a:p>
          </p:txBody>
        </p:sp>
        <p:sp>
          <p:nvSpPr>
            <p:cNvPr id="4" name="Freeform 3">
              <a:extLst>
                <a:ext uri="{FF2B5EF4-FFF2-40B4-BE49-F238E27FC236}">
                  <a16:creationId xmlns:a16="http://schemas.microsoft.com/office/drawing/2014/main" id="{AF3E07BA-D230-1EB9-CEAE-50C4724B736D}"/>
                </a:ext>
              </a:extLst>
            </p:cNvPr>
            <p:cNvSpPr/>
            <p:nvPr/>
          </p:nvSpPr>
          <p:spPr>
            <a:xfrm>
              <a:off x="4826084" y="3482026"/>
              <a:ext cx="253982" cy="253719"/>
            </a:xfrm>
            <a:custGeom>
              <a:avLst/>
              <a:gdLst>
                <a:gd name="connsiteX0" fmla="*/ 182947 w 182946"/>
                <a:gd name="connsiteY0" fmla="*/ 91378 h 182756"/>
                <a:gd name="connsiteX1" fmla="*/ 91473 w 182946"/>
                <a:gd name="connsiteY1" fmla="*/ 182757 h 182756"/>
                <a:gd name="connsiteX2" fmla="*/ 0 w 182946"/>
                <a:gd name="connsiteY2" fmla="*/ 91378 h 182756"/>
                <a:gd name="connsiteX3" fmla="*/ 91473 w 182946"/>
                <a:gd name="connsiteY3" fmla="*/ 0 h 182756"/>
                <a:gd name="connsiteX4" fmla="*/ 182947 w 182946"/>
                <a:gd name="connsiteY4" fmla="*/ 91378 h 18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46" h="182756">
                  <a:moveTo>
                    <a:pt x="182947" y="91378"/>
                  </a:moveTo>
                  <a:cubicBezTo>
                    <a:pt x="182947" y="141845"/>
                    <a:pt x="141993" y="182757"/>
                    <a:pt x="91473" y="182757"/>
                  </a:cubicBezTo>
                  <a:cubicBezTo>
                    <a:pt x="40954" y="182757"/>
                    <a:pt x="0" y="141845"/>
                    <a:pt x="0" y="91378"/>
                  </a:cubicBezTo>
                  <a:cubicBezTo>
                    <a:pt x="0" y="40912"/>
                    <a:pt x="40954" y="0"/>
                    <a:pt x="91473" y="0"/>
                  </a:cubicBezTo>
                  <a:cubicBezTo>
                    <a:pt x="141993" y="0"/>
                    <a:pt x="182947" y="40912"/>
                    <a:pt x="182947" y="91378"/>
                  </a:cubicBezTo>
                  <a:close/>
                </a:path>
              </a:pathLst>
            </a:custGeom>
            <a:solidFill>
              <a:srgbClr val="E1B523"/>
            </a:solidFill>
            <a:ln w="1823" cap="flat">
              <a:noFill/>
              <a:prstDash val="solid"/>
              <a:miter/>
            </a:ln>
          </p:spPr>
          <p:txBody>
            <a:bodyPr rtlCol="0" anchor="ctr"/>
            <a:lstStyle/>
            <a:p>
              <a:endParaRPr lang="en-US" b="0" i="0">
                <a:latin typeface="+mn-lt" panose="02000503000000020004" pitchFamily="2" charset="0"/>
              </a:endParaRPr>
            </a:p>
          </p:txBody>
        </p:sp>
      </p:grpSp>
    </p:spTree>
    <p:extLst>
      <p:ext uri="{BB962C8B-B14F-4D97-AF65-F5344CB8AC3E}">
        <p14:creationId xmlns:p14="http://schemas.microsoft.com/office/powerpoint/2010/main" val="144973858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Closing">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E1A5DD7-E75F-72CF-EC51-A5E3D48CD10B}"/>
              </a:ext>
            </a:extLst>
          </p:cNvPr>
          <p:cNvGrpSpPr/>
          <p:nvPr/>
        </p:nvGrpSpPr>
        <p:grpSpPr>
          <a:xfrm>
            <a:off x="4826084" y="3121999"/>
            <a:ext cx="2539833" cy="614001"/>
            <a:chOff x="4826084" y="3121999"/>
            <a:chExt cx="2539833" cy="614001"/>
          </a:xfrm>
        </p:grpSpPr>
        <p:sp>
          <p:nvSpPr>
            <p:cNvPr id="4" name="Freeform 3">
              <a:extLst>
                <a:ext uri="{FF2B5EF4-FFF2-40B4-BE49-F238E27FC236}">
                  <a16:creationId xmlns:a16="http://schemas.microsoft.com/office/drawing/2014/main" id="{0DC66FAE-52D3-5058-5C08-A127D19A1782}"/>
                </a:ext>
              </a:extLst>
            </p:cNvPr>
            <p:cNvSpPr/>
            <p:nvPr/>
          </p:nvSpPr>
          <p:spPr>
            <a:xfrm>
              <a:off x="5048573" y="3121999"/>
              <a:ext cx="2317344" cy="614001"/>
            </a:xfrm>
            <a:custGeom>
              <a:avLst/>
              <a:gdLst>
                <a:gd name="connsiteX0" fmla="*/ 553937 w 2317344"/>
                <a:gd name="connsiteY0" fmla="*/ 238496 h 614001"/>
                <a:gd name="connsiteX1" fmla="*/ 441932 w 2317344"/>
                <a:gd name="connsiteY1" fmla="*/ 417623 h 614001"/>
                <a:gd name="connsiteX2" fmla="*/ 553937 w 2317344"/>
                <a:gd name="connsiteY2" fmla="*/ 596749 h 614001"/>
                <a:gd name="connsiteX3" fmla="*/ 665945 w 2317344"/>
                <a:gd name="connsiteY3" fmla="*/ 417623 h 614001"/>
                <a:gd name="connsiteX4" fmla="*/ 553937 w 2317344"/>
                <a:gd name="connsiteY4" fmla="*/ 238496 h 614001"/>
                <a:gd name="connsiteX5" fmla="*/ 1404274 w 2317344"/>
                <a:gd name="connsiteY5" fmla="*/ 232659 h 614001"/>
                <a:gd name="connsiteX6" fmla="*/ 1302426 w 2317344"/>
                <a:gd name="connsiteY6" fmla="*/ 393264 h 614001"/>
                <a:gd name="connsiteX7" fmla="*/ 1493422 w 2317344"/>
                <a:gd name="connsiteY7" fmla="*/ 393264 h 614001"/>
                <a:gd name="connsiteX8" fmla="*/ 1493422 w 2317344"/>
                <a:gd name="connsiteY8" fmla="*/ 392503 h 614001"/>
                <a:gd name="connsiteX9" fmla="*/ 1404274 w 2317344"/>
                <a:gd name="connsiteY9" fmla="*/ 232659 h 614001"/>
                <a:gd name="connsiteX10" fmla="*/ 784301 w 2317344"/>
                <a:gd name="connsiteY10" fmla="*/ 230377 h 614001"/>
                <a:gd name="connsiteX11" fmla="*/ 972756 w 2317344"/>
                <a:gd name="connsiteY11" fmla="*/ 230377 h 614001"/>
                <a:gd name="connsiteX12" fmla="*/ 972756 w 2317344"/>
                <a:gd name="connsiteY12" fmla="*/ 236212 h 614001"/>
                <a:gd name="connsiteX13" fmla="*/ 935420 w 2317344"/>
                <a:gd name="connsiteY13" fmla="*/ 284673 h 614001"/>
                <a:gd name="connsiteX14" fmla="*/ 1041078 w 2317344"/>
                <a:gd name="connsiteY14" fmla="*/ 500334 h 614001"/>
                <a:gd name="connsiteX15" fmla="*/ 1142671 w 2317344"/>
                <a:gd name="connsiteY15" fmla="*/ 280868 h 614001"/>
                <a:gd name="connsiteX16" fmla="*/ 1087556 w 2317344"/>
                <a:gd name="connsiteY16" fmla="*/ 236212 h 614001"/>
                <a:gd name="connsiteX17" fmla="*/ 1087556 w 2317344"/>
                <a:gd name="connsiteY17" fmla="*/ 230377 h 614001"/>
                <a:gd name="connsiteX18" fmla="*/ 1224709 w 2317344"/>
                <a:gd name="connsiteY18" fmla="*/ 230377 h 614001"/>
                <a:gd name="connsiteX19" fmla="*/ 1224709 w 2317344"/>
                <a:gd name="connsiteY19" fmla="*/ 236212 h 614001"/>
                <a:gd name="connsiteX20" fmla="*/ 1170101 w 2317344"/>
                <a:gd name="connsiteY20" fmla="*/ 271733 h 614001"/>
                <a:gd name="connsiteX21" fmla="*/ 1016695 w 2317344"/>
                <a:gd name="connsiteY21" fmla="*/ 603344 h 614001"/>
                <a:gd name="connsiteX22" fmla="*/ 1001710 w 2317344"/>
                <a:gd name="connsiteY22" fmla="*/ 603344 h 614001"/>
                <a:gd name="connsiteX23" fmla="*/ 845510 w 2317344"/>
                <a:gd name="connsiteY23" fmla="*/ 284673 h 614001"/>
                <a:gd name="connsiteX24" fmla="*/ 784301 w 2317344"/>
                <a:gd name="connsiteY24" fmla="*/ 236212 h 614001"/>
                <a:gd name="connsiteX25" fmla="*/ 1396654 w 2317344"/>
                <a:gd name="connsiteY25" fmla="*/ 221242 h 614001"/>
                <a:gd name="connsiteX26" fmla="*/ 1573934 w 2317344"/>
                <a:gd name="connsiteY26" fmla="*/ 404681 h 614001"/>
                <a:gd name="connsiteX27" fmla="*/ 1573934 w 2317344"/>
                <a:gd name="connsiteY27" fmla="*/ 412039 h 614001"/>
                <a:gd name="connsiteX28" fmla="*/ 1302426 w 2317344"/>
                <a:gd name="connsiteY28" fmla="*/ 412039 h 614001"/>
                <a:gd name="connsiteX29" fmla="*/ 1442878 w 2317344"/>
                <a:gd name="connsiteY29" fmla="*/ 568076 h 614001"/>
                <a:gd name="connsiteX30" fmla="*/ 1557679 w 2317344"/>
                <a:gd name="connsiteY30" fmla="*/ 512765 h 614001"/>
                <a:gd name="connsiteX31" fmla="*/ 1563521 w 2317344"/>
                <a:gd name="connsiteY31" fmla="*/ 514034 h 614001"/>
                <a:gd name="connsiteX32" fmla="*/ 1406051 w 2317344"/>
                <a:gd name="connsiteY32" fmla="*/ 613999 h 614001"/>
                <a:gd name="connsiteX33" fmla="*/ 1206674 w 2317344"/>
                <a:gd name="connsiteY33" fmla="*/ 414323 h 614001"/>
                <a:gd name="connsiteX34" fmla="*/ 1396654 w 2317344"/>
                <a:gd name="connsiteY34" fmla="*/ 221242 h 614001"/>
                <a:gd name="connsiteX35" fmla="*/ 1865761 w 2317344"/>
                <a:gd name="connsiteY35" fmla="*/ 220990 h 614001"/>
                <a:gd name="connsiteX36" fmla="*/ 1987928 w 2317344"/>
                <a:gd name="connsiteY36" fmla="*/ 349879 h 614001"/>
                <a:gd name="connsiteX37" fmla="*/ 1987928 w 2317344"/>
                <a:gd name="connsiteY37" fmla="*/ 549049 h 614001"/>
                <a:gd name="connsiteX38" fmla="*/ 2047867 w 2317344"/>
                <a:gd name="connsiteY38" fmla="*/ 597510 h 614001"/>
                <a:gd name="connsiteX39" fmla="*/ 2047867 w 2317344"/>
                <a:gd name="connsiteY39" fmla="*/ 603345 h 614001"/>
                <a:gd name="connsiteX40" fmla="*/ 1843411 w 2317344"/>
                <a:gd name="connsiteY40" fmla="*/ 603345 h 614001"/>
                <a:gd name="connsiteX41" fmla="*/ 1843411 w 2317344"/>
                <a:gd name="connsiteY41" fmla="*/ 597510 h 614001"/>
                <a:gd name="connsiteX42" fmla="*/ 1902082 w 2317344"/>
                <a:gd name="connsiteY42" fmla="*/ 548796 h 614001"/>
                <a:gd name="connsiteX43" fmla="*/ 1902082 w 2317344"/>
                <a:gd name="connsiteY43" fmla="*/ 340239 h 614001"/>
                <a:gd name="connsiteX44" fmla="*/ 1836045 w 2317344"/>
                <a:gd name="connsiteY44" fmla="*/ 245094 h 614001"/>
                <a:gd name="connsiteX45" fmla="*/ 1730135 w 2317344"/>
                <a:gd name="connsiteY45" fmla="*/ 386162 h 614001"/>
                <a:gd name="connsiteX46" fmla="*/ 1730135 w 2317344"/>
                <a:gd name="connsiteY46" fmla="*/ 549049 h 614001"/>
                <a:gd name="connsiteX47" fmla="*/ 1790074 w 2317344"/>
                <a:gd name="connsiteY47" fmla="*/ 597510 h 614001"/>
                <a:gd name="connsiteX48" fmla="*/ 1790074 w 2317344"/>
                <a:gd name="connsiteY48" fmla="*/ 603345 h 614001"/>
                <a:gd name="connsiteX49" fmla="*/ 1585618 w 2317344"/>
                <a:gd name="connsiteY49" fmla="*/ 603345 h 614001"/>
                <a:gd name="connsiteX50" fmla="*/ 1585618 w 2317344"/>
                <a:gd name="connsiteY50" fmla="*/ 597510 h 614001"/>
                <a:gd name="connsiteX51" fmla="*/ 1644289 w 2317344"/>
                <a:gd name="connsiteY51" fmla="*/ 549049 h 614001"/>
                <a:gd name="connsiteX52" fmla="*/ 1644289 w 2317344"/>
                <a:gd name="connsiteY52" fmla="*/ 303703 h 614001"/>
                <a:gd name="connsiteX53" fmla="*/ 1585618 w 2317344"/>
                <a:gd name="connsiteY53" fmla="*/ 236213 h 614001"/>
                <a:gd name="connsiteX54" fmla="*/ 1585618 w 2317344"/>
                <a:gd name="connsiteY54" fmla="*/ 230378 h 614001"/>
                <a:gd name="connsiteX55" fmla="*/ 1730389 w 2317344"/>
                <a:gd name="connsiteY55" fmla="*/ 230378 h 614001"/>
                <a:gd name="connsiteX56" fmla="*/ 1730389 w 2317344"/>
                <a:gd name="connsiteY56" fmla="*/ 305479 h 614001"/>
                <a:gd name="connsiteX57" fmla="*/ 1865761 w 2317344"/>
                <a:gd name="connsiteY57" fmla="*/ 220990 h 614001"/>
                <a:gd name="connsiteX58" fmla="*/ 2181208 w 2317344"/>
                <a:gd name="connsiteY58" fmla="*/ 105546 h 614001"/>
                <a:gd name="connsiteX59" fmla="*/ 2187050 w 2317344"/>
                <a:gd name="connsiteY59" fmla="*/ 105546 h 614001"/>
                <a:gd name="connsiteX60" fmla="*/ 2187050 w 2317344"/>
                <a:gd name="connsiteY60" fmla="*/ 230123 h 614001"/>
                <a:gd name="connsiteX61" fmla="*/ 2293469 w 2317344"/>
                <a:gd name="connsiteY61" fmla="*/ 230123 h 614001"/>
                <a:gd name="connsiteX62" fmla="*/ 2293469 w 2317344"/>
                <a:gd name="connsiteY62" fmla="*/ 245092 h 614001"/>
                <a:gd name="connsiteX63" fmla="*/ 2187050 w 2317344"/>
                <a:gd name="connsiteY63" fmla="*/ 245092 h 614001"/>
                <a:gd name="connsiteX64" fmla="*/ 2187050 w 2317344"/>
                <a:gd name="connsiteY64" fmla="*/ 489424 h 614001"/>
                <a:gd name="connsiteX65" fmla="*/ 2250546 w 2317344"/>
                <a:gd name="connsiteY65" fmla="*/ 572897 h 614001"/>
                <a:gd name="connsiteX66" fmla="*/ 2311502 w 2317344"/>
                <a:gd name="connsiteY66" fmla="*/ 512512 h 614001"/>
                <a:gd name="connsiteX67" fmla="*/ 2317344 w 2317344"/>
                <a:gd name="connsiteY67" fmla="*/ 514034 h 614001"/>
                <a:gd name="connsiteX68" fmla="*/ 2202035 w 2317344"/>
                <a:gd name="connsiteY68" fmla="*/ 613999 h 614001"/>
                <a:gd name="connsiteX69" fmla="*/ 2101966 w 2317344"/>
                <a:gd name="connsiteY69" fmla="*/ 499572 h 614001"/>
                <a:gd name="connsiteX70" fmla="*/ 2101966 w 2317344"/>
                <a:gd name="connsiteY70" fmla="*/ 245092 h 614001"/>
                <a:gd name="connsiteX71" fmla="*/ 2016373 w 2317344"/>
                <a:gd name="connsiteY71" fmla="*/ 245092 h 614001"/>
                <a:gd name="connsiteX72" fmla="*/ 2016373 w 2317344"/>
                <a:gd name="connsiteY72" fmla="*/ 230123 h 614001"/>
                <a:gd name="connsiteX73" fmla="*/ 2181208 w 2317344"/>
                <a:gd name="connsiteY73" fmla="*/ 105546 h 614001"/>
                <a:gd name="connsiteX74" fmla="*/ 745695 w 2317344"/>
                <a:gd name="connsiteY74" fmla="*/ 8373 h 614001"/>
                <a:gd name="connsiteX75" fmla="*/ 746457 w 2317344"/>
                <a:gd name="connsiteY75" fmla="*/ 8373 h 614001"/>
                <a:gd name="connsiteX76" fmla="*/ 746457 w 2317344"/>
                <a:gd name="connsiteY76" fmla="*/ 526722 h 614001"/>
                <a:gd name="connsiteX77" fmla="*/ 807667 w 2317344"/>
                <a:gd name="connsiteY77" fmla="*/ 597764 h 614001"/>
                <a:gd name="connsiteX78" fmla="*/ 807667 w 2317344"/>
                <a:gd name="connsiteY78" fmla="*/ 603599 h 614001"/>
                <a:gd name="connsiteX79" fmla="*/ 659086 w 2317344"/>
                <a:gd name="connsiteY79" fmla="*/ 603599 h 614001"/>
                <a:gd name="connsiteX80" fmla="*/ 659086 w 2317344"/>
                <a:gd name="connsiteY80" fmla="*/ 539408 h 614001"/>
                <a:gd name="connsiteX81" fmla="*/ 535397 w 2317344"/>
                <a:gd name="connsiteY81" fmla="*/ 614001 h 614001"/>
                <a:gd name="connsiteX82" fmla="*/ 345926 w 2317344"/>
                <a:gd name="connsiteY82" fmla="*/ 417623 h 614001"/>
                <a:gd name="connsiteX83" fmla="*/ 535397 w 2317344"/>
                <a:gd name="connsiteY83" fmla="*/ 221244 h 614001"/>
                <a:gd name="connsiteX84" fmla="*/ 659086 w 2317344"/>
                <a:gd name="connsiteY84" fmla="*/ 295837 h 614001"/>
                <a:gd name="connsiteX85" fmla="*/ 659086 w 2317344"/>
                <a:gd name="connsiteY85" fmla="*/ 115696 h 614001"/>
                <a:gd name="connsiteX86" fmla="*/ 597369 w 2317344"/>
                <a:gd name="connsiteY86" fmla="*/ 48207 h 614001"/>
                <a:gd name="connsiteX87" fmla="*/ 597369 w 2317344"/>
                <a:gd name="connsiteY87" fmla="*/ 42118 h 614001"/>
                <a:gd name="connsiteX88" fmla="*/ 745695 w 2317344"/>
                <a:gd name="connsiteY88" fmla="*/ 8373 h 614001"/>
                <a:gd name="connsiteX89" fmla="*/ 41907 w 2317344"/>
                <a:gd name="connsiteY89" fmla="*/ 0 h 614001"/>
                <a:gd name="connsiteX90" fmla="*/ 42669 w 2317344"/>
                <a:gd name="connsiteY90" fmla="*/ 0 h 614001"/>
                <a:gd name="connsiteX91" fmla="*/ 308843 w 2317344"/>
                <a:gd name="connsiteY91" fmla="*/ 549048 h 614001"/>
                <a:gd name="connsiteX92" fmla="*/ 386816 w 2317344"/>
                <a:gd name="connsiteY92" fmla="*/ 597509 h 614001"/>
                <a:gd name="connsiteX93" fmla="*/ 386816 w 2317344"/>
                <a:gd name="connsiteY93" fmla="*/ 603344 h 614001"/>
                <a:gd name="connsiteX94" fmla="*/ 141468 w 2317344"/>
                <a:gd name="connsiteY94" fmla="*/ 603344 h 614001"/>
                <a:gd name="connsiteX95" fmla="*/ 141468 w 2317344"/>
                <a:gd name="connsiteY95" fmla="*/ 597509 h 614001"/>
                <a:gd name="connsiteX96" fmla="*/ 194551 w 2317344"/>
                <a:gd name="connsiteY96" fmla="*/ 549048 h 614001"/>
                <a:gd name="connsiteX97" fmla="*/ 0 w 2317344"/>
                <a:gd name="connsiteY97" fmla="*/ 148172 h 614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2317344" h="614001">
                  <a:moveTo>
                    <a:pt x="553937" y="238496"/>
                  </a:moveTo>
                  <a:cubicBezTo>
                    <a:pt x="488410" y="238496"/>
                    <a:pt x="441932" y="306747"/>
                    <a:pt x="441932" y="417623"/>
                  </a:cubicBezTo>
                  <a:cubicBezTo>
                    <a:pt x="441932" y="528498"/>
                    <a:pt x="488664" y="596749"/>
                    <a:pt x="553937" y="596749"/>
                  </a:cubicBezTo>
                  <a:cubicBezTo>
                    <a:pt x="619212" y="596749"/>
                    <a:pt x="665691" y="528244"/>
                    <a:pt x="665945" y="417623"/>
                  </a:cubicBezTo>
                  <a:cubicBezTo>
                    <a:pt x="665945" y="306747"/>
                    <a:pt x="619212" y="238496"/>
                    <a:pt x="553937" y="238496"/>
                  </a:cubicBezTo>
                  <a:close/>
                  <a:moveTo>
                    <a:pt x="1404274" y="232659"/>
                  </a:moveTo>
                  <a:cubicBezTo>
                    <a:pt x="1334682" y="232659"/>
                    <a:pt x="1302426" y="313595"/>
                    <a:pt x="1302426" y="393264"/>
                  </a:cubicBezTo>
                  <a:lnTo>
                    <a:pt x="1493422" y="393264"/>
                  </a:lnTo>
                  <a:lnTo>
                    <a:pt x="1493422" y="392503"/>
                  </a:lnTo>
                  <a:cubicBezTo>
                    <a:pt x="1493422" y="324506"/>
                    <a:pt x="1471326" y="232659"/>
                    <a:pt x="1404274" y="232659"/>
                  </a:cubicBezTo>
                  <a:close/>
                  <a:moveTo>
                    <a:pt x="784301" y="230377"/>
                  </a:moveTo>
                  <a:lnTo>
                    <a:pt x="972756" y="230377"/>
                  </a:lnTo>
                  <a:lnTo>
                    <a:pt x="972756" y="236212"/>
                  </a:lnTo>
                  <a:cubicBezTo>
                    <a:pt x="942787" y="238750"/>
                    <a:pt x="920689" y="254735"/>
                    <a:pt x="935420" y="284673"/>
                  </a:cubicBezTo>
                  <a:lnTo>
                    <a:pt x="1041078" y="500334"/>
                  </a:lnTo>
                  <a:lnTo>
                    <a:pt x="1142671" y="280868"/>
                  </a:lnTo>
                  <a:cubicBezTo>
                    <a:pt x="1163244" y="236466"/>
                    <a:pt x="1109400" y="237989"/>
                    <a:pt x="1087556" y="236212"/>
                  </a:cubicBezTo>
                  <a:lnTo>
                    <a:pt x="1087556" y="230377"/>
                  </a:lnTo>
                  <a:lnTo>
                    <a:pt x="1224709" y="230377"/>
                  </a:lnTo>
                  <a:lnTo>
                    <a:pt x="1224709" y="236212"/>
                  </a:lnTo>
                  <a:cubicBezTo>
                    <a:pt x="1202357" y="237989"/>
                    <a:pt x="1180515" y="250421"/>
                    <a:pt x="1170101" y="271733"/>
                  </a:cubicBezTo>
                  <a:lnTo>
                    <a:pt x="1016695" y="603344"/>
                  </a:lnTo>
                  <a:lnTo>
                    <a:pt x="1001710" y="603344"/>
                  </a:lnTo>
                  <a:lnTo>
                    <a:pt x="845510" y="284673"/>
                  </a:lnTo>
                  <a:cubicBezTo>
                    <a:pt x="831287" y="255495"/>
                    <a:pt x="814779" y="238750"/>
                    <a:pt x="784301" y="236212"/>
                  </a:cubicBezTo>
                  <a:close/>
                  <a:moveTo>
                    <a:pt x="1396654" y="221242"/>
                  </a:moveTo>
                  <a:cubicBezTo>
                    <a:pt x="1518312" y="221242"/>
                    <a:pt x="1573934" y="324760"/>
                    <a:pt x="1573934" y="404681"/>
                  </a:cubicBezTo>
                  <a:lnTo>
                    <a:pt x="1573934" y="412039"/>
                  </a:lnTo>
                  <a:lnTo>
                    <a:pt x="1302426" y="412039"/>
                  </a:lnTo>
                  <a:cubicBezTo>
                    <a:pt x="1302426" y="491199"/>
                    <a:pt x="1339253" y="568838"/>
                    <a:pt x="1442878" y="568076"/>
                  </a:cubicBezTo>
                  <a:cubicBezTo>
                    <a:pt x="1487072" y="567569"/>
                    <a:pt x="1541425" y="544226"/>
                    <a:pt x="1557679" y="512765"/>
                  </a:cubicBezTo>
                  <a:lnTo>
                    <a:pt x="1563521" y="514034"/>
                  </a:lnTo>
                  <a:cubicBezTo>
                    <a:pt x="1544472" y="565539"/>
                    <a:pt x="1480723" y="613999"/>
                    <a:pt x="1406051" y="613999"/>
                  </a:cubicBezTo>
                  <a:cubicBezTo>
                    <a:pt x="1289727" y="613999"/>
                    <a:pt x="1206674" y="523167"/>
                    <a:pt x="1206674" y="414323"/>
                  </a:cubicBezTo>
                  <a:cubicBezTo>
                    <a:pt x="1206674" y="315372"/>
                    <a:pt x="1278552" y="221242"/>
                    <a:pt x="1396654" y="221242"/>
                  </a:cubicBezTo>
                  <a:close/>
                  <a:moveTo>
                    <a:pt x="1865761" y="220990"/>
                  </a:moveTo>
                  <a:cubicBezTo>
                    <a:pt x="1942718" y="220990"/>
                    <a:pt x="1988689" y="271481"/>
                    <a:pt x="1987928" y="349879"/>
                  </a:cubicBezTo>
                  <a:lnTo>
                    <a:pt x="1987928" y="549049"/>
                  </a:lnTo>
                  <a:cubicBezTo>
                    <a:pt x="1987928" y="578989"/>
                    <a:pt x="2014595" y="594972"/>
                    <a:pt x="2047867" y="597510"/>
                  </a:cubicBezTo>
                  <a:lnTo>
                    <a:pt x="2047867" y="603345"/>
                  </a:lnTo>
                  <a:lnTo>
                    <a:pt x="1843411" y="603345"/>
                  </a:lnTo>
                  <a:lnTo>
                    <a:pt x="1843411" y="597510"/>
                  </a:lnTo>
                  <a:cubicBezTo>
                    <a:pt x="1875921" y="594972"/>
                    <a:pt x="1902082" y="578735"/>
                    <a:pt x="1902082" y="548796"/>
                  </a:cubicBezTo>
                  <a:lnTo>
                    <a:pt x="1902082" y="340239"/>
                  </a:lnTo>
                  <a:cubicBezTo>
                    <a:pt x="1902082" y="283405"/>
                    <a:pt x="1876175" y="245094"/>
                    <a:pt x="1836045" y="245094"/>
                  </a:cubicBezTo>
                  <a:cubicBezTo>
                    <a:pt x="1787027" y="245094"/>
                    <a:pt x="1730135" y="303195"/>
                    <a:pt x="1730135" y="386162"/>
                  </a:cubicBezTo>
                  <a:lnTo>
                    <a:pt x="1730135" y="549049"/>
                  </a:lnTo>
                  <a:cubicBezTo>
                    <a:pt x="1730135" y="578989"/>
                    <a:pt x="1756803" y="594972"/>
                    <a:pt x="1790074" y="597510"/>
                  </a:cubicBezTo>
                  <a:lnTo>
                    <a:pt x="1790074" y="603345"/>
                  </a:lnTo>
                  <a:lnTo>
                    <a:pt x="1585618" y="603345"/>
                  </a:lnTo>
                  <a:lnTo>
                    <a:pt x="1585618" y="597510"/>
                  </a:lnTo>
                  <a:cubicBezTo>
                    <a:pt x="1618128" y="594972"/>
                    <a:pt x="1644289" y="578989"/>
                    <a:pt x="1644289" y="549049"/>
                  </a:cubicBezTo>
                  <a:lnTo>
                    <a:pt x="1644289" y="303703"/>
                  </a:lnTo>
                  <a:cubicBezTo>
                    <a:pt x="1644289" y="247884"/>
                    <a:pt x="1618128" y="238751"/>
                    <a:pt x="1585618" y="236213"/>
                  </a:cubicBezTo>
                  <a:lnTo>
                    <a:pt x="1585618" y="230378"/>
                  </a:lnTo>
                  <a:lnTo>
                    <a:pt x="1730389" y="230378"/>
                  </a:lnTo>
                  <a:lnTo>
                    <a:pt x="1730389" y="305479"/>
                  </a:lnTo>
                  <a:cubicBezTo>
                    <a:pt x="1750961" y="260064"/>
                    <a:pt x="1794900" y="220990"/>
                    <a:pt x="1865761" y="220990"/>
                  </a:cubicBezTo>
                  <a:close/>
                  <a:moveTo>
                    <a:pt x="2181208" y="105546"/>
                  </a:moveTo>
                  <a:lnTo>
                    <a:pt x="2187050" y="105546"/>
                  </a:lnTo>
                  <a:lnTo>
                    <a:pt x="2187050" y="230123"/>
                  </a:lnTo>
                  <a:lnTo>
                    <a:pt x="2293469" y="230123"/>
                  </a:lnTo>
                  <a:lnTo>
                    <a:pt x="2293469" y="245092"/>
                  </a:lnTo>
                  <a:lnTo>
                    <a:pt x="2187050" y="245092"/>
                  </a:lnTo>
                  <a:lnTo>
                    <a:pt x="2187050" y="489424"/>
                  </a:lnTo>
                  <a:cubicBezTo>
                    <a:pt x="2187050" y="536616"/>
                    <a:pt x="2200257" y="572897"/>
                    <a:pt x="2250546" y="572897"/>
                  </a:cubicBezTo>
                  <a:cubicBezTo>
                    <a:pt x="2283818" y="572897"/>
                    <a:pt x="2304137" y="541690"/>
                    <a:pt x="2311502" y="512512"/>
                  </a:cubicBezTo>
                  <a:lnTo>
                    <a:pt x="2317344" y="514034"/>
                  </a:lnTo>
                  <a:cubicBezTo>
                    <a:pt x="2306168" y="568584"/>
                    <a:pt x="2259435" y="613999"/>
                    <a:pt x="2202035" y="613999"/>
                  </a:cubicBezTo>
                  <a:cubicBezTo>
                    <a:pt x="2134221" y="613999"/>
                    <a:pt x="2101966" y="572897"/>
                    <a:pt x="2101966" y="499572"/>
                  </a:cubicBezTo>
                  <a:lnTo>
                    <a:pt x="2101966" y="245092"/>
                  </a:lnTo>
                  <a:lnTo>
                    <a:pt x="2016373" y="245092"/>
                  </a:lnTo>
                  <a:lnTo>
                    <a:pt x="2016373" y="230123"/>
                  </a:lnTo>
                  <a:cubicBezTo>
                    <a:pt x="2112125" y="230123"/>
                    <a:pt x="2164700" y="173035"/>
                    <a:pt x="2181208" y="105546"/>
                  </a:cubicBezTo>
                  <a:close/>
                  <a:moveTo>
                    <a:pt x="745695" y="8373"/>
                  </a:moveTo>
                  <a:lnTo>
                    <a:pt x="746457" y="8373"/>
                  </a:lnTo>
                  <a:lnTo>
                    <a:pt x="746457" y="526722"/>
                  </a:lnTo>
                  <a:cubicBezTo>
                    <a:pt x="746457" y="585332"/>
                    <a:pt x="775665" y="594973"/>
                    <a:pt x="807667" y="597764"/>
                  </a:cubicBezTo>
                  <a:lnTo>
                    <a:pt x="807667" y="603599"/>
                  </a:lnTo>
                  <a:lnTo>
                    <a:pt x="659086" y="603599"/>
                  </a:lnTo>
                  <a:lnTo>
                    <a:pt x="659086" y="539408"/>
                  </a:lnTo>
                  <a:cubicBezTo>
                    <a:pt x="635466" y="587107"/>
                    <a:pt x="594321" y="614001"/>
                    <a:pt x="535397" y="614001"/>
                  </a:cubicBezTo>
                  <a:cubicBezTo>
                    <a:pt x="437106" y="614001"/>
                    <a:pt x="345926" y="539154"/>
                    <a:pt x="345926" y="417623"/>
                  </a:cubicBezTo>
                  <a:cubicBezTo>
                    <a:pt x="345926" y="296091"/>
                    <a:pt x="437106" y="221244"/>
                    <a:pt x="535397" y="221244"/>
                  </a:cubicBezTo>
                  <a:cubicBezTo>
                    <a:pt x="594321" y="221244"/>
                    <a:pt x="635466" y="248138"/>
                    <a:pt x="659086" y="295837"/>
                  </a:cubicBezTo>
                  <a:lnTo>
                    <a:pt x="659086" y="115696"/>
                  </a:lnTo>
                  <a:cubicBezTo>
                    <a:pt x="659086" y="59878"/>
                    <a:pt x="631657" y="50744"/>
                    <a:pt x="597369" y="48207"/>
                  </a:cubicBezTo>
                  <a:lnTo>
                    <a:pt x="597369" y="42118"/>
                  </a:lnTo>
                  <a:cubicBezTo>
                    <a:pt x="616163" y="42118"/>
                    <a:pt x="696169" y="46431"/>
                    <a:pt x="745695" y="8373"/>
                  </a:cubicBezTo>
                  <a:close/>
                  <a:moveTo>
                    <a:pt x="41907" y="0"/>
                  </a:moveTo>
                  <a:lnTo>
                    <a:pt x="42669" y="0"/>
                  </a:lnTo>
                  <a:lnTo>
                    <a:pt x="308843" y="549048"/>
                  </a:lnTo>
                  <a:cubicBezTo>
                    <a:pt x="323828" y="580003"/>
                    <a:pt x="347957" y="594971"/>
                    <a:pt x="386816" y="597509"/>
                  </a:cubicBezTo>
                  <a:lnTo>
                    <a:pt x="386816" y="603344"/>
                  </a:lnTo>
                  <a:lnTo>
                    <a:pt x="141468" y="603344"/>
                  </a:lnTo>
                  <a:lnTo>
                    <a:pt x="141468" y="597509"/>
                  </a:lnTo>
                  <a:cubicBezTo>
                    <a:pt x="179565" y="594971"/>
                    <a:pt x="210044" y="580764"/>
                    <a:pt x="194551" y="549048"/>
                  </a:cubicBezTo>
                  <a:lnTo>
                    <a:pt x="0" y="148172"/>
                  </a:lnTo>
                  <a:close/>
                </a:path>
              </a:pathLst>
            </a:custGeom>
            <a:solidFill>
              <a:schemeClr val="tx1"/>
            </a:solidFill>
            <a:ln w="1823" cap="flat">
              <a:noFill/>
              <a:prstDash val="solid"/>
              <a:miter/>
            </a:ln>
          </p:spPr>
          <p:txBody>
            <a:bodyPr wrap="square" rtlCol="0" anchor="ctr">
              <a:noAutofit/>
            </a:bodyPr>
            <a:lstStyle/>
            <a:p>
              <a:endParaRPr lang="en-US" b="0" i="0">
                <a:solidFill>
                  <a:schemeClr val="tx1"/>
                </a:solidFill>
                <a:latin typeface="+mn-lt" panose="02000503000000020004" pitchFamily="2" charset="0"/>
              </a:endParaRPr>
            </a:p>
          </p:txBody>
        </p:sp>
        <p:sp>
          <p:nvSpPr>
            <p:cNvPr id="5" name="Freeform 4">
              <a:extLst>
                <a:ext uri="{FF2B5EF4-FFF2-40B4-BE49-F238E27FC236}">
                  <a16:creationId xmlns:a16="http://schemas.microsoft.com/office/drawing/2014/main" id="{F8AD46F8-1A8F-A69C-84EE-053457B3B399}"/>
                </a:ext>
              </a:extLst>
            </p:cNvPr>
            <p:cNvSpPr/>
            <p:nvPr/>
          </p:nvSpPr>
          <p:spPr>
            <a:xfrm>
              <a:off x="4826084" y="3482026"/>
              <a:ext cx="253982" cy="253719"/>
            </a:xfrm>
            <a:custGeom>
              <a:avLst/>
              <a:gdLst>
                <a:gd name="connsiteX0" fmla="*/ 182947 w 182946"/>
                <a:gd name="connsiteY0" fmla="*/ 91378 h 182756"/>
                <a:gd name="connsiteX1" fmla="*/ 91473 w 182946"/>
                <a:gd name="connsiteY1" fmla="*/ 182757 h 182756"/>
                <a:gd name="connsiteX2" fmla="*/ 0 w 182946"/>
                <a:gd name="connsiteY2" fmla="*/ 91378 h 182756"/>
                <a:gd name="connsiteX3" fmla="*/ 91473 w 182946"/>
                <a:gd name="connsiteY3" fmla="*/ 0 h 182756"/>
                <a:gd name="connsiteX4" fmla="*/ 182947 w 182946"/>
                <a:gd name="connsiteY4" fmla="*/ 91378 h 182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46" h="182756">
                  <a:moveTo>
                    <a:pt x="182947" y="91378"/>
                  </a:moveTo>
                  <a:cubicBezTo>
                    <a:pt x="182947" y="141845"/>
                    <a:pt x="141993" y="182757"/>
                    <a:pt x="91473" y="182757"/>
                  </a:cubicBezTo>
                  <a:cubicBezTo>
                    <a:pt x="40954" y="182757"/>
                    <a:pt x="0" y="141845"/>
                    <a:pt x="0" y="91378"/>
                  </a:cubicBezTo>
                  <a:cubicBezTo>
                    <a:pt x="0" y="40912"/>
                    <a:pt x="40954" y="0"/>
                    <a:pt x="91473" y="0"/>
                  </a:cubicBezTo>
                  <a:cubicBezTo>
                    <a:pt x="141993" y="0"/>
                    <a:pt x="182947" y="40912"/>
                    <a:pt x="182947" y="91378"/>
                  </a:cubicBezTo>
                  <a:close/>
                </a:path>
              </a:pathLst>
            </a:custGeom>
            <a:solidFill>
              <a:srgbClr val="E1B523"/>
            </a:solidFill>
            <a:ln w="1823" cap="flat">
              <a:noFill/>
              <a:prstDash val="solid"/>
              <a:miter/>
            </a:ln>
          </p:spPr>
          <p:txBody>
            <a:bodyPr rtlCol="0" anchor="ctr"/>
            <a:lstStyle/>
            <a:p>
              <a:endParaRPr lang="en-US" b="0" i="0">
                <a:latin typeface="+mn-lt" panose="02000503000000020004" pitchFamily="2" charset="0"/>
              </a:endParaRPr>
            </a:p>
          </p:txBody>
        </p:sp>
      </p:grpSp>
    </p:spTree>
    <p:extLst>
      <p:ext uri="{BB962C8B-B14F-4D97-AF65-F5344CB8AC3E}">
        <p14:creationId xmlns:p14="http://schemas.microsoft.com/office/powerpoint/2010/main" val="124271308"/>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tags" Target="../tags/tag3.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oleObject" Target="../embeddings/oleObject1.bin"/><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image" Target="../media/image2.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tags" Target="../tags/tag2.xml"/><Relationship Id="rId91"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oleObject" Target="../embeddings/oleObject2.bin"/><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theme" Target="../theme/theme1.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D97C0B56-70AF-A489-E260-DBD8FCBBD5DD}"/>
              </a:ext>
            </a:extLst>
          </p:cNvPr>
          <p:cNvGraphicFramePr>
            <a:graphicFrameLocks noChangeAspect="1"/>
          </p:cNvGraphicFramePr>
          <p:nvPr>
            <p:custDataLst>
              <p:tags r:id="rId88"/>
            </p:custDataLst>
            <p:extLst>
              <p:ext uri="{D42A27DB-BD31-4B8C-83A1-F6EECF244321}">
                <p14:modId xmlns:p14="http://schemas.microsoft.com/office/powerpoint/2010/main" val="32031332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90" imgW="7772400" imgH="10058400" progId="TCLayout.ActiveDocument.1">
                  <p:embed/>
                </p:oleObj>
              </mc:Choice>
              <mc:Fallback>
                <p:oleObj name="think-cell Slide" r:id="rId90" imgW="7772400" imgH="10058400" progId="TCLayout.ActiveDocument.1">
                  <p:embed/>
                  <p:pic>
                    <p:nvPicPr>
                      <p:cNvPr id="5" name="think-cell data - do not delete" hidden="1">
                        <a:extLst>
                          <a:ext uri="{FF2B5EF4-FFF2-40B4-BE49-F238E27FC236}">
                            <a16:creationId xmlns:a16="http://schemas.microsoft.com/office/drawing/2014/main" id="{D97C0B56-70AF-A489-E260-DBD8FCBBD5DD}"/>
                          </a:ext>
                        </a:extLst>
                      </p:cNvPr>
                      <p:cNvPicPr/>
                      <p:nvPr/>
                    </p:nvPicPr>
                    <p:blipFill>
                      <a:blip r:embed="rId91"/>
                      <a:stretch>
                        <a:fillRect/>
                      </a:stretch>
                    </p:blipFill>
                    <p:spPr>
                      <a:xfrm>
                        <a:off x="1588" y="1588"/>
                        <a:ext cx="1227" cy="1588"/>
                      </a:xfrm>
                      <a:prstGeom prst="rect">
                        <a:avLst/>
                      </a:prstGeom>
                    </p:spPr>
                  </p:pic>
                </p:oleObj>
              </mc:Fallback>
            </mc:AlternateContent>
          </a:graphicData>
        </a:graphic>
      </p:graphicFrame>
      <p:grpSp>
        <p:nvGrpSpPr>
          <p:cNvPr id="20" name="Logo">
            <a:extLst>
              <a:ext uri="{FF2B5EF4-FFF2-40B4-BE49-F238E27FC236}">
                <a16:creationId xmlns:a16="http://schemas.microsoft.com/office/drawing/2014/main" id="{DABA48C0-5CF5-C7E0-A8F5-0129774E04D4}"/>
              </a:ext>
            </a:extLst>
          </p:cNvPr>
          <p:cNvGrpSpPr/>
          <p:nvPr/>
        </p:nvGrpSpPr>
        <p:grpSpPr>
          <a:xfrm>
            <a:off x="493713" y="6363057"/>
            <a:ext cx="1016006" cy="245618"/>
            <a:chOff x="493713" y="6363057"/>
            <a:chExt cx="1016006" cy="245618"/>
          </a:xfrm>
        </p:grpSpPr>
        <p:sp>
          <p:nvSpPr>
            <p:cNvPr id="19" name="Freeform 18">
              <a:extLst>
                <a:ext uri="{FF2B5EF4-FFF2-40B4-BE49-F238E27FC236}">
                  <a16:creationId xmlns:a16="http://schemas.microsoft.com/office/drawing/2014/main" id="{F5997519-D3B5-4CD0-E642-9C4ECB634CCE}"/>
                </a:ext>
              </a:extLst>
            </p:cNvPr>
            <p:cNvSpPr/>
            <p:nvPr/>
          </p:nvSpPr>
          <p:spPr>
            <a:xfrm>
              <a:off x="582715" y="6363057"/>
              <a:ext cx="927004" cy="245618"/>
            </a:xfrm>
            <a:custGeom>
              <a:avLst/>
              <a:gdLst>
                <a:gd name="connsiteX0" fmla="*/ 221591 w 927004"/>
                <a:gd name="connsiteY0" fmla="*/ 95406 h 245618"/>
                <a:gd name="connsiteX1" fmla="*/ 176785 w 927004"/>
                <a:gd name="connsiteY1" fmla="*/ 167061 h 245618"/>
                <a:gd name="connsiteX2" fmla="*/ 221591 w 927004"/>
                <a:gd name="connsiteY2" fmla="*/ 238717 h 245618"/>
                <a:gd name="connsiteX3" fmla="*/ 266397 w 927004"/>
                <a:gd name="connsiteY3" fmla="*/ 167061 h 245618"/>
                <a:gd name="connsiteX4" fmla="*/ 221591 w 927004"/>
                <a:gd name="connsiteY4" fmla="*/ 95406 h 245618"/>
                <a:gd name="connsiteX5" fmla="*/ 561749 w 927004"/>
                <a:gd name="connsiteY5" fmla="*/ 93072 h 245618"/>
                <a:gd name="connsiteX6" fmla="*/ 521007 w 927004"/>
                <a:gd name="connsiteY6" fmla="*/ 157318 h 245618"/>
                <a:gd name="connsiteX7" fmla="*/ 597411 w 927004"/>
                <a:gd name="connsiteY7" fmla="*/ 157318 h 245618"/>
                <a:gd name="connsiteX8" fmla="*/ 597411 w 927004"/>
                <a:gd name="connsiteY8" fmla="*/ 157013 h 245618"/>
                <a:gd name="connsiteX9" fmla="*/ 561749 w 927004"/>
                <a:gd name="connsiteY9" fmla="*/ 93072 h 245618"/>
                <a:gd name="connsiteX10" fmla="*/ 313743 w 927004"/>
                <a:gd name="connsiteY10" fmla="*/ 92158 h 245618"/>
                <a:gd name="connsiteX11" fmla="*/ 389130 w 927004"/>
                <a:gd name="connsiteY11" fmla="*/ 92158 h 245618"/>
                <a:gd name="connsiteX12" fmla="*/ 389130 w 927004"/>
                <a:gd name="connsiteY12" fmla="*/ 94493 h 245618"/>
                <a:gd name="connsiteX13" fmla="*/ 374195 w 927004"/>
                <a:gd name="connsiteY13" fmla="*/ 113878 h 245618"/>
                <a:gd name="connsiteX14" fmla="*/ 416461 w 927004"/>
                <a:gd name="connsiteY14" fmla="*/ 200149 h 245618"/>
                <a:gd name="connsiteX15" fmla="*/ 457101 w 927004"/>
                <a:gd name="connsiteY15" fmla="*/ 112356 h 245618"/>
                <a:gd name="connsiteX16" fmla="*/ 435054 w 927004"/>
                <a:gd name="connsiteY16" fmla="*/ 94493 h 245618"/>
                <a:gd name="connsiteX17" fmla="*/ 435054 w 927004"/>
                <a:gd name="connsiteY17" fmla="*/ 92158 h 245618"/>
                <a:gd name="connsiteX18" fmla="*/ 489918 w 927004"/>
                <a:gd name="connsiteY18" fmla="*/ 92158 h 245618"/>
                <a:gd name="connsiteX19" fmla="*/ 489918 w 927004"/>
                <a:gd name="connsiteY19" fmla="*/ 94493 h 245618"/>
                <a:gd name="connsiteX20" fmla="*/ 468074 w 927004"/>
                <a:gd name="connsiteY20" fmla="*/ 108702 h 245618"/>
                <a:gd name="connsiteX21" fmla="*/ 406707 w 927004"/>
                <a:gd name="connsiteY21" fmla="*/ 241356 h 245618"/>
                <a:gd name="connsiteX22" fmla="*/ 400713 w 927004"/>
                <a:gd name="connsiteY22" fmla="*/ 241356 h 245618"/>
                <a:gd name="connsiteX23" fmla="*/ 338229 w 927004"/>
                <a:gd name="connsiteY23" fmla="*/ 113878 h 245618"/>
                <a:gd name="connsiteX24" fmla="*/ 313743 w 927004"/>
                <a:gd name="connsiteY24" fmla="*/ 94493 h 245618"/>
                <a:gd name="connsiteX25" fmla="*/ 558701 w 927004"/>
                <a:gd name="connsiteY25" fmla="*/ 88504 h 245618"/>
                <a:gd name="connsiteX26" fmla="*/ 629618 w 927004"/>
                <a:gd name="connsiteY26" fmla="*/ 161885 h 245618"/>
                <a:gd name="connsiteX27" fmla="*/ 629618 w 927004"/>
                <a:gd name="connsiteY27" fmla="*/ 164828 h 245618"/>
                <a:gd name="connsiteX28" fmla="*/ 521007 w 927004"/>
                <a:gd name="connsiteY28" fmla="*/ 164828 h 245618"/>
                <a:gd name="connsiteX29" fmla="*/ 577192 w 927004"/>
                <a:gd name="connsiteY29" fmla="*/ 227248 h 245618"/>
                <a:gd name="connsiteX30" fmla="*/ 623116 w 927004"/>
                <a:gd name="connsiteY30" fmla="*/ 205122 h 245618"/>
                <a:gd name="connsiteX31" fmla="*/ 625452 w 927004"/>
                <a:gd name="connsiteY31" fmla="*/ 205629 h 245618"/>
                <a:gd name="connsiteX32" fmla="*/ 562460 w 927004"/>
                <a:gd name="connsiteY32" fmla="*/ 245618 h 245618"/>
                <a:gd name="connsiteX33" fmla="*/ 482704 w 927004"/>
                <a:gd name="connsiteY33" fmla="*/ 165742 h 245618"/>
                <a:gd name="connsiteX34" fmla="*/ 558701 w 927004"/>
                <a:gd name="connsiteY34" fmla="*/ 88504 h 245618"/>
                <a:gd name="connsiteX35" fmla="*/ 746359 w 927004"/>
                <a:gd name="connsiteY35" fmla="*/ 88402 h 245618"/>
                <a:gd name="connsiteX36" fmla="*/ 795229 w 927004"/>
                <a:gd name="connsiteY36" fmla="*/ 139962 h 245618"/>
                <a:gd name="connsiteX37" fmla="*/ 795229 w 927004"/>
                <a:gd name="connsiteY37" fmla="*/ 219635 h 245618"/>
                <a:gd name="connsiteX38" fmla="*/ 819206 w 927004"/>
                <a:gd name="connsiteY38" fmla="*/ 239021 h 245618"/>
                <a:gd name="connsiteX39" fmla="*/ 819206 w 927004"/>
                <a:gd name="connsiteY39" fmla="*/ 241355 h 245618"/>
                <a:gd name="connsiteX40" fmla="*/ 737418 w 927004"/>
                <a:gd name="connsiteY40" fmla="*/ 241355 h 245618"/>
                <a:gd name="connsiteX41" fmla="*/ 737418 w 927004"/>
                <a:gd name="connsiteY41" fmla="*/ 239021 h 245618"/>
                <a:gd name="connsiteX42" fmla="*/ 760887 w 927004"/>
                <a:gd name="connsiteY42" fmla="*/ 219534 h 245618"/>
                <a:gd name="connsiteX43" fmla="*/ 760887 w 927004"/>
                <a:gd name="connsiteY43" fmla="*/ 136105 h 245618"/>
                <a:gd name="connsiteX44" fmla="*/ 734471 w 927004"/>
                <a:gd name="connsiteY44" fmla="*/ 98044 h 245618"/>
                <a:gd name="connsiteX45" fmla="*/ 692104 w 927004"/>
                <a:gd name="connsiteY45" fmla="*/ 154475 h 245618"/>
                <a:gd name="connsiteX46" fmla="*/ 692104 w 927004"/>
                <a:gd name="connsiteY46" fmla="*/ 219635 h 245618"/>
                <a:gd name="connsiteX47" fmla="*/ 716082 w 927004"/>
                <a:gd name="connsiteY47" fmla="*/ 239021 h 245618"/>
                <a:gd name="connsiteX48" fmla="*/ 716082 w 927004"/>
                <a:gd name="connsiteY48" fmla="*/ 241355 h 245618"/>
                <a:gd name="connsiteX49" fmla="*/ 634293 w 927004"/>
                <a:gd name="connsiteY49" fmla="*/ 241355 h 245618"/>
                <a:gd name="connsiteX50" fmla="*/ 634293 w 927004"/>
                <a:gd name="connsiteY50" fmla="*/ 239021 h 245618"/>
                <a:gd name="connsiteX51" fmla="*/ 657763 w 927004"/>
                <a:gd name="connsiteY51" fmla="*/ 219635 h 245618"/>
                <a:gd name="connsiteX52" fmla="*/ 657763 w 927004"/>
                <a:gd name="connsiteY52" fmla="*/ 121490 h 245618"/>
                <a:gd name="connsiteX53" fmla="*/ 634293 w 927004"/>
                <a:gd name="connsiteY53" fmla="*/ 94492 h 245618"/>
                <a:gd name="connsiteX54" fmla="*/ 634293 w 927004"/>
                <a:gd name="connsiteY54" fmla="*/ 92158 h 245618"/>
                <a:gd name="connsiteX55" fmla="*/ 692205 w 927004"/>
                <a:gd name="connsiteY55" fmla="*/ 92158 h 245618"/>
                <a:gd name="connsiteX56" fmla="*/ 692205 w 927004"/>
                <a:gd name="connsiteY56" fmla="*/ 122200 h 245618"/>
                <a:gd name="connsiteX57" fmla="*/ 746359 w 927004"/>
                <a:gd name="connsiteY57" fmla="*/ 88402 h 245618"/>
                <a:gd name="connsiteX58" fmla="*/ 872546 w 927004"/>
                <a:gd name="connsiteY58" fmla="*/ 42222 h 245618"/>
                <a:gd name="connsiteX59" fmla="*/ 874883 w 927004"/>
                <a:gd name="connsiteY59" fmla="*/ 42222 h 245618"/>
                <a:gd name="connsiteX60" fmla="*/ 874883 w 927004"/>
                <a:gd name="connsiteY60" fmla="*/ 92056 h 245618"/>
                <a:gd name="connsiteX61" fmla="*/ 917454 w 927004"/>
                <a:gd name="connsiteY61" fmla="*/ 92056 h 245618"/>
                <a:gd name="connsiteX62" fmla="*/ 917454 w 927004"/>
                <a:gd name="connsiteY62" fmla="*/ 98044 h 245618"/>
                <a:gd name="connsiteX63" fmla="*/ 874883 w 927004"/>
                <a:gd name="connsiteY63" fmla="*/ 98044 h 245618"/>
                <a:gd name="connsiteX64" fmla="*/ 874883 w 927004"/>
                <a:gd name="connsiteY64" fmla="*/ 195784 h 245618"/>
                <a:gd name="connsiteX65" fmla="*/ 900283 w 927004"/>
                <a:gd name="connsiteY65" fmla="*/ 229176 h 245618"/>
                <a:gd name="connsiteX66" fmla="*/ 924667 w 927004"/>
                <a:gd name="connsiteY66" fmla="*/ 205020 h 245618"/>
                <a:gd name="connsiteX67" fmla="*/ 927004 w 927004"/>
                <a:gd name="connsiteY67" fmla="*/ 205629 h 245618"/>
                <a:gd name="connsiteX68" fmla="*/ 880877 w 927004"/>
                <a:gd name="connsiteY68" fmla="*/ 245618 h 245618"/>
                <a:gd name="connsiteX69" fmla="*/ 840847 w 927004"/>
                <a:gd name="connsiteY69" fmla="*/ 199844 h 245618"/>
                <a:gd name="connsiteX70" fmla="*/ 840847 w 927004"/>
                <a:gd name="connsiteY70" fmla="*/ 98044 h 245618"/>
                <a:gd name="connsiteX71" fmla="*/ 806607 w 927004"/>
                <a:gd name="connsiteY71" fmla="*/ 98044 h 245618"/>
                <a:gd name="connsiteX72" fmla="*/ 806607 w 927004"/>
                <a:gd name="connsiteY72" fmla="*/ 92056 h 245618"/>
                <a:gd name="connsiteX73" fmla="*/ 872546 w 927004"/>
                <a:gd name="connsiteY73" fmla="*/ 42222 h 245618"/>
                <a:gd name="connsiteX74" fmla="*/ 298300 w 927004"/>
                <a:gd name="connsiteY74" fmla="*/ 3349 h 245618"/>
                <a:gd name="connsiteX75" fmla="*/ 298604 w 927004"/>
                <a:gd name="connsiteY75" fmla="*/ 3349 h 245618"/>
                <a:gd name="connsiteX76" fmla="*/ 298604 w 927004"/>
                <a:gd name="connsiteY76" fmla="*/ 210704 h 245618"/>
                <a:gd name="connsiteX77" fmla="*/ 323090 w 927004"/>
                <a:gd name="connsiteY77" fmla="*/ 239123 h 245618"/>
                <a:gd name="connsiteX78" fmla="*/ 323090 w 927004"/>
                <a:gd name="connsiteY78" fmla="*/ 241457 h 245618"/>
                <a:gd name="connsiteX79" fmla="*/ 263654 w 927004"/>
                <a:gd name="connsiteY79" fmla="*/ 241457 h 245618"/>
                <a:gd name="connsiteX80" fmla="*/ 263654 w 927004"/>
                <a:gd name="connsiteY80" fmla="*/ 215779 h 245618"/>
                <a:gd name="connsiteX81" fmla="*/ 214174 w 927004"/>
                <a:gd name="connsiteY81" fmla="*/ 245618 h 245618"/>
                <a:gd name="connsiteX82" fmla="*/ 138380 w 927004"/>
                <a:gd name="connsiteY82" fmla="*/ 167061 h 245618"/>
                <a:gd name="connsiteX83" fmla="*/ 214174 w 927004"/>
                <a:gd name="connsiteY83" fmla="*/ 88504 h 245618"/>
                <a:gd name="connsiteX84" fmla="*/ 263654 w 927004"/>
                <a:gd name="connsiteY84" fmla="*/ 118343 h 245618"/>
                <a:gd name="connsiteX85" fmla="*/ 263654 w 927004"/>
                <a:gd name="connsiteY85" fmla="*/ 46282 h 245618"/>
                <a:gd name="connsiteX86" fmla="*/ 238965 w 927004"/>
                <a:gd name="connsiteY86" fmla="*/ 19284 h 245618"/>
                <a:gd name="connsiteX87" fmla="*/ 238965 w 927004"/>
                <a:gd name="connsiteY87" fmla="*/ 16848 h 245618"/>
                <a:gd name="connsiteX88" fmla="*/ 298300 w 927004"/>
                <a:gd name="connsiteY88" fmla="*/ 3349 h 245618"/>
                <a:gd name="connsiteX89" fmla="*/ 16764 w 927004"/>
                <a:gd name="connsiteY89" fmla="*/ 0 h 245618"/>
                <a:gd name="connsiteX90" fmla="*/ 17069 w 927004"/>
                <a:gd name="connsiteY90" fmla="*/ 0 h 245618"/>
                <a:gd name="connsiteX91" fmla="*/ 123546 w 927004"/>
                <a:gd name="connsiteY91" fmla="*/ 219635 h 245618"/>
                <a:gd name="connsiteX92" fmla="*/ 154738 w 927004"/>
                <a:gd name="connsiteY92" fmla="*/ 239021 h 245618"/>
                <a:gd name="connsiteX93" fmla="*/ 154738 w 927004"/>
                <a:gd name="connsiteY93" fmla="*/ 241355 h 245618"/>
                <a:gd name="connsiteX94" fmla="*/ 56592 w 927004"/>
                <a:gd name="connsiteY94" fmla="*/ 241355 h 245618"/>
                <a:gd name="connsiteX95" fmla="*/ 56592 w 927004"/>
                <a:gd name="connsiteY95" fmla="*/ 239021 h 245618"/>
                <a:gd name="connsiteX96" fmla="*/ 77826 w 927004"/>
                <a:gd name="connsiteY96" fmla="*/ 219635 h 245618"/>
                <a:gd name="connsiteX97" fmla="*/ 0 w 927004"/>
                <a:gd name="connsiteY97" fmla="*/ 59273 h 245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927004" h="245618">
                  <a:moveTo>
                    <a:pt x="221591" y="95406"/>
                  </a:moveTo>
                  <a:cubicBezTo>
                    <a:pt x="195378" y="95406"/>
                    <a:pt x="176785" y="122708"/>
                    <a:pt x="176785" y="167061"/>
                  </a:cubicBezTo>
                  <a:cubicBezTo>
                    <a:pt x="176785" y="211415"/>
                    <a:pt x="195480" y="238717"/>
                    <a:pt x="221591" y="238717"/>
                  </a:cubicBezTo>
                  <a:cubicBezTo>
                    <a:pt x="247703" y="238717"/>
                    <a:pt x="266295" y="211313"/>
                    <a:pt x="266397" y="167061"/>
                  </a:cubicBezTo>
                  <a:cubicBezTo>
                    <a:pt x="266397" y="122708"/>
                    <a:pt x="247703" y="95406"/>
                    <a:pt x="221591" y="95406"/>
                  </a:cubicBezTo>
                  <a:close/>
                  <a:moveTo>
                    <a:pt x="561749" y="93072"/>
                  </a:moveTo>
                  <a:cubicBezTo>
                    <a:pt x="533911" y="93072"/>
                    <a:pt x="521007" y="125448"/>
                    <a:pt x="521007" y="157318"/>
                  </a:cubicBezTo>
                  <a:lnTo>
                    <a:pt x="597411" y="157318"/>
                  </a:lnTo>
                  <a:lnTo>
                    <a:pt x="597411" y="157013"/>
                  </a:lnTo>
                  <a:cubicBezTo>
                    <a:pt x="597411" y="129813"/>
                    <a:pt x="588572" y="93072"/>
                    <a:pt x="561749" y="93072"/>
                  </a:cubicBezTo>
                  <a:close/>
                  <a:moveTo>
                    <a:pt x="313743" y="92158"/>
                  </a:moveTo>
                  <a:lnTo>
                    <a:pt x="389130" y="92158"/>
                  </a:lnTo>
                  <a:lnTo>
                    <a:pt x="389130" y="94493"/>
                  </a:lnTo>
                  <a:cubicBezTo>
                    <a:pt x="377142" y="95508"/>
                    <a:pt x="368302" y="101902"/>
                    <a:pt x="374195" y="113878"/>
                  </a:cubicBezTo>
                  <a:lnTo>
                    <a:pt x="416461" y="200149"/>
                  </a:lnTo>
                  <a:lnTo>
                    <a:pt x="457101" y="112356"/>
                  </a:lnTo>
                  <a:cubicBezTo>
                    <a:pt x="465331" y="94594"/>
                    <a:pt x="443791" y="95203"/>
                    <a:pt x="435054" y="94493"/>
                  </a:cubicBezTo>
                  <a:lnTo>
                    <a:pt x="435054" y="92158"/>
                  </a:lnTo>
                  <a:lnTo>
                    <a:pt x="489918" y="92158"/>
                  </a:lnTo>
                  <a:lnTo>
                    <a:pt x="489918" y="94493"/>
                  </a:lnTo>
                  <a:cubicBezTo>
                    <a:pt x="480977" y="95203"/>
                    <a:pt x="472240" y="100176"/>
                    <a:pt x="468074" y="108702"/>
                  </a:cubicBezTo>
                  <a:lnTo>
                    <a:pt x="406707" y="241356"/>
                  </a:lnTo>
                  <a:lnTo>
                    <a:pt x="400713" y="241356"/>
                  </a:lnTo>
                  <a:lnTo>
                    <a:pt x="338229" y="113878"/>
                  </a:lnTo>
                  <a:cubicBezTo>
                    <a:pt x="332539" y="102206"/>
                    <a:pt x="325935" y="95508"/>
                    <a:pt x="313743" y="94493"/>
                  </a:cubicBezTo>
                  <a:close/>
                  <a:moveTo>
                    <a:pt x="558701" y="88504"/>
                  </a:moveTo>
                  <a:cubicBezTo>
                    <a:pt x="607368" y="88504"/>
                    <a:pt x="629618" y="129914"/>
                    <a:pt x="629618" y="161885"/>
                  </a:cubicBezTo>
                  <a:lnTo>
                    <a:pt x="629618" y="164828"/>
                  </a:lnTo>
                  <a:lnTo>
                    <a:pt x="521007" y="164828"/>
                  </a:lnTo>
                  <a:cubicBezTo>
                    <a:pt x="521007" y="196495"/>
                    <a:pt x="535739" y="227552"/>
                    <a:pt x="577192" y="227248"/>
                  </a:cubicBezTo>
                  <a:cubicBezTo>
                    <a:pt x="594871" y="227045"/>
                    <a:pt x="616613" y="217707"/>
                    <a:pt x="623116" y="205122"/>
                  </a:cubicBezTo>
                  <a:lnTo>
                    <a:pt x="625452" y="205629"/>
                  </a:lnTo>
                  <a:cubicBezTo>
                    <a:pt x="617832" y="226233"/>
                    <a:pt x="592331" y="245618"/>
                    <a:pt x="562460" y="245618"/>
                  </a:cubicBezTo>
                  <a:cubicBezTo>
                    <a:pt x="515927" y="245618"/>
                    <a:pt x="482704" y="209283"/>
                    <a:pt x="482704" y="165742"/>
                  </a:cubicBezTo>
                  <a:cubicBezTo>
                    <a:pt x="482704" y="126159"/>
                    <a:pt x="511457" y="88504"/>
                    <a:pt x="558701" y="88504"/>
                  </a:cubicBezTo>
                  <a:close/>
                  <a:moveTo>
                    <a:pt x="746359" y="88402"/>
                  </a:moveTo>
                  <a:cubicBezTo>
                    <a:pt x="777144" y="88402"/>
                    <a:pt x="795533" y="108600"/>
                    <a:pt x="795229" y="139962"/>
                  </a:cubicBezTo>
                  <a:lnTo>
                    <a:pt x="795229" y="219635"/>
                  </a:lnTo>
                  <a:cubicBezTo>
                    <a:pt x="795229" y="231612"/>
                    <a:pt x="805897" y="238006"/>
                    <a:pt x="819206" y="239021"/>
                  </a:cubicBezTo>
                  <a:lnTo>
                    <a:pt x="819206" y="241355"/>
                  </a:lnTo>
                  <a:lnTo>
                    <a:pt x="737418" y="241355"/>
                  </a:lnTo>
                  <a:lnTo>
                    <a:pt x="737418" y="239021"/>
                  </a:lnTo>
                  <a:cubicBezTo>
                    <a:pt x="750423" y="238006"/>
                    <a:pt x="760887" y="231510"/>
                    <a:pt x="760887" y="219534"/>
                  </a:cubicBezTo>
                  <a:lnTo>
                    <a:pt x="760887" y="136105"/>
                  </a:lnTo>
                  <a:cubicBezTo>
                    <a:pt x="760887" y="113370"/>
                    <a:pt x="750524" y="98044"/>
                    <a:pt x="734471" y="98044"/>
                  </a:cubicBezTo>
                  <a:cubicBezTo>
                    <a:pt x="714862" y="98044"/>
                    <a:pt x="692104" y="121287"/>
                    <a:pt x="692104" y="154475"/>
                  </a:cubicBezTo>
                  <a:lnTo>
                    <a:pt x="692104" y="219635"/>
                  </a:lnTo>
                  <a:cubicBezTo>
                    <a:pt x="692104" y="231612"/>
                    <a:pt x="702772" y="238006"/>
                    <a:pt x="716082" y="239021"/>
                  </a:cubicBezTo>
                  <a:lnTo>
                    <a:pt x="716082" y="241355"/>
                  </a:lnTo>
                  <a:lnTo>
                    <a:pt x="634293" y="241355"/>
                  </a:lnTo>
                  <a:lnTo>
                    <a:pt x="634293" y="239021"/>
                  </a:lnTo>
                  <a:cubicBezTo>
                    <a:pt x="647298" y="238006"/>
                    <a:pt x="657763" y="231612"/>
                    <a:pt x="657763" y="219635"/>
                  </a:cubicBezTo>
                  <a:lnTo>
                    <a:pt x="657763" y="121490"/>
                  </a:lnTo>
                  <a:cubicBezTo>
                    <a:pt x="657763" y="99161"/>
                    <a:pt x="647298" y="95507"/>
                    <a:pt x="634293" y="94492"/>
                  </a:cubicBezTo>
                  <a:lnTo>
                    <a:pt x="634293" y="92158"/>
                  </a:lnTo>
                  <a:lnTo>
                    <a:pt x="692205" y="92158"/>
                  </a:lnTo>
                  <a:lnTo>
                    <a:pt x="692205" y="122200"/>
                  </a:lnTo>
                  <a:cubicBezTo>
                    <a:pt x="700435" y="104033"/>
                    <a:pt x="718012" y="88402"/>
                    <a:pt x="746359" y="88402"/>
                  </a:cubicBezTo>
                  <a:close/>
                  <a:moveTo>
                    <a:pt x="872546" y="42222"/>
                  </a:moveTo>
                  <a:lnTo>
                    <a:pt x="874883" y="42222"/>
                  </a:lnTo>
                  <a:lnTo>
                    <a:pt x="874883" y="92056"/>
                  </a:lnTo>
                  <a:lnTo>
                    <a:pt x="917454" y="92056"/>
                  </a:lnTo>
                  <a:lnTo>
                    <a:pt x="917454" y="98044"/>
                  </a:lnTo>
                  <a:lnTo>
                    <a:pt x="874883" y="98044"/>
                  </a:lnTo>
                  <a:lnTo>
                    <a:pt x="874883" y="195784"/>
                  </a:lnTo>
                  <a:cubicBezTo>
                    <a:pt x="874883" y="214662"/>
                    <a:pt x="880166" y="229176"/>
                    <a:pt x="900283" y="229176"/>
                  </a:cubicBezTo>
                  <a:cubicBezTo>
                    <a:pt x="913593" y="229176"/>
                    <a:pt x="921721" y="216692"/>
                    <a:pt x="924667" y="205020"/>
                  </a:cubicBezTo>
                  <a:lnTo>
                    <a:pt x="927004" y="205629"/>
                  </a:lnTo>
                  <a:cubicBezTo>
                    <a:pt x="922534" y="227451"/>
                    <a:pt x="903839" y="245618"/>
                    <a:pt x="880877" y="245618"/>
                  </a:cubicBezTo>
                  <a:cubicBezTo>
                    <a:pt x="853750" y="245618"/>
                    <a:pt x="840847" y="229176"/>
                    <a:pt x="840847" y="199844"/>
                  </a:cubicBezTo>
                  <a:lnTo>
                    <a:pt x="840847" y="98044"/>
                  </a:lnTo>
                  <a:lnTo>
                    <a:pt x="806607" y="98044"/>
                  </a:lnTo>
                  <a:lnTo>
                    <a:pt x="806607" y="92056"/>
                  </a:lnTo>
                  <a:cubicBezTo>
                    <a:pt x="844911" y="92056"/>
                    <a:pt x="865942" y="69220"/>
                    <a:pt x="872546" y="42222"/>
                  </a:cubicBezTo>
                  <a:close/>
                  <a:moveTo>
                    <a:pt x="298300" y="3349"/>
                  </a:moveTo>
                  <a:lnTo>
                    <a:pt x="298604" y="3349"/>
                  </a:lnTo>
                  <a:lnTo>
                    <a:pt x="298604" y="210704"/>
                  </a:lnTo>
                  <a:cubicBezTo>
                    <a:pt x="298604" y="234150"/>
                    <a:pt x="310288" y="238006"/>
                    <a:pt x="323090" y="239123"/>
                  </a:cubicBezTo>
                  <a:lnTo>
                    <a:pt x="323090" y="241457"/>
                  </a:lnTo>
                  <a:lnTo>
                    <a:pt x="263654" y="241457"/>
                  </a:lnTo>
                  <a:lnTo>
                    <a:pt x="263654" y="215779"/>
                  </a:lnTo>
                  <a:cubicBezTo>
                    <a:pt x="254205" y="234860"/>
                    <a:pt x="237746" y="245618"/>
                    <a:pt x="214174" y="245618"/>
                  </a:cubicBezTo>
                  <a:cubicBezTo>
                    <a:pt x="174855" y="245618"/>
                    <a:pt x="138380" y="215677"/>
                    <a:pt x="138380" y="167061"/>
                  </a:cubicBezTo>
                  <a:cubicBezTo>
                    <a:pt x="138380" y="118445"/>
                    <a:pt x="174855" y="88504"/>
                    <a:pt x="214174" y="88504"/>
                  </a:cubicBezTo>
                  <a:cubicBezTo>
                    <a:pt x="237746" y="88504"/>
                    <a:pt x="254205" y="99262"/>
                    <a:pt x="263654" y="118343"/>
                  </a:cubicBezTo>
                  <a:lnTo>
                    <a:pt x="263654" y="46282"/>
                  </a:lnTo>
                  <a:cubicBezTo>
                    <a:pt x="263654" y="23953"/>
                    <a:pt x="252681" y="20299"/>
                    <a:pt x="238965" y="19284"/>
                  </a:cubicBezTo>
                  <a:lnTo>
                    <a:pt x="238965" y="16848"/>
                  </a:lnTo>
                  <a:cubicBezTo>
                    <a:pt x="246483" y="16848"/>
                    <a:pt x="278487" y="18573"/>
                    <a:pt x="298300" y="3349"/>
                  </a:cubicBezTo>
                  <a:close/>
                  <a:moveTo>
                    <a:pt x="16764" y="0"/>
                  </a:moveTo>
                  <a:lnTo>
                    <a:pt x="17069" y="0"/>
                  </a:lnTo>
                  <a:lnTo>
                    <a:pt x="123546" y="219635"/>
                  </a:lnTo>
                  <a:cubicBezTo>
                    <a:pt x="129541" y="232018"/>
                    <a:pt x="139193" y="238006"/>
                    <a:pt x="154738" y="239021"/>
                  </a:cubicBezTo>
                  <a:lnTo>
                    <a:pt x="154738" y="241355"/>
                  </a:lnTo>
                  <a:lnTo>
                    <a:pt x="56592" y="241355"/>
                  </a:lnTo>
                  <a:lnTo>
                    <a:pt x="56592" y="239021"/>
                  </a:lnTo>
                  <a:cubicBezTo>
                    <a:pt x="71832" y="238006"/>
                    <a:pt x="84024" y="232322"/>
                    <a:pt x="77826" y="219635"/>
                  </a:cubicBezTo>
                  <a:lnTo>
                    <a:pt x="0" y="59273"/>
                  </a:lnTo>
                  <a:close/>
                </a:path>
              </a:pathLst>
            </a:custGeom>
            <a:solidFill>
              <a:schemeClr val="tx1"/>
            </a:solidFill>
            <a:ln w="5552" cap="flat">
              <a:noFill/>
              <a:prstDash val="solid"/>
              <a:miter/>
            </a:ln>
          </p:spPr>
          <p:txBody>
            <a:bodyPr wrap="square" rtlCol="0" anchor="ctr">
              <a:noAutofit/>
            </a:bodyPr>
            <a:lstStyle/>
            <a:p>
              <a:endParaRPr lang="en-US"/>
            </a:p>
          </p:txBody>
        </p:sp>
        <p:sp>
          <p:nvSpPr>
            <p:cNvPr id="13" name="Freeform 12">
              <a:extLst>
                <a:ext uri="{FF2B5EF4-FFF2-40B4-BE49-F238E27FC236}">
                  <a16:creationId xmlns:a16="http://schemas.microsoft.com/office/drawing/2014/main" id="{09E73838-EF45-2EA9-ECCE-76DCC13EF961}"/>
                </a:ext>
              </a:extLst>
            </p:cNvPr>
            <p:cNvSpPr/>
            <p:nvPr/>
          </p:nvSpPr>
          <p:spPr>
            <a:xfrm>
              <a:off x="493713" y="6507080"/>
              <a:ext cx="101601" cy="101495"/>
            </a:xfrm>
            <a:custGeom>
              <a:avLst/>
              <a:gdLst>
                <a:gd name="connsiteX0" fmla="*/ 555171 w 555171"/>
                <a:gd name="connsiteY0" fmla="*/ 277297 h 554594"/>
                <a:gd name="connsiteX1" fmla="*/ 277586 w 555171"/>
                <a:gd name="connsiteY1" fmla="*/ 554595 h 554594"/>
                <a:gd name="connsiteX2" fmla="*/ 0 w 555171"/>
                <a:gd name="connsiteY2" fmla="*/ 277297 h 554594"/>
                <a:gd name="connsiteX3" fmla="*/ 277586 w 555171"/>
                <a:gd name="connsiteY3" fmla="*/ 0 h 554594"/>
                <a:gd name="connsiteX4" fmla="*/ 555171 w 555171"/>
                <a:gd name="connsiteY4" fmla="*/ 277297 h 5545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5171" h="554594">
                  <a:moveTo>
                    <a:pt x="555171" y="277297"/>
                  </a:moveTo>
                  <a:cubicBezTo>
                    <a:pt x="555171" y="430445"/>
                    <a:pt x="430892" y="554595"/>
                    <a:pt x="277586" y="554595"/>
                  </a:cubicBezTo>
                  <a:cubicBezTo>
                    <a:pt x="124279" y="554595"/>
                    <a:pt x="0" y="430445"/>
                    <a:pt x="0" y="277297"/>
                  </a:cubicBezTo>
                  <a:cubicBezTo>
                    <a:pt x="0" y="124150"/>
                    <a:pt x="124279" y="0"/>
                    <a:pt x="277586" y="0"/>
                  </a:cubicBezTo>
                  <a:cubicBezTo>
                    <a:pt x="430892" y="0"/>
                    <a:pt x="555171" y="124150"/>
                    <a:pt x="555171" y="277297"/>
                  </a:cubicBezTo>
                  <a:close/>
                </a:path>
              </a:pathLst>
            </a:custGeom>
            <a:solidFill>
              <a:srgbClr val="E1B523"/>
            </a:solidFill>
            <a:ln w="5552" cap="flat">
              <a:noFill/>
              <a:prstDash val="solid"/>
              <a:miter/>
            </a:ln>
          </p:spPr>
          <p:txBody>
            <a:bodyPr rtlCol="0" anchor="ctr"/>
            <a:lstStyle/>
            <a:p>
              <a:endParaRPr lang="en-US"/>
            </a:p>
          </p:txBody>
        </p:sp>
      </p:grpSp>
      <p:sp>
        <p:nvSpPr>
          <p:cNvPr id="2" name="Title Placeholder 1"/>
          <p:cNvSpPr>
            <a:spLocks noGrp="1"/>
          </p:cNvSpPr>
          <p:nvPr>
            <p:ph type="title"/>
          </p:nvPr>
        </p:nvSpPr>
        <p:spPr>
          <a:xfrm>
            <a:off x="493713" y="368301"/>
            <a:ext cx="11222037" cy="393700"/>
          </a:xfrm>
          <a:prstGeom prst="rect">
            <a:avLst/>
          </a:prstGeom>
        </p:spPr>
        <p:txBody>
          <a:bodyPr vert="horz" lIns="0" tIns="0" rIns="0" bIns="0" rtlCol="0" anchor="t" anchorCtr="0">
            <a:noAutofit/>
          </a:bodyPr>
          <a:lstStyle/>
          <a:p>
            <a:r>
              <a:rPr lang="en-US" noProof="0"/>
              <a:t>Click to edit Master title style</a:t>
            </a:r>
          </a:p>
        </p:txBody>
      </p:sp>
      <p:sp>
        <p:nvSpPr>
          <p:cNvPr id="3" name="Text Placeholder 2"/>
          <p:cNvSpPr>
            <a:spLocks noGrp="1"/>
          </p:cNvSpPr>
          <p:nvPr>
            <p:ph type="body" idx="1"/>
          </p:nvPr>
        </p:nvSpPr>
        <p:spPr>
          <a:xfrm>
            <a:off x="493713" y="1663700"/>
            <a:ext cx="11222037" cy="4432299"/>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Box 3">
            <a:extLst>
              <a:ext uri="{FF2B5EF4-FFF2-40B4-BE49-F238E27FC236}">
                <a16:creationId xmlns:a16="http://schemas.microsoft.com/office/drawing/2014/main" id="{7B612CEF-9AB1-9F53-2AFE-28198A095687}"/>
              </a:ext>
            </a:extLst>
          </p:cNvPr>
          <p:cNvSpPr txBox="1"/>
          <p:nvPr/>
        </p:nvSpPr>
        <p:spPr>
          <a:xfrm>
            <a:off x="10998200" y="6477281"/>
            <a:ext cx="717550" cy="153888"/>
          </a:xfrm>
          <a:prstGeom prst="rect">
            <a:avLst/>
          </a:prstGeom>
          <a:noFill/>
        </p:spPr>
        <p:txBody>
          <a:bodyPr wrap="square" lIns="0" tIns="0" rIns="0" bIns="0" rtlCol="0" anchor="b" anchorCtr="0">
            <a:spAutoFit/>
          </a:bodyPr>
          <a:lstStyle/>
          <a:p>
            <a:pPr algn="r"/>
            <a:r>
              <a:rPr lang="en-US" sz="1000" b="0" i="0">
                <a:latin typeface="+mn-lt" panose="02000503000000020004" pitchFamily="2" charset="0"/>
                <a:ea typeface="+mn-lt" panose="02000503000000020004" pitchFamily="2" charset="0"/>
              </a:rPr>
              <a:t> </a:t>
            </a:r>
            <a:fld id="{5AF2C470-0A42-9C4B-AFBC-53E297ADA29D}" type="slidenum">
              <a:rPr lang="en-US" sz="1000" b="0" i="0" smtClean="0">
                <a:latin typeface="+mn-lt"/>
                <a:ea typeface="+mn-lt" panose="02000503000000020004" pitchFamily="2" charset="0"/>
              </a:rPr>
              <a:pPr algn="r"/>
              <a:t>‹#›</a:t>
            </a:fld>
            <a:endParaRPr lang="en-US" sz="1000" b="0" i="0">
              <a:latin typeface="+mn-lt"/>
              <a:ea typeface="+mn-lt" panose="02000503000000020004" pitchFamily="2" charset="0"/>
            </a:endParaRPr>
          </a:p>
        </p:txBody>
      </p:sp>
      <p:graphicFrame>
        <p:nvGraphicFramePr>
          <p:cNvPr id="6" name="think-cell data - do not delete" hidden="1">
            <a:extLst>
              <a:ext uri="{FF2B5EF4-FFF2-40B4-BE49-F238E27FC236}">
                <a16:creationId xmlns:a16="http://schemas.microsoft.com/office/drawing/2014/main" id="{34DDAAB1-501B-9434-2C47-DA4005324DEA}"/>
              </a:ext>
            </a:extLst>
          </p:cNvPr>
          <p:cNvGraphicFramePr>
            <a:graphicFrameLocks noChangeAspect="1"/>
          </p:cNvGraphicFramePr>
          <p:nvPr userDrawn="1">
            <p:custDataLst>
              <p:tags r:id="rId89"/>
            </p:custDataLst>
            <p:extLst>
              <p:ext uri="{D42A27DB-BD31-4B8C-83A1-F6EECF244321}">
                <p14:modId xmlns:p14="http://schemas.microsoft.com/office/powerpoint/2010/main" val="41933358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2" imgW="404" imgH="405" progId="TCLayout.ActiveDocument.1">
                  <p:embed/>
                </p:oleObj>
              </mc:Choice>
              <mc:Fallback>
                <p:oleObj name="think-cell Slide" r:id="rId92" imgW="404" imgH="405" progId="TCLayout.ActiveDocument.1">
                  <p:embed/>
                  <p:pic>
                    <p:nvPicPr>
                      <p:cNvPr id="6" name="think-cell data - do not delete" hidden="1">
                        <a:extLst>
                          <a:ext uri="{FF2B5EF4-FFF2-40B4-BE49-F238E27FC236}">
                            <a16:creationId xmlns:a16="http://schemas.microsoft.com/office/drawing/2014/main" id="{34DDAAB1-501B-9434-2C47-DA4005324DEA}"/>
                          </a:ext>
                        </a:extLst>
                      </p:cNvPr>
                      <p:cNvPicPr/>
                      <p:nvPr/>
                    </p:nvPicPr>
                    <p:blipFill>
                      <a:blip r:embed="rId93"/>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24311372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 id="2147483713" r:id="rId52"/>
    <p:sldLayoutId id="2147483714" r:id="rId53"/>
    <p:sldLayoutId id="2147483715" r:id="rId54"/>
    <p:sldLayoutId id="2147483716" r:id="rId55"/>
    <p:sldLayoutId id="2147483717" r:id="rId56"/>
    <p:sldLayoutId id="2147483718" r:id="rId57"/>
    <p:sldLayoutId id="2147483719" r:id="rId58"/>
    <p:sldLayoutId id="2147483720" r:id="rId59"/>
    <p:sldLayoutId id="2147483721" r:id="rId60"/>
    <p:sldLayoutId id="2147483722" r:id="rId61"/>
    <p:sldLayoutId id="2147483723" r:id="rId62"/>
    <p:sldLayoutId id="2147483724" r:id="rId63"/>
    <p:sldLayoutId id="2147483725" r:id="rId64"/>
    <p:sldLayoutId id="2147483726" r:id="rId65"/>
    <p:sldLayoutId id="2147483727" r:id="rId66"/>
    <p:sldLayoutId id="2147483728" r:id="rId67"/>
    <p:sldLayoutId id="2147483729" r:id="rId68"/>
    <p:sldLayoutId id="2147483730" r:id="rId69"/>
    <p:sldLayoutId id="2147483731" r:id="rId70"/>
    <p:sldLayoutId id="2147483732" r:id="rId71"/>
    <p:sldLayoutId id="2147483733" r:id="rId72"/>
    <p:sldLayoutId id="2147483734" r:id="rId73"/>
    <p:sldLayoutId id="2147483735" r:id="rId74"/>
    <p:sldLayoutId id="2147483736" r:id="rId75"/>
    <p:sldLayoutId id="2147483737" r:id="rId76"/>
    <p:sldLayoutId id="2147483738" r:id="rId77"/>
    <p:sldLayoutId id="2147483739" r:id="rId78"/>
    <p:sldLayoutId id="2147483740" r:id="rId79"/>
    <p:sldLayoutId id="2147483741" r:id="rId80"/>
    <p:sldLayoutId id="2147483742" r:id="rId81"/>
    <p:sldLayoutId id="2147483743" r:id="rId82"/>
    <p:sldLayoutId id="2147483744" r:id="rId83"/>
    <p:sldLayoutId id="2147483745" r:id="rId84"/>
    <p:sldLayoutId id="2147483746" r:id="rId85"/>
    <p:sldLayoutId id="2147483747" r:id="rId86"/>
  </p:sldLayoutIdLst>
  <p:txStyles>
    <p:titleStyle>
      <a:lvl1pPr algn="l" defTabSz="914400" rtl="0" eaLnBrk="1" latinLnBrk="0" hangingPunct="1">
        <a:lnSpc>
          <a:spcPct val="90000"/>
        </a:lnSpc>
        <a:spcBef>
          <a:spcPct val="0"/>
        </a:spcBef>
        <a:buNone/>
        <a:defRPr sz="3200" b="0"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24">
          <p15:clr>
            <a:srgbClr val="F26B43"/>
          </p15:clr>
        </p15:guide>
        <p15:guide id="2" pos="311">
          <p15:clr>
            <a:srgbClr val="F26B43"/>
          </p15:clr>
        </p15:guide>
        <p15:guide id="3" pos="763">
          <p15:clr>
            <a:srgbClr val="F26B43"/>
          </p15:clr>
        </p15:guide>
        <p15:guide id="4" pos="913">
          <p15:clr>
            <a:srgbClr val="F26B43"/>
          </p15:clr>
        </p15:guide>
        <p15:guide id="5" pos="1364">
          <p15:clr>
            <a:srgbClr val="F26B43"/>
          </p15:clr>
        </p15:guide>
        <p15:guide id="6" pos="1514">
          <p15:clr>
            <a:srgbClr val="F26B43"/>
          </p15:clr>
        </p15:guide>
        <p15:guide id="7" pos="1966">
          <p15:clr>
            <a:srgbClr val="F26B43"/>
          </p15:clr>
        </p15:guide>
        <p15:guide id="8" pos="2116">
          <p15:clr>
            <a:srgbClr val="F26B43"/>
          </p15:clr>
        </p15:guide>
        <p15:guide id="9" pos="2568">
          <p15:clr>
            <a:srgbClr val="F26B43"/>
          </p15:clr>
        </p15:guide>
        <p15:guide id="10" pos="2717">
          <p15:clr>
            <a:srgbClr val="F26B43"/>
          </p15:clr>
        </p15:guide>
        <p15:guide id="11" pos="3169">
          <p15:clr>
            <a:srgbClr val="F26B43"/>
          </p15:clr>
        </p15:guide>
        <p15:guide id="12" pos="3319">
          <p15:clr>
            <a:srgbClr val="F26B43"/>
          </p15:clr>
        </p15:guide>
        <p15:guide id="13" pos="3771">
          <p15:clr>
            <a:srgbClr val="F26B43"/>
          </p15:clr>
        </p15:guide>
        <p15:guide id="14" pos="3920">
          <p15:clr>
            <a:srgbClr val="F26B43"/>
          </p15:clr>
        </p15:guide>
        <p15:guide id="15" pos="4372">
          <p15:clr>
            <a:srgbClr val="F26B43"/>
          </p15:clr>
        </p15:guide>
        <p15:guide id="16" pos="4522">
          <p15:clr>
            <a:srgbClr val="F26B43"/>
          </p15:clr>
        </p15:guide>
        <p15:guide id="17" pos="4974">
          <p15:clr>
            <a:srgbClr val="F26B43"/>
          </p15:clr>
        </p15:guide>
        <p15:guide id="18" pos="5123">
          <p15:clr>
            <a:srgbClr val="F26B43"/>
          </p15:clr>
        </p15:guide>
        <p15:guide id="19" pos="5575">
          <p15:clr>
            <a:srgbClr val="F26B43"/>
          </p15:clr>
        </p15:guide>
        <p15:guide id="20" pos="5725">
          <p15:clr>
            <a:srgbClr val="F26B43"/>
          </p15:clr>
        </p15:guide>
        <p15:guide id="21" pos="6177">
          <p15:clr>
            <a:srgbClr val="F26B43"/>
          </p15:clr>
        </p15:guide>
        <p15:guide id="22" pos="6327">
          <p15:clr>
            <a:srgbClr val="F26B43"/>
          </p15:clr>
        </p15:guide>
        <p15:guide id="23" pos="6779">
          <p15:clr>
            <a:srgbClr val="F26B43"/>
          </p15:clr>
        </p15:guide>
        <p15:guide id="24" pos="6928">
          <p15:clr>
            <a:srgbClr val="F26B43"/>
          </p15:clr>
        </p15:guide>
        <p15:guide id="25" pos="7380">
          <p15:clr>
            <a:srgbClr val="F26B43"/>
          </p15:clr>
        </p15:guide>
        <p15:guide id="26" pos="7463">
          <p15:clr>
            <a:srgbClr val="F26B43"/>
          </p15:clr>
        </p15:guide>
        <p15:guide id="27" orient="horz" pos="232">
          <p15:clr>
            <a:srgbClr val="F26B43"/>
          </p15:clr>
        </p15:guide>
        <p15:guide id="28" orient="horz" pos="720">
          <p15:clr>
            <a:srgbClr val="F26B43"/>
          </p15:clr>
        </p15:guide>
        <p15:guide id="29" orient="horz" pos="1048">
          <p15:clr>
            <a:srgbClr val="F26B43"/>
          </p15:clr>
        </p15:guide>
        <p15:guide id="30" orient="horz" pos="3840">
          <p15:clr>
            <a:srgbClr val="F26B43"/>
          </p15:clr>
        </p15:guide>
        <p15:guide id="31" orient="horz" pos="3994">
          <p15:clr>
            <a:srgbClr val="F26B43"/>
          </p15:clr>
        </p15:guide>
        <p15:guide id="32" orient="horz" pos="415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89.xml"/><Relationship Id="rId6" Type="http://schemas.openxmlformats.org/officeDocument/2006/relationships/image" Target="../media/image42.png"/><Relationship Id="rId5" Type="http://schemas.openxmlformats.org/officeDocument/2006/relationships/image" Target="../media/image41.emf"/><Relationship Id="rId4" Type="http://schemas.openxmlformats.org/officeDocument/2006/relationships/oleObject" Target="../embeddings/oleObject4.bin"/></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Colors" Target="../diagrams/colors2.xml"/><Relationship Id="rId3" Type="http://schemas.openxmlformats.org/officeDocument/2006/relationships/oleObject" Target="../embeddings/oleObject5.bin"/><Relationship Id="rId7" Type="http://schemas.openxmlformats.org/officeDocument/2006/relationships/diagramQuickStyle" Target="../diagrams/quickStyle1.xml"/><Relationship Id="rId12" Type="http://schemas.openxmlformats.org/officeDocument/2006/relationships/diagramQuickStyle" Target="../diagrams/quickStyle2.xml"/><Relationship Id="rId2" Type="http://schemas.openxmlformats.org/officeDocument/2006/relationships/slideLayout" Target="../slideLayouts/slideLayout18.xml"/><Relationship Id="rId1" Type="http://schemas.openxmlformats.org/officeDocument/2006/relationships/tags" Target="../tags/tag90.xml"/><Relationship Id="rId6" Type="http://schemas.openxmlformats.org/officeDocument/2006/relationships/diagramLayout" Target="../diagrams/layout1.xml"/><Relationship Id="rId11" Type="http://schemas.openxmlformats.org/officeDocument/2006/relationships/diagramLayout" Target="../diagrams/layout2.xml"/><Relationship Id="rId5" Type="http://schemas.openxmlformats.org/officeDocument/2006/relationships/diagramData" Target="../diagrams/data1.xml"/><Relationship Id="rId15" Type="http://schemas.openxmlformats.org/officeDocument/2006/relationships/image" Target="../media/image44.gif"/><Relationship Id="rId10" Type="http://schemas.openxmlformats.org/officeDocument/2006/relationships/diagramData" Target="../diagrams/data2.xml"/><Relationship Id="rId4" Type="http://schemas.openxmlformats.org/officeDocument/2006/relationships/image" Target="../media/image43.emf"/><Relationship Id="rId9" Type="http://schemas.microsoft.com/office/2007/relationships/diagramDrawing" Target="../diagrams/drawing1.xml"/><Relationship Id="rId14" Type="http://schemas.microsoft.com/office/2007/relationships/diagramDrawing" Target="../diagrams/drawing2.xml"/></Relationships>
</file>

<file path=ppt/slides/_rels/slide3.xml.rels><?xml version="1.0" encoding="UTF-8" standalone="yes"?>
<Relationships xmlns="http://schemas.openxmlformats.org/package/2006/relationships"><Relationship Id="rId8" Type="http://schemas.openxmlformats.org/officeDocument/2006/relationships/image" Target="../media/image44.gif"/><Relationship Id="rId13" Type="http://schemas.openxmlformats.org/officeDocument/2006/relationships/image" Target="../media/image49.png"/><Relationship Id="rId3" Type="http://schemas.openxmlformats.org/officeDocument/2006/relationships/slideLayout" Target="../slideLayouts/slideLayout18.xml"/><Relationship Id="rId7" Type="http://schemas.openxmlformats.org/officeDocument/2006/relationships/image" Target="../media/image78.png"/><Relationship Id="rId12" Type="http://schemas.openxmlformats.org/officeDocument/2006/relationships/image" Target="../media/image48.sv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customXml" Target="../ink/ink1.xml"/><Relationship Id="rId11" Type="http://schemas.openxmlformats.org/officeDocument/2006/relationships/image" Target="../media/image47.png"/><Relationship Id="rId5" Type="http://schemas.openxmlformats.org/officeDocument/2006/relationships/image" Target="../media/image43.emf"/><Relationship Id="rId10" Type="http://schemas.openxmlformats.org/officeDocument/2006/relationships/image" Target="../media/image46.svg"/><Relationship Id="rId4" Type="http://schemas.openxmlformats.org/officeDocument/2006/relationships/oleObject" Target="../embeddings/oleObject6.bin"/><Relationship Id="rId9" Type="http://schemas.openxmlformats.org/officeDocument/2006/relationships/image" Target="../media/image45.png"/><Relationship Id="rId14" Type="http://schemas.openxmlformats.org/officeDocument/2006/relationships/image" Target="../media/image50.svg"/></Relationships>
</file>

<file path=ppt/slides/_rels/slide4.xml.rels><?xml version="1.0" encoding="UTF-8" standalone="yes"?>
<Relationships xmlns="http://schemas.openxmlformats.org/package/2006/relationships"><Relationship Id="rId8" Type="http://schemas.openxmlformats.org/officeDocument/2006/relationships/image" Target="../media/image50.svg"/><Relationship Id="rId3" Type="http://schemas.openxmlformats.org/officeDocument/2006/relationships/slideLayout" Target="../slideLayouts/slideLayout18.xml"/><Relationship Id="rId7" Type="http://schemas.openxmlformats.org/officeDocument/2006/relationships/image" Target="../media/image49.png"/><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image" Target="../media/image44.gif"/><Relationship Id="rId5" Type="http://schemas.openxmlformats.org/officeDocument/2006/relationships/image" Target="../media/image43.emf"/><Relationship Id="rId4" Type="http://schemas.openxmlformats.org/officeDocument/2006/relationships/oleObject" Target="../embeddings/oleObject7.bin"/></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52.png"/><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image" Target="../media/image51.png"/><Relationship Id="rId5" Type="http://schemas.openxmlformats.org/officeDocument/2006/relationships/image" Target="../media/image43.emf"/><Relationship Id="rId4" Type="http://schemas.openxmlformats.org/officeDocument/2006/relationships/oleObject" Target="../embeddings/oleObject8.bin"/></Relationships>
</file>

<file path=ppt/slides/_rels/slide6.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slideLayout" Target="../slideLayouts/slideLayout18.xml"/><Relationship Id="rId7" Type="http://schemas.openxmlformats.org/officeDocument/2006/relationships/image" Target="../media/image44.gif"/><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image" Target="../media/image52.png"/><Relationship Id="rId5" Type="http://schemas.openxmlformats.org/officeDocument/2006/relationships/image" Target="../media/image43.emf"/><Relationship Id="rId4" Type="http://schemas.openxmlformats.org/officeDocument/2006/relationships/oleObject" Target="../embeddings/oleObject9.bin"/><Relationship Id="rId9" Type="http://schemas.openxmlformats.org/officeDocument/2006/relationships/image" Target="../media/image50.svg"/></Relationships>
</file>

<file path=ppt/slides/_rels/slide7.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tags" Target="../tags/tag111.xml"/><Relationship Id="rId18" Type="http://schemas.openxmlformats.org/officeDocument/2006/relationships/tags" Target="../tags/tag116.xml"/><Relationship Id="rId3" Type="http://schemas.openxmlformats.org/officeDocument/2006/relationships/tags" Target="../tags/tag101.xml"/><Relationship Id="rId21" Type="http://schemas.openxmlformats.org/officeDocument/2006/relationships/image" Target="../media/image43.emf"/><Relationship Id="rId7" Type="http://schemas.openxmlformats.org/officeDocument/2006/relationships/tags" Target="../tags/tag105.xml"/><Relationship Id="rId12" Type="http://schemas.openxmlformats.org/officeDocument/2006/relationships/tags" Target="../tags/tag110.xml"/><Relationship Id="rId17" Type="http://schemas.openxmlformats.org/officeDocument/2006/relationships/tags" Target="../tags/tag115.xml"/><Relationship Id="rId2" Type="http://schemas.openxmlformats.org/officeDocument/2006/relationships/tags" Target="../tags/tag100.xml"/><Relationship Id="rId16" Type="http://schemas.openxmlformats.org/officeDocument/2006/relationships/tags" Target="../tags/tag114.xml"/><Relationship Id="rId20" Type="http://schemas.openxmlformats.org/officeDocument/2006/relationships/oleObject" Target="../embeddings/oleObject10.bin"/><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tags" Target="../tags/tag109.xml"/><Relationship Id="rId24" Type="http://schemas.openxmlformats.org/officeDocument/2006/relationships/image" Target="../media/image44.gif"/><Relationship Id="rId5" Type="http://schemas.openxmlformats.org/officeDocument/2006/relationships/tags" Target="../tags/tag103.xml"/><Relationship Id="rId15" Type="http://schemas.openxmlformats.org/officeDocument/2006/relationships/tags" Target="../tags/tag113.xml"/><Relationship Id="rId23" Type="http://schemas.openxmlformats.org/officeDocument/2006/relationships/chart" Target="../charts/chart2.xml"/><Relationship Id="rId10" Type="http://schemas.openxmlformats.org/officeDocument/2006/relationships/tags" Target="../tags/tag108.xml"/><Relationship Id="rId19" Type="http://schemas.openxmlformats.org/officeDocument/2006/relationships/slideLayout" Target="../slideLayouts/slideLayout18.xml"/><Relationship Id="rId4" Type="http://schemas.openxmlformats.org/officeDocument/2006/relationships/tags" Target="../tags/tag102.xml"/><Relationship Id="rId9" Type="http://schemas.openxmlformats.org/officeDocument/2006/relationships/tags" Target="../tags/tag107.xml"/><Relationship Id="rId14" Type="http://schemas.openxmlformats.org/officeDocument/2006/relationships/tags" Target="../tags/tag112.xml"/><Relationship Id="rId22" Type="http://schemas.openxmlformats.org/officeDocument/2006/relationships/chart" Target="../charts/chart1.xml"/></Relationships>
</file>

<file path=ppt/slides/_rels/slide8.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slideLayout" Target="../slideLayouts/slideLayout18.xml"/><Relationship Id="rId7" Type="http://schemas.openxmlformats.org/officeDocument/2006/relationships/image" Target="../media/image45.png"/><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image" Target="../media/image44.gif"/><Relationship Id="rId5" Type="http://schemas.openxmlformats.org/officeDocument/2006/relationships/image" Target="../media/image43.emf"/><Relationship Id="rId4" Type="http://schemas.openxmlformats.org/officeDocument/2006/relationships/oleObject" Target="../embeddings/oleObject11.bin"/><Relationship Id="rId9" Type="http://schemas.openxmlformats.org/officeDocument/2006/relationships/image" Target="../media/image53.jpeg"/></Relationships>
</file>

<file path=ppt/slides/_rels/slide9.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slideLayout" Target="../slideLayouts/slideLayout17.xml"/><Relationship Id="rId7" Type="http://schemas.openxmlformats.org/officeDocument/2006/relationships/image" Target="../media/image55.pn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image" Target="../media/image54.emf"/><Relationship Id="rId5" Type="http://schemas.openxmlformats.org/officeDocument/2006/relationships/oleObject" Target="../embeddings/oleObject12.bin"/><Relationship Id="rId4" Type="http://schemas.openxmlformats.org/officeDocument/2006/relationships/notesSlide" Target="../notesSlides/notesSlide2.xml"/><Relationship Id="rId9" Type="http://schemas.openxmlformats.org/officeDocument/2006/relationships/image" Target="../media/image53.jpeg"/></Relationships>
</file>

<file path=ppt/slides/_rels/slide10.xml.rels><?xml version="1.0" encoding="UTF-8" standalone="yes"?>
<Relationships xmlns="http://schemas.openxmlformats.org/package/2006/relationships"><Relationship Id="rId8" Type="http://schemas.openxmlformats.org/officeDocument/2006/relationships/tags" Target="../tags/tag128.xml"/><Relationship Id="rId13" Type="http://schemas.openxmlformats.org/officeDocument/2006/relationships/tags" Target="../tags/tag133.xml"/><Relationship Id="rId18" Type="http://schemas.openxmlformats.org/officeDocument/2006/relationships/slideLayout" Target="../slideLayouts/slideLayout17.xml"/><Relationship Id="rId3" Type="http://schemas.openxmlformats.org/officeDocument/2006/relationships/tags" Target="../tags/tag123.xml"/><Relationship Id="rId21" Type="http://schemas.openxmlformats.org/officeDocument/2006/relationships/chart" Target="../charts/chart3.xml"/><Relationship Id="rId7" Type="http://schemas.openxmlformats.org/officeDocument/2006/relationships/tags" Target="../tags/tag127.xml"/><Relationship Id="rId12" Type="http://schemas.openxmlformats.org/officeDocument/2006/relationships/tags" Target="../tags/tag132.xml"/><Relationship Id="rId17" Type="http://schemas.openxmlformats.org/officeDocument/2006/relationships/tags" Target="../tags/tag137.xml"/><Relationship Id="rId2" Type="http://schemas.openxmlformats.org/officeDocument/2006/relationships/tags" Target="../tags/tag122.xml"/><Relationship Id="rId16" Type="http://schemas.openxmlformats.org/officeDocument/2006/relationships/tags" Target="../tags/tag136.xml"/><Relationship Id="rId20" Type="http://schemas.openxmlformats.org/officeDocument/2006/relationships/image" Target="../media/image2.emf"/><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tags" Target="../tags/tag131.xml"/><Relationship Id="rId24" Type="http://schemas.openxmlformats.org/officeDocument/2006/relationships/image" Target="../media/image44.gif"/><Relationship Id="rId5" Type="http://schemas.openxmlformats.org/officeDocument/2006/relationships/tags" Target="../tags/tag125.xml"/><Relationship Id="rId15" Type="http://schemas.openxmlformats.org/officeDocument/2006/relationships/tags" Target="../tags/tag135.xml"/><Relationship Id="rId23" Type="http://schemas.openxmlformats.org/officeDocument/2006/relationships/chart" Target="../charts/chart5.xml"/><Relationship Id="rId10" Type="http://schemas.openxmlformats.org/officeDocument/2006/relationships/tags" Target="../tags/tag130.xml"/><Relationship Id="rId19" Type="http://schemas.openxmlformats.org/officeDocument/2006/relationships/oleObject" Target="../embeddings/oleObject13.bin"/><Relationship Id="rId4" Type="http://schemas.openxmlformats.org/officeDocument/2006/relationships/tags" Target="../tags/tag124.xml"/><Relationship Id="rId9" Type="http://schemas.openxmlformats.org/officeDocument/2006/relationships/tags" Target="../tags/tag129.xml"/><Relationship Id="rId14" Type="http://schemas.openxmlformats.org/officeDocument/2006/relationships/tags" Target="../tags/tag134.xml"/><Relationship Id="rId22" Type="http://schemas.openxmlformats.org/officeDocument/2006/relationships/chart" Target="../charts/chart4.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slideLayout" Target="../slideLayouts/slideLayout17.xml"/><Relationship Id="rId7" Type="http://schemas.openxmlformats.org/officeDocument/2006/relationships/diagramData" Target="../diagrams/data3.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image" Target="../media/image54.emf"/><Relationship Id="rId11" Type="http://schemas.microsoft.com/office/2007/relationships/diagramDrawing" Target="../diagrams/drawing3.xml"/><Relationship Id="rId5" Type="http://schemas.openxmlformats.org/officeDocument/2006/relationships/oleObject" Target="../embeddings/oleObject14.bin"/><Relationship Id="rId10" Type="http://schemas.openxmlformats.org/officeDocument/2006/relationships/diagramColors" Target="../diagrams/colors3.xml"/><Relationship Id="rId4" Type="http://schemas.openxmlformats.org/officeDocument/2006/relationships/notesSlide" Target="../notesSlides/notesSlide3.xml"/><Relationship Id="rId9"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5EC3CF3-0015-D344-1B62-69F27143F489}"/>
              </a:ext>
            </a:extLst>
          </p:cNvPr>
          <p:cNvGraphicFramePr>
            <a:graphicFrameLocks noChangeAspect="1"/>
          </p:cNvGraphicFramePr>
          <p:nvPr>
            <p:custDataLst>
              <p:tags r:id="rId1"/>
            </p:custDataLst>
            <p:extLst>
              <p:ext uri="{D42A27DB-BD31-4B8C-83A1-F6EECF244321}">
                <p14:modId xmlns:p14="http://schemas.microsoft.com/office/powerpoint/2010/main" val="389462904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id="{35EC3CF3-0015-D344-1B62-69F27143F48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4EBB5114-EC2E-EF4A-AA5A-39E99129C7FE}"/>
              </a:ext>
            </a:extLst>
          </p:cNvPr>
          <p:cNvSpPr>
            <a:spLocks noGrp="1"/>
          </p:cNvSpPr>
          <p:nvPr>
            <p:ph type="ctrTitle"/>
          </p:nvPr>
        </p:nvSpPr>
        <p:spPr/>
        <p:txBody>
          <a:bodyPr vert="horz"/>
          <a:lstStyle/>
          <a:p>
            <a:r>
              <a:rPr lang="en-US" dirty="0"/>
              <a:t>Category Management Pipeline</a:t>
            </a:r>
          </a:p>
        </p:txBody>
      </p:sp>
      <p:sp>
        <p:nvSpPr>
          <p:cNvPr id="11" name="Subtitle 10">
            <a:extLst>
              <a:ext uri="{FF2B5EF4-FFF2-40B4-BE49-F238E27FC236}">
                <a16:creationId xmlns:a16="http://schemas.microsoft.com/office/drawing/2014/main" id="{846BD6AD-4952-CAFB-77A4-17239C616E72}"/>
              </a:ext>
            </a:extLst>
          </p:cNvPr>
          <p:cNvSpPr>
            <a:spLocks noGrp="1"/>
          </p:cNvSpPr>
          <p:nvPr>
            <p:ph type="subTitle" idx="1"/>
          </p:nvPr>
        </p:nvSpPr>
        <p:spPr>
          <a:xfrm>
            <a:off x="493713" y="3902868"/>
            <a:ext cx="6436133" cy="1655762"/>
          </a:xfrm>
        </p:spPr>
        <p:txBody>
          <a:bodyPr/>
          <a:lstStyle/>
          <a:p>
            <a:r>
              <a:rPr lang="en-US" dirty="0"/>
              <a:t>Imperial Dade | Advent Data Science</a:t>
            </a:r>
          </a:p>
        </p:txBody>
      </p:sp>
      <p:sp>
        <p:nvSpPr>
          <p:cNvPr id="9" name="Text Placeholder 8">
            <a:extLst>
              <a:ext uri="{FF2B5EF4-FFF2-40B4-BE49-F238E27FC236}">
                <a16:creationId xmlns:a16="http://schemas.microsoft.com/office/drawing/2014/main" id="{03FE7EE0-3B46-D904-2298-8A3F0F6A0CE1}"/>
              </a:ext>
            </a:extLst>
          </p:cNvPr>
          <p:cNvSpPr>
            <a:spLocks noGrp="1"/>
          </p:cNvSpPr>
          <p:nvPr>
            <p:ph type="body" sz="quarter" idx="10"/>
          </p:nvPr>
        </p:nvSpPr>
        <p:spPr/>
        <p:txBody>
          <a:bodyPr/>
          <a:lstStyle/>
          <a:p>
            <a:r>
              <a:rPr lang="en-US" dirty="0"/>
              <a:t>September 3</a:t>
            </a:r>
          </a:p>
        </p:txBody>
      </p:sp>
      <p:pic>
        <p:nvPicPr>
          <p:cNvPr id="3" name="Picture 2">
            <a:extLst>
              <a:ext uri="{FF2B5EF4-FFF2-40B4-BE49-F238E27FC236}">
                <a16:creationId xmlns:a16="http://schemas.microsoft.com/office/drawing/2014/main" id="{0011C4CE-60F1-6315-D20B-DAD322CB21D1}"/>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7208062" y="0"/>
            <a:ext cx="4983938" cy="6858000"/>
          </a:xfrm>
          <a:prstGeom prst="rect">
            <a:avLst/>
          </a:prstGeom>
        </p:spPr>
      </p:pic>
    </p:spTree>
    <p:extLst>
      <p:ext uri="{BB962C8B-B14F-4D97-AF65-F5344CB8AC3E}">
        <p14:creationId xmlns:p14="http://schemas.microsoft.com/office/powerpoint/2010/main" val="3876133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46586-2655-CB86-5D06-B62D25E5D636}"/>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90D598D9-C32B-2FCF-FCD4-D3CC753BB88C}"/>
              </a:ext>
            </a:extLst>
          </p:cNvPr>
          <p:cNvGraphicFramePr>
            <a:graphicFrameLocks noChangeAspect="1"/>
          </p:cNvGraphicFramePr>
          <p:nvPr>
            <p:custDataLst>
              <p:tags r:id="rId1"/>
            </p:custDataLst>
            <p:extLst>
              <p:ext uri="{D42A27DB-BD31-4B8C-83A1-F6EECF244321}">
                <p14:modId xmlns:p14="http://schemas.microsoft.com/office/powerpoint/2010/main" val="32600451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3" imgH="353" progId="TCLayout.ActiveDocument.1">
                  <p:embed/>
                </p:oleObj>
              </mc:Choice>
              <mc:Fallback>
                <p:oleObj name="think-cell Slide" r:id="rId3" imgW="353" imgH="353" progId="TCLayout.ActiveDocument.1">
                  <p:embed/>
                  <p:pic>
                    <p:nvPicPr>
                      <p:cNvPr id="13" name="think-cell data - do not delete" hidden="1">
                        <a:extLst>
                          <a:ext uri="{FF2B5EF4-FFF2-40B4-BE49-F238E27FC236}">
                            <a16:creationId xmlns:a16="http://schemas.microsoft.com/office/drawing/2014/main" id="{90D598D9-C32B-2FCF-FCD4-D3CC753BB88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6">
            <a:extLst>
              <a:ext uri="{FF2B5EF4-FFF2-40B4-BE49-F238E27FC236}">
                <a16:creationId xmlns:a16="http://schemas.microsoft.com/office/drawing/2014/main" id="{29738FD8-F6B2-3BC5-615A-0616E0797485}"/>
              </a:ext>
            </a:extLst>
          </p:cNvPr>
          <p:cNvSpPr>
            <a:spLocks noGrp="1"/>
          </p:cNvSpPr>
          <p:nvPr>
            <p:ph type="title"/>
          </p:nvPr>
        </p:nvSpPr>
        <p:spPr/>
        <p:txBody>
          <a:bodyPr vert="horz"/>
          <a:lstStyle/>
          <a:p>
            <a:r>
              <a:rPr lang="en-US" dirty="0"/>
              <a:t>Inputs</a:t>
            </a:r>
          </a:p>
        </p:txBody>
      </p:sp>
      <p:graphicFrame>
        <p:nvGraphicFramePr>
          <p:cNvPr id="19" name="Diagram 18">
            <a:extLst>
              <a:ext uri="{FF2B5EF4-FFF2-40B4-BE49-F238E27FC236}">
                <a16:creationId xmlns:a16="http://schemas.microsoft.com/office/drawing/2014/main" id="{FEA4C6FA-1621-C513-5ED1-875744676181}"/>
              </a:ext>
            </a:extLst>
          </p:cNvPr>
          <p:cNvGraphicFramePr/>
          <p:nvPr>
            <p:extLst>
              <p:ext uri="{D42A27DB-BD31-4B8C-83A1-F6EECF244321}">
                <p14:modId xmlns:p14="http://schemas.microsoft.com/office/powerpoint/2010/main" val="1287838882"/>
              </p:ext>
            </p:extLst>
          </p:nvPr>
        </p:nvGraphicFramePr>
        <p:xfrm>
          <a:off x="493713" y="1312973"/>
          <a:ext cx="11204574" cy="225019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20" name="Diagram 19">
            <a:extLst>
              <a:ext uri="{FF2B5EF4-FFF2-40B4-BE49-F238E27FC236}">
                <a16:creationId xmlns:a16="http://schemas.microsoft.com/office/drawing/2014/main" id="{10A3E716-B801-2680-E49F-B756414A0327}"/>
              </a:ext>
            </a:extLst>
          </p:cNvPr>
          <p:cNvGraphicFramePr/>
          <p:nvPr>
            <p:extLst>
              <p:ext uri="{D42A27DB-BD31-4B8C-83A1-F6EECF244321}">
                <p14:modId xmlns:p14="http://schemas.microsoft.com/office/powerpoint/2010/main" val="1190182869"/>
              </p:ext>
            </p:extLst>
          </p:nvPr>
        </p:nvGraphicFramePr>
        <p:xfrm>
          <a:off x="493713" y="4114143"/>
          <a:ext cx="7324922" cy="2069456"/>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21" name="MekkoHeaderBox638768827108992923">
            <a:extLst>
              <a:ext uri="{FF2B5EF4-FFF2-40B4-BE49-F238E27FC236}">
                <a16:creationId xmlns:a16="http://schemas.microsoft.com/office/drawing/2014/main" id="{A5FC04F2-B53B-5D6C-4C6C-BB2923B8DAAC}"/>
              </a:ext>
            </a:extLst>
          </p:cNvPr>
          <p:cNvSpPr/>
          <p:nvPr/>
        </p:nvSpPr>
        <p:spPr>
          <a:xfrm>
            <a:off x="493714" y="878177"/>
            <a:ext cx="11222035" cy="393700"/>
          </a:xfrm>
          <a:prstGeom prst="rect">
            <a:avLst/>
          </a:prstGeom>
          <a:blipFill dpi="0" rotWithShape="1">
            <a:blip r:embed="rId15"/>
            <a:srcRect/>
            <a:tile tx="0" ty="0" sx="100000" sy="100000" flip="none" algn="b"/>
          </a:bli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1400" b="1" dirty="0">
                <a:solidFill>
                  <a:srgbClr val="000000"/>
                </a:solidFill>
              </a:rPr>
              <a:t>1. Required at the Outset</a:t>
            </a:r>
          </a:p>
        </p:txBody>
      </p:sp>
      <p:sp>
        <p:nvSpPr>
          <p:cNvPr id="22" name="MekkoHeaderBox638768827108992923">
            <a:extLst>
              <a:ext uri="{FF2B5EF4-FFF2-40B4-BE49-F238E27FC236}">
                <a16:creationId xmlns:a16="http://schemas.microsoft.com/office/drawing/2014/main" id="{D212DF3E-0CAC-1715-40F8-198A425F929E}"/>
              </a:ext>
            </a:extLst>
          </p:cNvPr>
          <p:cNvSpPr/>
          <p:nvPr/>
        </p:nvSpPr>
        <p:spPr>
          <a:xfrm>
            <a:off x="493714" y="3522075"/>
            <a:ext cx="11204574" cy="452422"/>
          </a:xfrm>
          <a:prstGeom prst="rect">
            <a:avLst/>
          </a:prstGeom>
          <a:blipFill dpi="0" rotWithShape="1">
            <a:blip r:embed="rId15"/>
            <a:srcRect/>
            <a:tile tx="0" ty="0" sx="100000" sy="100000" flip="none" algn="b"/>
          </a:bli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1400" b="1" dirty="0">
                <a:solidFill>
                  <a:srgbClr val="000000"/>
                </a:solidFill>
              </a:rPr>
              <a:t>2. Additions for Optimization Stage</a:t>
            </a:r>
          </a:p>
        </p:txBody>
      </p:sp>
    </p:spTree>
    <p:extLst>
      <p:ext uri="{BB962C8B-B14F-4D97-AF65-F5344CB8AC3E}">
        <p14:creationId xmlns:p14="http://schemas.microsoft.com/office/powerpoint/2010/main" val="3505208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6EC76-1A62-AC34-CD19-E376BD3F1FC5}"/>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1042DDD6-4B29-B732-ABDF-8D4875DCBC7E}"/>
              </a:ext>
            </a:extLst>
          </p:cNvPr>
          <p:cNvGraphicFramePr>
            <a:graphicFrameLocks noChangeAspect="1"/>
          </p:cNvGraphicFramePr>
          <p:nvPr>
            <p:custDataLst>
              <p:tags r:id="rId1"/>
            </p:custDataLst>
            <p:extLst>
              <p:ext uri="{D42A27DB-BD31-4B8C-83A1-F6EECF244321}">
                <p14:modId xmlns:p14="http://schemas.microsoft.com/office/powerpoint/2010/main" val="241644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13" name="think-cell data - do not delete" hidden="1">
                        <a:extLst>
                          <a:ext uri="{FF2B5EF4-FFF2-40B4-BE49-F238E27FC236}">
                            <a16:creationId xmlns:a16="http://schemas.microsoft.com/office/drawing/2014/main" id="{1042DDD6-4B29-B732-ABDF-8D4875DCBC7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C8193894-0C2C-95F7-C788-FECC13910666}"/>
              </a:ext>
            </a:extLst>
          </p:cNvPr>
          <p:cNvSpPr>
            <a:spLocks noGrp="1"/>
          </p:cNvSpPr>
          <p:nvPr>
            <p:ph type="title"/>
          </p:nvPr>
        </p:nvSpPr>
        <p:spPr/>
        <p:txBody>
          <a:bodyPr vert="horz"/>
          <a:lstStyle/>
          <a:p>
            <a:r>
              <a:rPr lang="en-US" dirty="0"/>
              <a:t>Taxonomy</a:t>
            </a:r>
          </a:p>
        </p:txBody>
      </p:sp>
      <p:grpSp>
        <p:nvGrpSpPr>
          <p:cNvPr id="4" name="Group 3">
            <a:extLst>
              <a:ext uri="{FF2B5EF4-FFF2-40B4-BE49-F238E27FC236}">
                <a16:creationId xmlns:a16="http://schemas.microsoft.com/office/drawing/2014/main" id="{607D4A04-253F-C265-8BC4-87BD6D84FC7B}"/>
              </a:ext>
            </a:extLst>
          </p:cNvPr>
          <p:cNvGrpSpPr/>
          <p:nvPr>
            <p:custDataLst>
              <p:tags r:id="rId2"/>
            </p:custDataLst>
          </p:nvPr>
        </p:nvGrpSpPr>
        <p:grpSpPr>
          <a:xfrm>
            <a:off x="493713" y="90661"/>
            <a:ext cx="11255925" cy="244777"/>
            <a:chOff x="493714" y="1663700"/>
            <a:chExt cx="9123933" cy="381000"/>
          </a:xfrm>
          <a:solidFill>
            <a:schemeClr val="accent6">
              <a:lumMod val="20000"/>
              <a:lumOff val="80000"/>
            </a:schemeClr>
          </a:solidFill>
        </p:grpSpPr>
        <p:sp>
          <p:nvSpPr>
            <p:cNvPr id="5" name="MekkoValueChainHeader638810835418479876">
              <a:extLst>
                <a:ext uri="{FF2B5EF4-FFF2-40B4-BE49-F238E27FC236}">
                  <a16:creationId xmlns:a16="http://schemas.microsoft.com/office/drawing/2014/main" id="{F4C3DF5B-505C-4265-484D-8E1E5B34E984}"/>
                </a:ext>
              </a:extLst>
            </p:cNvPr>
            <p:cNvSpPr/>
            <p:nvPr/>
          </p:nvSpPr>
          <p:spPr>
            <a:xfrm>
              <a:off x="493714" y="1663700"/>
              <a:ext cx="2390711" cy="381000"/>
            </a:xfrm>
            <a:prstGeom prst="homePlate">
              <a:avLst>
                <a:gd name="adj" fmla="val 38400"/>
              </a:avLst>
            </a:prstGeom>
            <a:solidFill>
              <a:schemeClr val="accent1"/>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Taxonomy</a:t>
              </a:r>
            </a:p>
          </p:txBody>
        </p:sp>
        <p:sp>
          <p:nvSpPr>
            <p:cNvPr id="9" name="MekkoValueChainHeader638810835418479876638810835418862802">
              <a:extLst>
                <a:ext uri="{FF2B5EF4-FFF2-40B4-BE49-F238E27FC236}">
                  <a16:creationId xmlns:a16="http://schemas.microsoft.com/office/drawing/2014/main" id="{C775C70B-0D04-00BA-0C01-8D825BA4FCAE}"/>
                </a:ext>
              </a:extLst>
            </p:cNvPr>
            <p:cNvSpPr/>
            <p:nvPr/>
          </p:nvSpPr>
          <p:spPr>
            <a:xfrm>
              <a:off x="2738121" y="1663700"/>
              <a:ext cx="2390711" cy="381000"/>
            </a:xfrm>
            <a:prstGeom prst="chevron">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Suggest Subs</a:t>
              </a:r>
            </a:p>
          </p:txBody>
        </p:sp>
        <p:sp>
          <p:nvSpPr>
            <p:cNvPr id="10" name="MekkoValueChainHeader638810835418479876638810835418862802638810835419123947">
              <a:extLst>
                <a:ext uri="{FF2B5EF4-FFF2-40B4-BE49-F238E27FC236}">
                  <a16:creationId xmlns:a16="http://schemas.microsoft.com/office/drawing/2014/main" id="{2A7EA24A-9DC3-0045-D909-9E1DDAF3D0CD}"/>
                </a:ext>
              </a:extLst>
            </p:cNvPr>
            <p:cNvSpPr/>
            <p:nvPr/>
          </p:nvSpPr>
          <p:spPr>
            <a:xfrm>
              <a:off x="4982529" y="1663700"/>
              <a:ext cx="2390711" cy="381000"/>
            </a:xfrm>
            <a:prstGeom prst="chevron">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Incorporate Feedback</a:t>
              </a:r>
            </a:p>
          </p:txBody>
        </p:sp>
        <p:sp>
          <p:nvSpPr>
            <p:cNvPr id="15" name="MekkoValueChainHeader638810835418479876638810835418862802638810835419123947638810835419383009">
              <a:extLst>
                <a:ext uri="{FF2B5EF4-FFF2-40B4-BE49-F238E27FC236}">
                  <a16:creationId xmlns:a16="http://schemas.microsoft.com/office/drawing/2014/main" id="{063F13C1-6C3B-9B25-D2B2-D7EBFBE70CC1}"/>
                </a:ext>
              </a:extLst>
            </p:cNvPr>
            <p:cNvSpPr/>
            <p:nvPr/>
          </p:nvSpPr>
          <p:spPr>
            <a:xfrm>
              <a:off x="7226936" y="1663700"/>
              <a:ext cx="2390711" cy="381000"/>
            </a:xfrm>
            <a:prstGeom prst="chevron">
              <a:avLst>
                <a:gd name="adj" fmla="val 38400"/>
              </a:avLst>
            </a:prstGeom>
            <a:grp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Optimization</a:t>
              </a:r>
            </a:p>
          </p:txBody>
        </p:sp>
      </p:grpSp>
      <mc:AlternateContent xmlns:mc="http://schemas.openxmlformats.org/markup-compatibility/2006" xmlns:p14="http://schemas.microsoft.com/office/powerpoint/2010/main" xmlns:aink="http://schemas.microsoft.com/office/drawing/2016/ink">
        <mc:Choice Requires="p14 aink">
          <p:contentPart p14:bwMode="auto" r:id="rId6">
            <p14:nvContentPartPr>
              <p14:cNvPr id="25" name="Ink 24">
                <a:extLst>
                  <a:ext uri="{FF2B5EF4-FFF2-40B4-BE49-F238E27FC236}">
                    <a16:creationId xmlns:a16="http://schemas.microsoft.com/office/drawing/2014/main" id="{0B66C5F5-E55B-A750-C413-DFE23679152C}"/>
                  </a:ext>
                </a:extLst>
              </p14:cNvPr>
              <p14:cNvContentPartPr/>
              <p14:nvPr/>
            </p14:nvContentPartPr>
            <p14:xfrm flipV="1">
              <a:off x="6749923" y="4487639"/>
              <a:ext cx="58546" cy="46145"/>
            </p14:xfrm>
          </p:contentPart>
        </mc:Choice>
        <mc:Fallback xmlns="">
          <p:pic>
            <p:nvPicPr>
              <p:cNvPr id="25" name="Ink 24">
                <a:extLst>
                  <a:ext uri="{FF2B5EF4-FFF2-40B4-BE49-F238E27FC236}">
                    <a16:creationId xmlns:a16="http://schemas.microsoft.com/office/drawing/2014/main" id="{0B66C5F5-E55B-A750-C413-DFE23679152C}"/>
                  </a:ext>
                </a:extLst>
              </p:cNvPr>
              <p:cNvPicPr/>
              <p:nvPr/>
            </p:nvPicPr>
            <p:blipFill>
              <a:blip r:embed="rId7"/>
              <a:stretch>
                <a:fillRect/>
              </a:stretch>
            </p:blipFill>
            <p:spPr>
              <a:xfrm>
                <a:off x="5286273" y="3334014"/>
                <a:ext cx="2927300" cy="2307250"/>
              </a:xfrm>
              <a:prstGeom prst="rect">
                <a:avLst/>
              </a:prstGeom>
            </p:spPr>
          </p:pic>
        </mc:Fallback>
      </mc:AlternateContent>
      <p:sp>
        <p:nvSpPr>
          <p:cNvPr id="23" name="MekkoHeaderBox638768827108992923">
            <a:extLst>
              <a:ext uri="{FF2B5EF4-FFF2-40B4-BE49-F238E27FC236}">
                <a16:creationId xmlns:a16="http://schemas.microsoft.com/office/drawing/2014/main" id="{26640B73-D75C-AD30-6096-0B09AF2543BF}"/>
              </a:ext>
            </a:extLst>
          </p:cNvPr>
          <p:cNvSpPr/>
          <p:nvPr/>
        </p:nvSpPr>
        <p:spPr>
          <a:xfrm>
            <a:off x="493714" y="878177"/>
            <a:ext cx="2393831" cy="381000"/>
          </a:xfrm>
          <a:prstGeom prst="rect">
            <a:avLst/>
          </a:prstGeom>
          <a:blipFill dpi="0" rotWithShape="1">
            <a:blip r:embed="rId8"/>
            <a:srcRect/>
            <a:tile tx="0" ty="0" sx="100000" sy="100000" flip="none" algn="b"/>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1200" b="1" dirty="0">
                <a:solidFill>
                  <a:srgbClr val="000000"/>
                </a:solidFill>
              </a:rPr>
              <a:t>1. Inputs</a:t>
            </a:r>
          </a:p>
        </p:txBody>
      </p:sp>
      <p:graphicFrame>
        <p:nvGraphicFramePr>
          <p:cNvPr id="30" name="Table 29">
            <a:extLst>
              <a:ext uri="{FF2B5EF4-FFF2-40B4-BE49-F238E27FC236}">
                <a16:creationId xmlns:a16="http://schemas.microsoft.com/office/drawing/2014/main" id="{6B35A73F-F94E-A081-2D3D-E31277B6A2C1}"/>
              </a:ext>
            </a:extLst>
          </p:cNvPr>
          <p:cNvGraphicFramePr>
            <a:graphicFrameLocks noGrp="1"/>
          </p:cNvGraphicFramePr>
          <p:nvPr>
            <p:extLst>
              <p:ext uri="{D42A27DB-BD31-4B8C-83A1-F6EECF244321}">
                <p14:modId xmlns:p14="http://schemas.microsoft.com/office/powerpoint/2010/main" val="2454709361"/>
              </p:ext>
            </p:extLst>
          </p:nvPr>
        </p:nvGraphicFramePr>
        <p:xfrm>
          <a:off x="527601" y="4327123"/>
          <a:ext cx="11222037" cy="1844040"/>
        </p:xfrm>
        <a:graphic>
          <a:graphicData uri="http://schemas.openxmlformats.org/drawingml/2006/table">
            <a:tbl>
              <a:tblPr/>
              <a:tblGrid>
                <a:gridCol w="655152">
                  <a:extLst>
                    <a:ext uri="{9D8B030D-6E8A-4147-A177-3AD203B41FA5}">
                      <a16:colId xmlns:a16="http://schemas.microsoft.com/office/drawing/2014/main" val="1192493559"/>
                    </a:ext>
                  </a:extLst>
                </a:gridCol>
                <a:gridCol w="1620891">
                  <a:extLst>
                    <a:ext uri="{9D8B030D-6E8A-4147-A177-3AD203B41FA5}">
                      <a16:colId xmlns:a16="http://schemas.microsoft.com/office/drawing/2014/main" val="966227973"/>
                    </a:ext>
                  </a:extLst>
                </a:gridCol>
                <a:gridCol w="1691260">
                  <a:extLst>
                    <a:ext uri="{9D8B030D-6E8A-4147-A177-3AD203B41FA5}">
                      <a16:colId xmlns:a16="http://schemas.microsoft.com/office/drawing/2014/main" val="2566556406"/>
                    </a:ext>
                  </a:extLst>
                </a:gridCol>
                <a:gridCol w="1023976">
                  <a:extLst>
                    <a:ext uri="{9D8B030D-6E8A-4147-A177-3AD203B41FA5}">
                      <a16:colId xmlns:a16="http://schemas.microsoft.com/office/drawing/2014/main" val="1745285594"/>
                    </a:ext>
                  </a:extLst>
                </a:gridCol>
                <a:gridCol w="953609">
                  <a:extLst>
                    <a:ext uri="{9D8B030D-6E8A-4147-A177-3AD203B41FA5}">
                      <a16:colId xmlns:a16="http://schemas.microsoft.com/office/drawing/2014/main" val="2409214854"/>
                    </a:ext>
                  </a:extLst>
                </a:gridCol>
                <a:gridCol w="1662483">
                  <a:extLst>
                    <a:ext uri="{9D8B030D-6E8A-4147-A177-3AD203B41FA5}">
                      <a16:colId xmlns:a16="http://schemas.microsoft.com/office/drawing/2014/main" val="2997761325"/>
                    </a:ext>
                  </a:extLst>
                </a:gridCol>
                <a:gridCol w="1159230">
                  <a:extLst>
                    <a:ext uri="{9D8B030D-6E8A-4147-A177-3AD203B41FA5}">
                      <a16:colId xmlns:a16="http://schemas.microsoft.com/office/drawing/2014/main" val="1229230031"/>
                    </a:ext>
                  </a:extLst>
                </a:gridCol>
                <a:gridCol w="1200339">
                  <a:extLst>
                    <a:ext uri="{9D8B030D-6E8A-4147-A177-3AD203B41FA5}">
                      <a16:colId xmlns:a16="http://schemas.microsoft.com/office/drawing/2014/main" val="2297673678"/>
                    </a:ext>
                  </a:extLst>
                </a:gridCol>
                <a:gridCol w="1255097">
                  <a:extLst>
                    <a:ext uri="{9D8B030D-6E8A-4147-A177-3AD203B41FA5}">
                      <a16:colId xmlns:a16="http://schemas.microsoft.com/office/drawing/2014/main" val="4262718365"/>
                    </a:ext>
                  </a:extLst>
                </a:gridCol>
              </a:tblGrid>
              <a:tr h="137056">
                <a:tc>
                  <a:txBody>
                    <a:bodyPr/>
                    <a:lstStyle/>
                    <a:p>
                      <a:pPr algn="l" fontAlgn="b"/>
                      <a:r>
                        <a:rPr lang="en-US" sz="1100" b="1" i="0" u="none" strike="noStrike" dirty="0">
                          <a:solidFill>
                            <a:srgbClr val="FFFFFF"/>
                          </a:solidFill>
                          <a:effectLst/>
                          <a:latin typeface="Inter" panose="02000503000000020004" pitchFamily="2" charset="0"/>
                        </a:rPr>
                        <a:t>Entity</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Entity--Item</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Subcategory</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a:solidFill>
                            <a:srgbClr val="FFFFFF"/>
                          </a:solidFill>
                          <a:effectLst/>
                          <a:latin typeface="Inter" panose="02000503000000020004" pitchFamily="2" charset="0"/>
                        </a:rPr>
                        <a:t>Grouping</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Color</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a:solidFill>
                            <a:srgbClr val="FFFFFF"/>
                          </a:solidFill>
                          <a:effectLst/>
                          <a:latin typeface="Inter" panose="02000503000000020004" pitchFamily="2" charset="0"/>
                        </a:rPr>
                        <a:t>Material</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Weight</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Case Pack</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Qty</a:t>
                      </a:r>
                    </a:p>
                  </a:txBody>
                  <a:tcPr marL="0" marR="0" marT="0" marB="0" anchor="b">
                    <a:lnL>
                      <a:noFill/>
                    </a:lnL>
                    <a:lnR>
                      <a:noFill/>
                    </a:lnR>
                    <a:lnT>
                      <a:noFill/>
                    </a:lnT>
                    <a:lnB>
                      <a:noFill/>
                    </a:lnB>
                    <a:solidFill>
                      <a:srgbClr val="022479"/>
                    </a:solidFill>
                  </a:tcPr>
                </a:tc>
                <a:extLst>
                  <a:ext uri="{0D108BD9-81ED-4DB2-BD59-A6C34878D82A}">
                    <a16:rowId xmlns:a16="http://schemas.microsoft.com/office/drawing/2014/main" val="2046818912"/>
                  </a:ext>
                </a:extLst>
              </a:tr>
              <a:tr h="137056">
                <a:tc>
                  <a:txBody>
                    <a:bodyPr/>
                    <a:lstStyle/>
                    <a:p>
                      <a:pPr algn="l" fontAlgn="b"/>
                      <a:r>
                        <a:rPr lang="en-US" sz="1100" b="0" i="0" u="none" strike="noStrike">
                          <a:solidFill>
                            <a:srgbClr val="000000"/>
                          </a:solidFill>
                          <a:effectLst/>
                          <a:latin typeface="Inter" panose="02000503000000020004" pitchFamily="2" charset="0"/>
                        </a:rPr>
                        <a:t>1</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1--.6505BK</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Soupspoons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Bulk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Black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Material</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200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269</a:t>
                      </a:r>
                    </a:p>
                  </a:txBody>
                  <a:tcPr marL="0" marR="0" marT="0" marB="0" anchor="b">
                    <a:lnL>
                      <a:noFill/>
                    </a:lnL>
                    <a:lnR>
                      <a:noFill/>
                    </a:lnR>
                    <a:lnT>
                      <a:noFill/>
                    </a:lnT>
                    <a:lnB>
                      <a:noFill/>
                    </a:lnB>
                    <a:noFill/>
                  </a:tcPr>
                </a:tc>
                <a:extLst>
                  <a:ext uri="{0D108BD9-81ED-4DB2-BD59-A6C34878D82A}">
                    <a16:rowId xmlns:a16="http://schemas.microsoft.com/office/drawing/2014/main" val="2584855757"/>
                  </a:ext>
                </a:extLst>
              </a:tr>
              <a:tr h="137056">
                <a:tc>
                  <a:txBody>
                    <a:bodyPr/>
                    <a:lstStyle/>
                    <a:p>
                      <a:pPr algn="l" fontAlgn="b"/>
                      <a:r>
                        <a:rPr lang="en-US" sz="1100" b="0" i="0" u="none" strike="noStrike">
                          <a:solidFill>
                            <a:srgbClr val="000000"/>
                          </a:solidFill>
                          <a:effectLst/>
                          <a:latin typeface="Inter" panose="02000503000000020004" pitchFamily="2" charset="0"/>
                        </a:rPr>
                        <a:t>1</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1--.K5BW</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Knives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Bulk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White</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Polypropylene</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Light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1000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451</a:t>
                      </a:r>
                    </a:p>
                  </a:txBody>
                  <a:tcPr marL="0" marR="0" marT="0" marB="0" anchor="b">
                    <a:lnL>
                      <a:noFill/>
                    </a:lnL>
                    <a:lnR>
                      <a:noFill/>
                    </a:lnR>
                    <a:lnT>
                      <a:noFill/>
                    </a:lnT>
                    <a:lnB>
                      <a:noFill/>
                    </a:lnB>
                    <a:noFill/>
                  </a:tcPr>
                </a:tc>
                <a:extLst>
                  <a:ext uri="{0D108BD9-81ED-4DB2-BD59-A6C34878D82A}">
                    <a16:rowId xmlns:a16="http://schemas.microsoft.com/office/drawing/2014/main" val="668084506"/>
                  </a:ext>
                </a:extLst>
              </a:tr>
              <a:tr h="137056">
                <a:tc>
                  <a:txBody>
                    <a:bodyPr/>
                    <a:lstStyle/>
                    <a:p>
                      <a:pPr algn="l" fontAlgn="b"/>
                      <a:r>
                        <a:rPr lang="en-US" sz="1100" b="0" i="0" u="none" strike="noStrike" dirty="0">
                          <a:solidFill>
                            <a:srgbClr val="000000"/>
                          </a:solidFill>
                          <a:effectLst/>
                          <a:latin typeface="Inter" panose="02000503000000020004" pitchFamily="2" charset="0"/>
                        </a:rPr>
                        <a:t>1</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1--.SP-CS-3</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Teaspoons</a:t>
                      </a:r>
                    </a:p>
                  </a:txBody>
                  <a:tcPr marL="0" marR="0" marT="0" marB="0">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Bulk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Color</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Material</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3000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842</a:t>
                      </a:r>
                    </a:p>
                  </a:txBody>
                  <a:tcPr marL="0" marR="0" marT="0" marB="0" anchor="b">
                    <a:lnL>
                      <a:noFill/>
                    </a:lnL>
                    <a:lnR>
                      <a:noFill/>
                    </a:lnR>
                    <a:lnT>
                      <a:noFill/>
                    </a:lnT>
                    <a:lnB>
                      <a:noFill/>
                    </a:lnB>
                    <a:noFill/>
                  </a:tcPr>
                </a:tc>
                <a:extLst>
                  <a:ext uri="{0D108BD9-81ED-4DB2-BD59-A6C34878D82A}">
                    <a16:rowId xmlns:a16="http://schemas.microsoft.com/office/drawing/2014/main" val="4240652195"/>
                  </a:ext>
                </a:extLst>
              </a:tr>
              <a:tr h="137056">
                <a:tc>
                  <a:txBody>
                    <a:bodyPr/>
                    <a:lstStyle/>
                    <a:p>
                      <a:pPr algn="l" fontAlgn="b"/>
                      <a:r>
                        <a:rPr lang="en-US" sz="1100" b="0" i="0" u="none" strike="noStrike">
                          <a:solidFill>
                            <a:srgbClr val="000000"/>
                          </a:solidFill>
                          <a:effectLst/>
                          <a:latin typeface="Inter" panose="02000503000000020004" pitchFamily="2" charset="0"/>
                        </a:rPr>
                        <a:t>1</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1--02099</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Kits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Wrapped</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White</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Polylactic Acid</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1000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35,529</a:t>
                      </a:r>
                    </a:p>
                  </a:txBody>
                  <a:tcPr marL="0" marR="0" marT="0" marB="0" anchor="b">
                    <a:lnL>
                      <a:noFill/>
                    </a:lnL>
                    <a:lnR>
                      <a:noFill/>
                    </a:lnR>
                    <a:lnT>
                      <a:noFill/>
                    </a:lnT>
                    <a:lnB>
                      <a:noFill/>
                    </a:lnB>
                    <a:noFill/>
                  </a:tcPr>
                </a:tc>
                <a:extLst>
                  <a:ext uri="{0D108BD9-81ED-4DB2-BD59-A6C34878D82A}">
                    <a16:rowId xmlns:a16="http://schemas.microsoft.com/office/drawing/2014/main" val="503462822"/>
                  </a:ext>
                </a:extLst>
              </a:tr>
              <a:tr h="137056">
                <a:tc>
                  <a:txBody>
                    <a:bodyPr/>
                    <a:lstStyle/>
                    <a:p>
                      <a:pPr algn="l" fontAlgn="b"/>
                      <a:r>
                        <a:rPr lang="en-US" sz="1100" b="0" i="0" u="none" strike="noStrike">
                          <a:solidFill>
                            <a:srgbClr val="000000"/>
                          </a:solidFill>
                          <a:effectLst/>
                          <a:latin typeface="Inter" panose="02000503000000020004" pitchFamily="2" charset="0"/>
                        </a:rPr>
                        <a:t>1</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1--088</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Teaspoons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Bulk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Clear</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Polystyrene</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6800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5,035</a:t>
                      </a:r>
                    </a:p>
                  </a:txBody>
                  <a:tcPr marL="0" marR="0" marT="0" marB="0" anchor="b">
                    <a:lnL>
                      <a:noFill/>
                    </a:lnL>
                    <a:lnR>
                      <a:noFill/>
                    </a:lnR>
                    <a:lnT>
                      <a:noFill/>
                    </a:lnT>
                    <a:lnB>
                      <a:noFill/>
                    </a:lnB>
                    <a:noFill/>
                  </a:tcPr>
                </a:tc>
                <a:extLst>
                  <a:ext uri="{0D108BD9-81ED-4DB2-BD59-A6C34878D82A}">
                    <a16:rowId xmlns:a16="http://schemas.microsoft.com/office/drawing/2014/main" val="2418204722"/>
                  </a:ext>
                </a:extLst>
              </a:tr>
              <a:tr h="137056">
                <a:tc>
                  <a:txBody>
                    <a:bodyPr/>
                    <a:lstStyle/>
                    <a:p>
                      <a:pPr algn="l" fontAlgn="b"/>
                      <a:r>
                        <a:rPr lang="en-US" sz="1100" b="0" i="0" u="none" strike="noStrike">
                          <a:solidFill>
                            <a:srgbClr val="000000"/>
                          </a:solidFill>
                          <a:effectLst/>
                          <a:latin typeface="Inter" panose="02000503000000020004" pitchFamily="2" charset="0"/>
                        </a:rPr>
                        <a:t>1</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1--102806098</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Kits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Wrapped</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Black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Polystyrene</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Heavy</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500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858</a:t>
                      </a:r>
                    </a:p>
                  </a:txBody>
                  <a:tcPr marL="0" marR="0" marT="0" marB="0" anchor="b">
                    <a:lnL>
                      <a:noFill/>
                    </a:lnL>
                    <a:lnR>
                      <a:noFill/>
                    </a:lnR>
                    <a:lnT>
                      <a:noFill/>
                    </a:lnT>
                    <a:lnB>
                      <a:noFill/>
                    </a:lnB>
                    <a:noFill/>
                  </a:tcPr>
                </a:tc>
                <a:extLst>
                  <a:ext uri="{0D108BD9-81ED-4DB2-BD59-A6C34878D82A}">
                    <a16:rowId xmlns:a16="http://schemas.microsoft.com/office/drawing/2014/main" val="1094565097"/>
                  </a:ext>
                </a:extLst>
              </a:tr>
              <a:tr h="137056">
                <a:tc>
                  <a:txBody>
                    <a:bodyPr/>
                    <a:lstStyle/>
                    <a:p>
                      <a:pPr algn="l" fontAlgn="b"/>
                      <a:r>
                        <a:rPr lang="en-US" sz="1100" b="0" i="0" u="none" strike="noStrike">
                          <a:solidFill>
                            <a:srgbClr val="000000"/>
                          </a:solidFill>
                          <a:effectLst/>
                          <a:latin typeface="Inter" panose="02000503000000020004" pitchFamily="2" charset="0"/>
                        </a:rPr>
                        <a:t>1</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1--102BL</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Serving Utensils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Wrapped</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Black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Polystyrene</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144</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5,265</a:t>
                      </a:r>
                    </a:p>
                  </a:txBody>
                  <a:tcPr marL="0" marR="0" marT="0" marB="0" anchor="b">
                    <a:lnL>
                      <a:noFill/>
                    </a:lnL>
                    <a:lnR>
                      <a:noFill/>
                    </a:lnR>
                    <a:lnT>
                      <a:noFill/>
                    </a:lnT>
                    <a:lnB>
                      <a:noFill/>
                    </a:lnB>
                    <a:noFill/>
                  </a:tcPr>
                </a:tc>
                <a:extLst>
                  <a:ext uri="{0D108BD9-81ED-4DB2-BD59-A6C34878D82A}">
                    <a16:rowId xmlns:a16="http://schemas.microsoft.com/office/drawing/2014/main" val="2783548831"/>
                  </a:ext>
                </a:extLst>
              </a:tr>
              <a:tr h="137056">
                <a:tc>
                  <a:txBody>
                    <a:bodyPr/>
                    <a:lstStyle/>
                    <a:p>
                      <a:pPr algn="l" fontAlgn="b"/>
                      <a:r>
                        <a:rPr lang="en-US" sz="1100" b="0" i="0" u="none" strike="noStrike">
                          <a:solidFill>
                            <a:srgbClr val="000000"/>
                          </a:solidFill>
                          <a:effectLst/>
                          <a:latin typeface="Inter" panose="02000503000000020004" pitchFamily="2" charset="0"/>
                        </a:rPr>
                        <a:t>1</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1--10471FORK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Forks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Bulk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Natural</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Wood</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1000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2,633</a:t>
                      </a:r>
                    </a:p>
                  </a:txBody>
                  <a:tcPr marL="0" marR="0" marT="0" marB="0" anchor="b">
                    <a:lnL>
                      <a:noFill/>
                    </a:lnL>
                    <a:lnR>
                      <a:noFill/>
                    </a:lnR>
                    <a:lnT>
                      <a:noFill/>
                    </a:lnT>
                    <a:lnB>
                      <a:noFill/>
                    </a:lnB>
                    <a:noFill/>
                  </a:tcPr>
                </a:tc>
                <a:extLst>
                  <a:ext uri="{0D108BD9-81ED-4DB2-BD59-A6C34878D82A}">
                    <a16:rowId xmlns:a16="http://schemas.microsoft.com/office/drawing/2014/main" val="2436610751"/>
                  </a:ext>
                </a:extLst>
              </a:tr>
              <a:tr h="137056">
                <a:tc>
                  <a:txBody>
                    <a:bodyPr/>
                    <a:lstStyle/>
                    <a:p>
                      <a:pPr algn="l" fontAlgn="b"/>
                      <a:r>
                        <a:rPr lang="en-US" sz="1100" b="0" i="0" u="none" strike="noStrike">
                          <a:solidFill>
                            <a:srgbClr val="000000"/>
                          </a:solidFill>
                          <a:effectLst/>
                          <a:latin typeface="Inter" panose="02000503000000020004" pitchFamily="2" charset="0"/>
                        </a:rPr>
                        <a:t>1</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1--10481TEASP</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Teaspoons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Bulk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Natural</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Wood</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1000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6,930</a:t>
                      </a:r>
                    </a:p>
                  </a:txBody>
                  <a:tcPr marL="0" marR="0" marT="0" marB="0" anchor="b">
                    <a:lnL>
                      <a:noFill/>
                    </a:lnL>
                    <a:lnR>
                      <a:noFill/>
                    </a:lnR>
                    <a:lnT>
                      <a:noFill/>
                    </a:lnT>
                    <a:lnB>
                      <a:noFill/>
                    </a:lnB>
                    <a:noFill/>
                  </a:tcPr>
                </a:tc>
                <a:extLst>
                  <a:ext uri="{0D108BD9-81ED-4DB2-BD59-A6C34878D82A}">
                    <a16:rowId xmlns:a16="http://schemas.microsoft.com/office/drawing/2014/main" val="4236787195"/>
                  </a:ext>
                </a:extLst>
              </a:tr>
              <a:tr h="137056">
                <a:tc>
                  <a:txBody>
                    <a:bodyPr/>
                    <a:lstStyle/>
                    <a:p>
                      <a:pPr algn="l" fontAlgn="b"/>
                      <a:r>
                        <a:rPr lang="en-US" sz="1100" b="0" i="0" u="none" strike="noStrike">
                          <a:solidFill>
                            <a:srgbClr val="000000"/>
                          </a:solidFill>
                          <a:effectLst/>
                          <a:latin typeface="Inter" panose="02000503000000020004" pitchFamily="2" charset="0"/>
                        </a:rPr>
                        <a:t>1</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1--10491KNIFE</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Knives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Bulk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Natural</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Wood</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1000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961</a:t>
                      </a:r>
                    </a:p>
                  </a:txBody>
                  <a:tcPr marL="0" marR="0" marT="0" marB="0" anchor="b">
                    <a:lnL>
                      <a:noFill/>
                    </a:lnL>
                    <a:lnR>
                      <a:noFill/>
                    </a:lnR>
                    <a:lnT>
                      <a:noFill/>
                    </a:lnT>
                    <a:lnB>
                      <a:noFill/>
                    </a:lnB>
                    <a:noFill/>
                  </a:tcPr>
                </a:tc>
                <a:extLst>
                  <a:ext uri="{0D108BD9-81ED-4DB2-BD59-A6C34878D82A}">
                    <a16:rowId xmlns:a16="http://schemas.microsoft.com/office/drawing/2014/main" val="1921974056"/>
                  </a:ext>
                </a:extLst>
              </a:tr>
            </a:tbl>
          </a:graphicData>
        </a:graphic>
      </p:graphicFrame>
      <p:sp>
        <p:nvSpPr>
          <p:cNvPr id="31" name="MekkoHeaderBox638768827108992923">
            <a:extLst>
              <a:ext uri="{FF2B5EF4-FFF2-40B4-BE49-F238E27FC236}">
                <a16:creationId xmlns:a16="http://schemas.microsoft.com/office/drawing/2014/main" id="{434F6E6A-97B6-2B72-0242-3BE256302476}"/>
              </a:ext>
            </a:extLst>
          </p:cNvPr>
          <p:cNvSpPr/>
          <p:nvPr/>
        </p:nvSpPr>
        <p:spPr>
          <a:xfrm>
            <a:off x="3297342" y="878177"/>
            <a:ext cx="8400944" cy="381000"/>
          </a:xfrm>
          <a:prstGeom prst="rect">
            <a:avLst/>
          </a:prstGeom>
          <a:blipFill dpi="0" rotWithShape="1">
            <a:blip r:embed="rId8"/>
            <a:srcRect/>
            <a:tile tx="0" ty="0" sx="100000" sy="100000" flip="none" algn="b"/>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1200" b="1" dirty="0">
                <a:solidFill>
                  <a:srgbClr val="000000"/>
                </a:solidFill>
              </a:rPr>
              <a:t>2. LLM Tagging</a:t>
            </a:r>
          </a:p>
        </p:txBody>
      </p:sp>
      <p:grpSp>
        <p:nvGrpSpPr>
          <p:cNvPr id="1135" name="Group 1134">
            <a:extLst>
              <a:ext uri="{FF2B5EF4-FFF2-40B4-BE49-F238E27FC236}">
                <a16:creationId xmlns:a16="http://schemas.microsoft.com/office/drawing/2014/main" id="{80189A1F-2FFA-8215-6D73-2AB7F4BB3C42}"/>
              </a:ext>
            </a:extLst>
          </p:cNvPr>
          <p:cNvGrpSpPr/>
          <p:nvPr/>
        </p:nvGrpSpPr>
        <p:grpSpPr>
          <a:xfrm>
            <a:off x="802979" y="1557914"/>
            <a:ext cx="2665207" cy="2068216"/>
            <a:chOff x="1237984" y="1312718"/>
            <a:chExt cx="2665207" cy="2068216"/>
          </a:xfrm>
        </p:grpSpPr>
        <p:sp>
          <p:nvSpPr>
            <p:cNvPr id="1064" name="TextBox 1063">
              <a:extLst>
                <a:ext uri="{FF2B5EF4-FFF2-40B4-BE49-F238E27FC236}">
                  <a16:creationId xmlns:a16="http://schemas.microsoft.com/office/drawing/2014/main" id="{4EBA19F6-FA4B-2FA0-8A27-96A64FC9E8C4}"/>
                </a:ext>
              </a:extLst>
            </p:cNvPr>
            <p:cNvSpPr txBox="1"/>
            <p:nvPr/>
          </p:nvSpPr>
          <p:spPr>
            <a:xfrm>
              <a:off x="1779724" y="1477849"/>
              <a:ext cx="2123467" cy="1903085"/>
            </a:xfrm>
            <a:prstGeom prst="rect">
              <a:avLst/>
            </a:prstGeom>
            <a:noFill/>
          </p:spPr>
          <p:txBody>
            <a:bodyPr wrap="square" lIns="0" tIns="0" rIns="0" bIns="0" rtlCol="0">
              <a:spAutoFit/>
            </a:bodyPr>
            <a:lstStyle/>
            <a:p>
              <a:pPr>
                <a:spcAft>
                  <a:spcPts val="100"/>
                </a:spcAft>
              </a:pPr>
              <a:r>
                <a:rPr lang="en-US" sz="1300" dirty="0">
                  <a:effectLst/>
                  <a:ea typeface="Inter" panose="02000503000000020004" pitchFamily="2" charset="0"/>
                </a:rPr>
                <a:t>Item Level Data</a:t>
              </a:r>
            </a:p>
            <a:p>
              <a:pPr>
                <a:spcAft>
                  <a:spcPts val="100"/>
                </a:spcAft>
              </a:pPr>
              <a:endParaRPr lang="en-US" sz="1300" dirty="0">
                <a:effectLst/>
                <a:ea typeface="Inter" panose="02000503000000020004" pitchFamily="2" charset="0"/>
              </a:endParaRPr>
            </a:p>
            <a:p>
              <a:pPr>
                <a:spcAft>
                  <a:spcPts val="100"/>
                </a:spcAft>
              </a:pPr>
              <a:endParaRPr lang="en-US" sz="1300" dirty="0">
                <a:ea typeface="Inter" panose="02000503000000020004" pitchFamily="2" charset="0"/>
              </a:endParaRPr>
            </a:p>
            <a:p>
              <a:pPr>
                <a:spcAft>
                  <a:spcPts val="100"/>
                </a:spcAft>
              </a:pPr>
              <a:r>
                <a:rPr lang="en-US" sz="1300" dirty="0">
                  <a:effectLst/>
                  <a:ea typeface="Inter" panose="02000503000000020004" pitchFamily="2" charset="0"/>
                </a:rPr>
                <a:t>Salsify Attributes</a:t>
              </a:r>
            </a:p>
            <a:p>
              <a:pPr>
                <a:spcAft>
                  <a:spcPts val="100"/>
                </a:spcAft>
              </a:pPr>
              <a:endParaRPr lang="en-US" sz="1300" dirty="0">
                <a:effectLst/>
                <a:ea typeface="Inter" panose="02000503000000020004" pitchFamily="2" charset="0"/>
              </a:endParaRPr>
            </a:p>
            <a:p>
              <a:pPr>
                <a:spcAft>
                  <a:spcPts val="100"/>
                </a:spcAft>
              </a:pPr>
              <a:endParaRPr lang="en-US" sz="1300" dirty="0">
                <a:ea typeface="Inter" panose="02000503000000020004" pitchFamily="2" charset="0"/>
              </a:endParaRPr>
            </a:p>
            <a:p>
              <a:pPr>
                <a:spcAft>
                  <a:spcPts val="100"/>
                </a:spcAft>
              </a:pPr>
              <a:r>
                <a:rPr lang="en-US" sz="1300" dirty="0">
                  <a:effectLst/>
                  <a:ea typeface="Inter" panose="02000503000000020004" pitchFamily="2" charset="0"/>
                </a:rPr>
                <a:t>Sales Data</a:t>
              </a:r>
            </a:p>
            <a:p>
              <a:pPr>
                <a:spcAft>
                  <a:spcPts val="100"/>
                </a:spcAft>
              </a:pPr>
              <a:endParaRPr lang="en-US" sz="1300" dirty="0">
                <a:effectLst/>
                <a:ea typeface="Inter" panose="02000503000000020004" pitchFamily="2" charset="0"/>
              </a:endParaRPr>
            </a:p>
            <a:p>
              <a:pPr>
                <a:spcAft>
                  <a:spcPts val="100"/>
                </a:spcAft>
              </a:pPr>
              <a:endParaRPr lang="en-US" sz="1300" dirty="0">
                <a:ea typeface="Inter" panose="02000503000000020004" pitchFamily="2" charset="0"/>
              </a:endParaRPr>
            </a:p>
          </p:txBody>
        </p:sp>
        <p:pic>
          <p:nvPicPr>
            <p:cNvPr id="24" name="Graphic 23" descr="Badge Follow with solid fill">
              <a:extLst>
                <a:ext uri="{FF2B5EF4-FFF2-40B4-BE49-F238E27FC236}">
                  <a16:creationId xmlns:a16="http://schemas.microsoft.com/office/drawing/2014/main" id="{2797D7D3-ECFE-CA11-08A5-4AA9E7D0DC6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93151" y="1696955"/>
              <a:ext cx="411480" cy="411480"/>
            </a:xfrm>
            <a:prstGeom prst="rect">
              <a:avLst/>
            </a:prstGeom>
          </p:spPr>
        </p:pic>
        <p:pic>
          <p:nvPicPr>
            <p:cNvPr id="26" name="Graphic 25" descr="Badge Follow with solid fill">
              <a:extLst>
                <a:ext uri="{FF2B5EF4-FFF2-40B4-BE49-F238E27FC236}">
                  <a16:creationId xmlns:a16="http://schemas.microsoft.com/office/drawing/2014/main" id="{CA0233CC-AF9B-9020-CB32-7137421CD6B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093151" y="2326722"/>
              <a:ext cx="411480" cy="411480"/>
            </a:xfrm>
            <a:prstGeom prst="rect">
              <a:avLst/>
            </a:prstGeom>
          </p:spPr>
        </p:pic>
        <p:pic>
          <p:nvPicPr>
            <p:cNvPr id="29" name="Graphic 28" descr="Database outline">
              <a:extLst>
                <a:ext uri="{FF2B5EF4-FFF2-40B4-BE49-F238E27FC236}">
                  <a16:creationId xmlns:a16="http://schemas.microsoft.com/office/drawing/2014/main" id="{AE12929B-10AA-8644-997E-BC3839A88D0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37984" y="1312718"/>
              <a:ext cx="502920" cy="502920"/>
            </a:xfrm>
            <a:prstGeom prst="rect">
              <a:avLst/>
            </a:prstGeom>
          </p:spPr>
        </p:pic>
        <p:pic>
          <p:nvPicPr>
            <p:cNvPr id="36" name="Graphic 35" descr="Database outline">
              <a:extLst>
                <a:ext uri="{FF2B5EF4-FFF2-40B4-BE49-F238E27FC236}">
                  <a16:creationId xmlns:a16="http://schemas.microsoft.com/office/drawing/2014/main" id="{C213B949-0312-811A-6EC9-A6CC3B3E06D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37984" y="1950137"/>
              <a:ext cx="502920" cy="502920"/>
            </a:xfrm>
            <a:prstGeom prst="rect">
              <a:avLst/>
            </a:prstGeom>
          </p:spPr>
        </p:pic>
        <p:pic>
          <p:nvPicPr>
            <p:cNvPr id="39" name="Graphic 38" descr="Database outline">
              <a:extLst>
                <a:ext uri="{FF2B5EF4-FFF2-40B4-BE49-F238E27FC236}">
                  <a16:creationId xmlns:a16="http://schemas.microsoft.com/office/drawing/2014/main" id="{BE9A7228-9DAE-4811-F9D1-8793A31EAD5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237984" y="2587556"/>
              <a:ext cx="502920" cy="502920"/>
            </a:xfrm>
            <a:prstGeom prst="rect">
              <a:avLst/>
            </a:prstGeom>
          </p:spPr>
        </p:pic>
      </p:grpSp>
      <p:sp>
        <p:nvSpPr>
          <p:cNvPr id="41" name="MekkoHeaderBox638768827108992923">
            <a:extLst>
              <a:ext uri="{FF2B5EF4-FFF2-40B4-BE49-F238E27FC236}">
                <a16:creationId xmlns:a16="http://schemas.microsoft.com/office/drawing/2014/main" id="{6FD51208-B531-2CA7-6031-77956619AC82}"/>
              </a:ext>
            </a:extLst>
          </p:cNvPr>
          <p:cNvSpPr/>
          <p:nvPr/>
        </p:nvSpPr>
        <p:spPr>
          <a:xfrm>
            <a:off x="529186" y="3893023"/>
            <a:ext cx="11220452" cy="381000"/>
          </a:xfrm>
          <a:prstGeom prst="rect">
            <a:avLst/>
          </a:prstGeom>
          <a:blipFill dpi="0" rotWithShape="1">
            <a:blip r:embed="rId8"/>
            <a:srcRect/>
            <a:tile tx="0" ty="0" sx="100000" sy="100000" flip="none" algn="b"/>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1200" b="1" dirty="0">
                <a:solidFill>
                  <a:srgbClr val="000000"/>
                </a:solidFill>
              </a:rPr>
              <a:t>3. Output Taxonomy</a:t>
            </a:r>
          </a:p>
        </p:txBody>
      </p:sp>
      <p:graphicFrame>
        <p:nvGraphicFramePr>
          <p:cNvPr id="45" name="Table 44">
            <a:extLst>
              <a:ext uri="{FF2B5EF4-FFF2-40B4-BE49-F238E27FC236}">
                <a16:creationId xmlns:a16="http://schemas.microsoft.com/office/drawing/2014/main" id="{94B11FD9-3989-2659-9C65-45DC83F709E8}"/>
              </a:ext>
            </a:extLst>
          </p:cNvPr>
          <p:cNvGraphicFramePr>
            <a:graphicFrameLocks noGrp="1"/>
          </p:cNvGraphicFramePr>
          <p:nvPr/>
        </p:nvGraphicFramePr>
        <p:xfrm>
          <a:off x="3776736" y="3645313"/>
          <a:ext cx="6951408" cy="373381"/>
        </p:xfrm>
        <a:graphic>
          <a:graphicData uri="http://schemas.openxmlformats.org/drawingml/2006/table">
            <a:tbl>
              <a:tblPr/>
              <a:tblGrid>
                <a:gridCol w="1158568">
                  <a:extLst>
                    <a:ext uri="{9D8B030D-6E8A-4147-A177-3AD203B41FA5}">
                      <a16:colId xmlns:a16="http://schemas.microsoft.com/office/drawing/2014/main" val="2515760327"/>
                    </a:ext>
                  </a:extLst>
                </a:gridCol>
                <a:gridCol w="1158568">
                  <a:extLst>
                    <a:ext uri="{9D8B030D-6E8A-4147-A177-3AD203B41FA5}">
                      <a16:colId xmlns:a16="http://schemas.microsoft.com/office/drawing/2014/main" val="4258634643"/>
                    </a:ext>
                  </a:extLst>
                </a:gridCol>
                <a:gridCol w="1158568">
                  <a:extLst>
                    <a:ext uri="{9D8B030D-6E8A-4147-A177-3AD203B41FA5}">
                      <a16:colId xmlns:a16="http://schemas.microsoft.com/office/drawing/2014/main" val="3605828622"/>
                    </a:ext>
                  </a:extLst>
                </a:gridCol>
                <a:gridCol w="1158568">
                  <a:extLst>
                    <a:ext uri="{9D8B030D-6E8A-4147-A177-3AD203B41FA5}">
                      <a16:colId xmlns:a16="http://schemas.microsoft.com/office/drawing/2014/main" val="993689839"/>
                    </a:ext>
                  </a:extLst>
                </a:gridCol>
                <a:gridCol w="1158568">
                  <a:extLst>
                    <a:ext uri="{9D8B030D-6E8A-4147-A177-3AD203B41FA5}">
                      <a16:colId xmlns:a16="http://schemas.microsoft.com/office/drawing/2014/main" val="2452142967"/>
                    </a:ext>
                  </a:extLst>
                </a:gridCol>
                <a:gridCol w="1158568">
                  <a:extLst>
                    <a:ext uri="{9D8B030D-6E8A-4147-A177-3AD203B41FA5}">
                      <a16:colId xmlns:a16="http://schemas.microsoft.com/office/drawing/2014/main" val="1814145228"/>
                    </a:ext>
                  </a:extLst>
                </a:gridCol>
              </a:tblGrid>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1" i="0" u="none" strike="noStrike" dirty="0">
                          <a:solidFill>
                            <a:srgbClr val="FFFFFF"/>
                          </a:solidFill>
                          <a:effectLst/>
                          <a:latin typeface="Inter" panose="02000503000000020004" pitchFamily="2" charset="0"/>
                        </a:rPr>
                        <a:t>Entity—Item</a:t>
                      </a:r>
                    </a:p>
                  </a:txBody>
                  <a:tcPr marL="0" marR="0" marT="0" marB="0" anchor="b">
                    <a:lnL>
                      <a:noFill/>
                    </a:lnL>
                    <a:lnR>
                      <a:noFill/>
                    </a:lnR>
                    <a:lnT>
                      <a:noFill/>
                    </a:lnT>
                    <a:lnB>
                      <a:noFill/>
                    </a:lnB>
                    <a:solidFill>
                      <a:srgbClr val="022479"/>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1" i="0" u="none" strike="noStrike" dirty="0">
                          <a:solidFill>
                            <a:srgbClr val="FFFFFF"/>
                          </a:solidFill>
                          <a:effectLst/>
                          <a:latin typeface="Inter" panose="02000503000000020004" pitchFamily="2" charset="0"/>
                        </a:rPr>
                        <a:t>Subcategory</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a:solidFill>
                            <a:srgbClr val="FFFFFF"/>
                          </a:solidFill>
                          <a:effectLst/>
                          <a:latin typeface="Inter" panose="02000503000000020004" pitchFamily="2" charset="0"/>
                        </a:rPr>
                        <a:t>Grouping</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Color</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a:solidFill>
                            <a:srgbClr val="FFFFFF"/>
                          </a:solidFill>
                          <a:effectLst/>
                          <a:latin typeface="Inter" panose="02000503000000020004" pitchFamily="2" charset="0"/>
                        </a:rPr>
                        <a:t>Material</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Weight</a:t>
                      </a:r>
                    </a:p>
                  </a:txBody>
                  <a:tcPr marL="0" marR="0" marT="0" marB="0" anchor="b">
                    <a:lnL>
                      <a:noFill/>
                    </a:lnL>
                    <a:lnR>
                      <a:noFill/>
                    </a:lnR>
                    <a:lnT>
                      <a:noFill/>
                    </a:lnT>
                    <a:lnB>
                      <a:noFill/>
                    </a:lnB>
                    <a:solidFill>
                      <a:srgbClr val="022479"/>
                    </a:solidFill>
                  </a:tcPr>
                </a:tc>
                <a:extLst>
                  <a:ext uri="{0D108BD9-81ED-4DB2-BD59-A6C34878D82A}">
                    <a16:rowId xmlns:a16="http://schemas.microsoft.com/office/drawing/2014/main" val="2392847146"/>
                  </a:ext>
                </a:extLst>
              </a:tr>
              <a:tr h="205741">
                <a:tc>
                  <a:txBody>
                    <a:bodyPr/>
                    <a:lstStyle/>
                    <a:p>
                      <a:pPr algn="l" fontAlgn="b"/>
                      <a:r>
                        <a:rPr lang="en-US" sz="1200" b="0" i="0" u="none" strike="noStrike" dirty="0">
                          <a:solidFill>
                            <a:srgbClr val="000000"/>
                          </a:solidFill>
                          <a:effectLst/>
                          <a:latin typeface="Inter" panose="02000503000000020004" pitchFamily="2" charset="0"/>
                        </a:rPr>
                        <a:t>1--176023BJ</a:t>
                      </a:r>
                    </a:p>
                  </a:txBody>
                  <a:tcPr marL="0" marR="0" marT="0" marB="0" anchor="ctr">
                    <a:lnL>
                      <a:noFill/>
                    </a:lnL>
                    <a:lnR>
                      <a:noFill/>
                    </a:lnR>
                    <a:lnT>
                      <a:noFill/>
                    </a:lnT>
                    <a:lnB>
                      <a:noFill/>
                    </a:lnB>
                    <a:noFill/>
                  </a:tcPr>
                </a:tc>
                <a:tc>
                  <a:txBody>
                    <a:bodyPr/>
                    <a:lstStyle/>
                    <a:p>
                      <a:pPr algn="l" fontAlgn="b"/>
                      <a:r>
                        <a:rPr lang="en-US" sz="1200" b="0" i="0" u="none" strike="noStrike" dirty="0">
                          <a:solidFill>
                            <a:srgbClr val="000000"/>
                          </a:solidFill>
                          <a:effectLst/>
                          <a:latin typeface="Inter" panose="02000503000000020004" pitchFamily="2" charset="0"/>
                        </a:rPr>
                        <a:t>Fork</a:t>
                      </a:r>
                    </a:p>
                  </a:txBody>
                  <a:tcPr marL="0" marR="0" marT="0" marB="0" anchor="ctr">
                    <a:lnL>
                      <a:noFill/>
                    </a:lnL>
                    <a:lnR>
                      <a:noFill/>
                    </a:lnR>
                    <a:lnT>
                      <a:noFill/>
                    </a:lnT>
                    <a:lnB>
                      <a:noFill/>
                    </a:lnB>
                    <a:noFill/>
                  </a:tcPr>
                </a:tc>
                <a:tc>
                  <a:txBody>
                    <a:bodyPr/>
                    <a:lstStyle/>
                    <a:p>
                      <a:pPr algn="l" fontAlgn="b"/>
                      <a:r>
                        <a:rPr lang="en-US" sz="1200" b="0" i="0" u="none" strike="noStrike" dirty="0">
                          <a:solidFill>
                            <a:srgbClr val="000000"/>
                          </a:solidFill>
                          <a:effectLst/>
                          <a:latin typeface="Inter" panose="02000503000000020004" pitchFamily="2" charset="0"/>
                        </a:rPr>
                        <a:t>Wrapped</a:t>
                      </a:r>
                    </a:p>
                  </a:txBody>
                  <a:tcPr marL="0" marR="0" marT="0" marB="0" anchor="ctr">
                    <a:lnL>
                      <a:noFill/>
                    </a:lnL>
                    <a:lnR>
                      <a:noFill/>
                    </a:lnR>
                    <a:lnT>
                      <a:noFill/>
                    </a:lnT>
                    <a:lnB>
                      <a:noFill/>
                    </a:lnB>
                    <a:noFill/>
                  </a:tcPr>
                </a:tc>
                <a:tc>
                  <a:txBody>
                    <a:bodyPr/>
                    <a:lstStyle/>
                    <a:p>
                      <a:pPr algn="l" fontAlgn="b"/>
                      <a:r>
                        <a:rPr lang="en-US" sz="1200" b="0" i="0" u="none" strike="noStrike" dirty="0">
                          <a:solidFill>
                            <a:srgbClr val="000000"/>
                          </a:solidFill>
                          <a:effectLst/>
                          <a:latin typeface="Inter" panose="02000503000000020004" pitchFamily="2" charset="0"/>
                        </a:rPr>
                        <a:t>Black</a:t>
                      </a:r>
                    </a:p>
                  </a:txBody>
                  <a:tcPr marL="0" marR="0" marT="0" marB="0" anchor="ctr">
                    <a:lnL>
                      <a:noFill/>
                    </a:lnL>
                    <a:lnR>
                      <a:noFill/>
                    </a:lnR>
                    <a:lnT>
                      <a:noFill/>
                    </a:lnT>
                    <a:lnB>
                      <a:noFill/>
                    </a:lnB>
                    <a:noFill/>
                  </a:tcPr>
                </a:tc>
                <a:tc>
                  <a:txBody>
                    <a:bodyPr/>
                    <a:lstStyle/>
                    <a:p>
                      <a:pPr algn="l" fontAlgn="b"/>
                      <a:r>
                        <a:rPr lang="en-US" sz="1200" b="0" i="0" u="none" strike="noStrike" dirty="0">
                          <a:solidFill>
                            <a:srgbClr val="000000"/>
                          </a:solidFill>
                          <a:effectLst/>
                          <a:latin typeface="Inter" panose="02000503000000020004" pitchFamily="2" charset="0"/>
                        </a:rPr>
                        <a:t>Polypropylene</a:t>
                      </a:r>
                    </a:p>
                  </a:txBody>
                  <a:tcPr marL="0" marR="0" marT="0" marB="0" anchor="ctr">
                    <a:lnL>
                      <a:noFill/>
                    </a:lnL>
                    <a:lnR>
                      <a:noFill/>
                    </a:lnR>
                    <a:lnT>
                      <a:noFill/>
                    </a:lnT>
                    <a:lnB>
                      <a:noFill/>
                    </a:lnB>
                    <a:noFill/>
                  </a:tcPr>
                </a:tc>
                <a:tc>
                  <a:txBody>
                    <a:bodyPr/>
                    <a:lstStyle/>
                    <a:p>
                      <a:pPr algn="l" fontAlgn="b"/>
                      <a:r>
                        <a:rPr lang="en-US" sz="1200" b="0" i="0" u="none" strike="noStrike" dirty="0">
                          <a:solidFill>
                            <a:srgbClr val="000000"/>
                          </a:solidFill>
                          <a:effectLst/>
                          <a:latin typeface="Inter" panose="02000503000000020004" pitchFamily="2" charset="0"/>
                        </a:rPr>
                        <a:t>Medium</a:t>
                      </a:r>
                    </a:p>
                  </a:txBody>
                  <a:tcPr marL="0" marR="0" marT="0" marB="0" anchor="ctr">
                    <a:lnL>
                      <a:noFill/>
                    </a:lnL>
                    <a:lnR>
                      <a:noFill/>
                    </a:lnR>
                    <a:lnT>
                      <a:noFill/>
                    </a:lnT>
                    <a:lnB>
                      <a:noFill/>
                    </a:lnB>
                    <a:noFill/>
                  </a:tcPr>
                </a:tc>
                <a:extLst>
                  <a:ext uri="{0D108BD9-81ED-4DB2-BD59-A6C34878D82A}">
                    <a16:rowId xmlns:a16="http://schemas.microsoft.com/office/drawing/2014/main" val="3775517924"/>
                  </a:ext>
                </a:extLst>
              </a:tr>
            </a:tbl>
          </a:graphicData>
        </a:graphic>
      </p:graphicFrame>
      <p:grpSp>
        <p:nvGrpSpPr>
          <p:cNvPr id="1049" name="Group 1048">
            <a:extLst>
              <a:ext uri="{FF2B5EF4-FFF2-40B4-BE49-F238E27FC236}">
                <a16:creationId xmlns:a16="http://schemas.microsoft.com/office/drawing/2014/main" id="{D7B00445-746E-FB38-0147-4980985938B5}"/>
              </a:ext>
            </a:extLst>
          </p:cNvPr>
          <p:cNvGrpSpPr/>
          <p:nvPr/>
        </p:nvGrpSpPr>
        <p:grpSpPr>
          <a:xfrm>
            <a:off x="6749520" y="2186050"/>
            <a:ext cx="1005840" cy="1005840"/>
            <a:chOff x="5477353" y="3153785"/>
            <a:chExt cx="1254759" cy="1254759"/>
          </a:xfrm>
        </p:grpSpPr>
        <p:sp>
          <p:nvSpPr>
            <p:cNvPr id="1050" name="Oval 1049">
              <a:extLst>
                <a:ext uri="{FF2B5EF4-FFF2-40B4-BE49-F238E27FC236}">
                  <a16:creationId xmlns:a16="http://schemas.microsoft.com/office/drawing/2014/main" id="{D064AD28-6B74-EC56-2960-549528099BFA}"/>
                </a:ext>
              </a:extLst>
            </p:cNvPr>
            <p:cNvSpPr/>
            <p:nvPr/>
          </p:nvSpPr>
          <p:spPr>
            <a:xfrm>
              <a:off x="5477353" y="3153785"/>
              <a:ext cx="1254759" cy="1254759"/>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51" name="Group 1050">
              <a:extLst>
                <a:ext uri="{FF2B5EF4-FFF2-40B4-BE49-F238E27FC236}">
                  <a16:creationId xmlns:a16="http://schemas.microsoft.com/office/drawing/2014/main" id="{D6BE5CA6-47B0-73F4-3389-84DE0E56505F}"/>
                </a:ext>
              </a:extLst>
            </p:cNvPr>
            <p:cNvGrpSpPr/>
            <p:nvPr/>
          </p:nvGrpSpPr>
          <p:grpSpPr>
            <a:xfrm>
              <a:off x="5681174" y="3398501"/>
              <a:ext cx="818163" cy="765326"/>
              <a:chOff x="5653752" y="3426252"/>
              <a:chExt cx="818163" cy="765326"/>
            </a:xfrm>
          </p:grpSpPr>
          <p:pic>
            <p:nvPicPr>
              <p:cNvPr id="1052" name="Graphic 1051">
                <a:extLst>
                  <a:ext uri="{FF2B5EF4-FFF2-40B4-BE49-F238E27FC236}">
                    <a16:creationId xmlns:a16="http://schemas.microsoft.com/office/drawing/2014/main" id="{2E03C438-E603-BEC4-AA0D-207183F1206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653752" y="3585641"/>
                <a:ext cx="569248" cy="605937"/>
              </a:xfrm>
              <a:prstGeom prst="rect">
                <a:avLst/>
              </a:prstGeom>
            </p:spPr>
          </p:pic>
          <p:pic>
            <p:nvPicPr>
              <p:cNvPr id="1053" name="Graphic 1052">
                <a:extLst>
                  <a:ext uri="{FF2B5EF4-FFF2-40B4-BE49-F238E27FC236}">
                    <a16:creationId xmlns:a16="http://schemas.microsoft.com/office/drawing/2014/main" id="{ED42E161-F28E-EF10-6701-5389277B9C1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075631" y="3426252"/>
                <a:ext cx="314619" cy="334897"/>
              </a:xfrm>
              <a:prstGeom prst="rect">
                <a:avLst/>
              </a:prstGeom>
            </p:spPr>
          </p:pic>
          <p:pic>
            <p:nvPicPr>
              <p:cNvPr id="1054" name="Graphic 1053">
                <a:extLst>
                  <a:ext uri="{FF2B5EF4-FFF2-40B4-BE49-F238E27FC236}">
                    <a16:creationId xmlns:a16="http://schemas.microsoft.com/office/drawing/2014/main" id="{B3D92F13-172D-3343-5EF7-F1C15157531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199563" y="3862748"/>
                <a:ext cx="272352" cy="289906"/>
              </a:xfrm>
              <a:prstGeom prst="rect">
                <a:avLst/>
              </a:prstGeom>
            </p:spPr>
          </p:pic>
        </p:grpSp>
      </p:grpSp>
      <p:graphicFrame>
        <p:nvGraphicFramePr>
          <p:cNvPr id="1071" name="Table 1070">
            <a:extLst>
              <a:ext uri="{FF2B5EF4-FFF2-40B4-BE49-F238E27FC236}">
                <a16:creationId xmlns:a16="http://schemas.microsoft.com/office/drawing/2014/main" id="{EC753F06-0181-637E-109F-8BBC2C8FCB0F}"/>
              </a:ext>
            </a:extLst>
          </p:cNvPr>
          <p:cNvGraphicFramePr>
            <a:graphicFrameLocks noGrp="1"/>
          </p:cNvGraphicFramePr>
          <p:nvPr/>
        </p:nvGraphicFramePr>
        <p:xfrm>
          <a:off x="3776736" y="1607711"/>
          <a:ext cx="4072139" cy="388621"/>
        </p:xfrm>
        <a:graphic>
          <a:graphicData uri="http://schemas.openxmlformats.org/drawingml/2006/table">
            <a:tbl>
              <a:tblPr/>
              <a:tblGrid>
                <a:gridCol w="1350321">
                  <a:extLst>
                    <a:ext uri="{9D8B030D-6E8A-4147-A177-3AD203B41FA5}">
                      <a16:colId xmlns:a16="http://schemas.microsoft.com/office/drawing/2014/main" val="1891455570"/>
                    </a:ext>
                  </a:extLst>
                </a:gridCol>
                <a:gridCol w="2721818">
                  <a:extLst>
                    <a:ext uri="{9D8B030D-6E8A-4147-A177-3AD203B41FA5}">
                      <a16:colId xmlns:a16="http://schemas.microsoft.com/office/drawing/2014/main" val="2498077733"/>
                    </a:ext>
                  </a:extLst>
                </a:gridCol>
              </a:tblGrid>
              <a:tr h="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1" i="0" u="none" strike="noStrike" dirty="0">
                          <a:solidFill>
                            <a:srgbClr val="FFFFFF"/>
                          </a:solidFill>
                          <a:effectLst/>
                          <a:latin typeface="Inter" panose="02000503000000020004" pitchFamily="2" charset="0"/>
                        </a:rPr>
                        <a:t>Entity—Item</a:t>
                      </a:r>
                    </a:p>
                  </a:txBody>
                  <a:tcPr marL="0" marR="0" marT="0" marB="0" anchor="b">
                    <a:lnL>
                      <a:noFill/>
                    </a:lnL>
                    <a:lnR>
                      <a:noFill/>
                    </a:lnR>
                    <a:lnT>
                      <a:noFill/>
                    </a:lnT>
                    <a:lnB>
                      <a:noFill/>
                    </a:lnB>
                    <a:solidFill>
                      <a:srgbClr val="022479"/>
                    </a:solidFill>
                  </a:tcPr>
                </a:tc>
                <a:tc>
                  <a:txBody>
                    <a:bodyPr/>
                    <a:lstStyle/>
                    <a:p>
                      <a:pPr algn="l" fontAlgn="b"/>
                      <a:r>
                        <a:rPr lang="en-US" sz="1200" b="1" i="0" u="none" strike="noStrike" dirty="0">
                          <a:solidFill>
                            <a:srgbClr val="FFFFFF"/>
                          </a:solidFill>
                          <a:effectLst/>
                          <a:latin typeface="Inter" panose="02000503000000020004" pitchFamily="2" charset="0"/>
                        </a:rPr>
                        <a:t>Description</a:t>
                      </a:r>
                    </a:p>
                  </a:txBody>
                  <a:tcPr marL="0" marR="0" marT="0" marB="0" anchor="b">
                    <a:lnL>
                      <a:noFill/>
                    </a:lnL>
                    <a:lnR>
                      <a:noFill/>
                    </a:lnR>
                    <a:lnT>
                      <a:noFill/>
                    </a:lnT>
                    <a:lnB>
                      <a:noFill/>
                    </a:lnB>
                    <a:solidFill>
                      <a:srgbClr val="022479"/>
                    </a:solidFill>
                  </a:tcPr>
                </a:tc>
                <a:extLst>
                  <a:ext uri="{0D108BD9-81ED-4DB2-BD59-A6C34878D82A}">
                    <a16:rowId xmlns:a16="http://schemas.microsoft.com/office/drawing/2014/main" val="1358807081"/>
                  </a:ext>
                </a:extLst>
              </a:tr>
              <a:tr h="205741">
                <a:tc>
                  <a:txBody>
                    <a:bodyPr/>
                    <a:lstStyle/>
                    <a:p>
                      <a:pPr algn="l" fontAlgn="b"/>
                      <a:r>
                        <a:rPr lang="en-US" sz="1200" b="0" i="0" u="none" strike="noStrike" dirty="0">
                          <a:solidFill>
                            <a:srgbClr val="000000"/>
                          </a:solidFill>
                          <a:effectLst/>
                          <a:latin typeface="Inter" panose="02000503000000020004" pitchFamily="2" charset="0"/>
                        </a:rPr>
                        <a:t>1--176023BJ</a:t>
                      </a:r>
                    </a:p>
                  </a:txBody>
                  <a:tcPr marL="0" marR="0" marT="0" marB="0" anchor="ctr">
                    <a:lnL>
                      <a:noFill/>
                    </a:lnL>
                    <a:lnR>
                      <a:noFill/>
                    </a:lnR>
                    <a:lnT>
                      <a:noFill/>
                    </a:lnT>
                    <a:lnB>
                      <a:noFill/>
                    </a:lnB>
                    <a:noFill/>
                  </a:tcPr>
                </a:tc>
                <a:tc>
                  <a:txBody>
                    <a:bodyPr/>
                    <a:lstStyle/>
                    <a:p>
                      <a:pPr algn="l" fontAlgn="b"/>
                      <a:r>
                        <a:rPr lang="en-US" sz="1200" b="0" i="0" u="none" strike="noStrike" dirty="0">
                          <a:solidFill>
                            <a:srgbClr val="000000"/>
                          </a:solidFill>
                          <a:effectLst/>
                          <a:latin typeface="Inter" panose="02000503000000020004" pitchFamily="2" charset="0"/>
                        </a:rPr>
                        <a:t>VB BLK FORK PP WRAPPED MED-WT</a:t>
                      </a:r>
                    </a:p>
                  </a:txBody>
                  <a:tcPr marL="0" marR="0" marT="0" marB="0" anchor="b">
                    <a:lnL>
                      <a:noFill/>
                    </a:lnL>
                    <a:lnR>
                      <a:noFill/>
                    </a:lnR>
                    <a:lnT>
                      <a:noFill/>
                    </a:lnT>
                    <a:lnB>
                      <a:noFill/>
                    </a:lnB>
                    <a:noFill/>
                  </a:tcPr>
                </a:tc>
                <a:extLst>
                  <a:ext uri="{0D108BD9-81ED-4DB2-BD59-A6C34878D82A}">
                    <a16:rowId xmlns:a16="http://schemas.microsoft.com/office/drawing/2014/main" val="2361914741"/>
                  </a:ext>
                </a:extLst>
              </a:tr>
            </a:tbl>
          </a:graphicData>
        </a:graphic>
      </p:graphicFrame>
      <p:sp>
        <p:nvSpPr>
          <p:cNvPr id="1075" name="Rectangle: Rounded Corners 1074">
            <a:extLst>
              <a:ext uri="{FF2B5EF4-FFF2-40B4-BE49-F238E27FC236}">
                <a16:creationId xmlns:a16="http://schemas.microsoft.com/office/drawing/2014/main" id="{0DAC942C-9FC0-4E3B-8E5B-4D4D1D0790E3}"/>
              </a:ext>
            </a:extLst>
          </p:cNvPr>
          <p:cNvSpPr/>
          <p:nvPr/>
        </p:nvSpPr>
        <p:spPr>
          <a:xfrm>
            <a:off x="5095989" y="1804541"/>
            <a:ext cx="2761764" cy="189277"/>
          </a:xfrm>
          <a:prstGeom prst="roundRect">
            <a:avLst/>
          </a:prstGeom>
          <a:noFill/>
          <a:ln w="190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079" name="Connector: Curved 1078">
            <a:extLst>
              <a:ext uri="{FF2B5EF4-FFF2-40B4-BE49-F238E27FC236}">
                <a16:creationId xmlns:a16="http://schemas.microsoft.com/office/drawing/2014/main" id="{EB325BDF-B3F1-84C7-CAF7-D439E99A1A6A}"/>
              </a:ext>
            </a:extLst>
          </p:cNvPr>
          <p:cNvCxnSpPr>
            <a:cxnSpLocks/>
            <a:stCxn id="1071" idx="2"/>
            <a:endCxn id="1050" idx="2"/>
          </p:cNvCxnSpPr>
          <p:nvPr/>
        </p:nvCxnSpPr>
        <p:spPr>
          <a:xfrm rot="16200000" flipH="1">
            <a:off x="5934843" y="1874293"/>
            <a:ext cx="692638" cy="936715"/>
          </a:xfrm>
          <a:prstGeom prst="curvedConnector2">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087" name="Group 1086">
            <a:extLst>
              <a:ext uri="{FF2B5EF4-FFF2-40B4-BE49-F238E27FC236}">
                <a16:creationId xmlns:a16="http://schemas.microsoft.com/office/drawing/2014/main" id="{CE7D406A-7BD3-2354-DED1-2E7E04CB1656}"/>
              </a:ext>
            </a:extLst>
          </p:cNvPr>
          <p:cNvGrpSpPr/>
          <p:nvPr/>
        </p:nvGrpSpPr>
        <p:grpSpPr>
          <a:xfrm>
            <a:off x="8324443" y="2550978"/>
            <a:ext cx="2974053" cy="276999"/>
            <a:chOff x="8303566" y="2491805"/>
            <a:chExt cx="2974053" cy="276999"/>
          </a:xfrm>
        </p:grpSpPr>
        <p:sp>
          <p:nvSpPr>
            <p:cNvPr id="44" name="Rectangle: Rounded Corners 43">
              <a:extLst>
                <a:ext uri="{FF2B5EF4-FFF2-40B4-BE49-F238E27FC236}">
                  <a16:creationId xmlns:a16="http://schemas.microsoft.com/office/drawing/2014/main" id="{4A45142F-869E-C48A-3F23-4E69DF92F715}"/>
                </a:ext>
              </a:extLst>
            </p:cNvPr>
            <p:cNvSpPr/>
            <p:nvPr/>
          </p:nvSpPr>
          <p:spPr>
            <a:xfrm>
              <a:off x="8618945" y="2556106"/>
              <a:ext cx="292608" cy="154304"/>
            </a:xfrm>
            <a:prstGeom prst="roundRect">
              <a:avLst/>
            </a:prstGeom>
            <a:noFill/>
            <a:ln w="28575">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Rounded Corners 56">
              <a:extLst>
                <a:ext uri="{FF2B5EF4-FFF2-40B4-BE49-F238E27FC236}">
                  <a16:creationId xmlns:a16="http://schemas.microsoft.com/office/drawing/2014/main" id="{BBEF1836-B37D-A02D-6AA9-4FDFCE981396}"/>
                </a:ext>
              </a:extLst>
            </p:cNvPr>
            <p:cNvSpPr/>
            <p:nvPr/>
          </p:nvSpPr>
          <p:spPr>
            <a:xfrm>
              <a:off x="8935887" y="2556106"/>
              <a:ext cx="457200" cy="154302"/>
            </a:xfrm>
            <a:prstGeom prst="roundRect">
              <a:avLst/>
            </a:prstGeom>
            <a:noFill/>
            <a:ln w="28575">
              <a:solidFill>
                <a:srgbClr val="FA6526"/>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id="{9A8FC149-8F65-B807-5A40-60A2D2874564}"/>
                </a:ext>
              </a:extLst>
            </p:cNvPr>
            <p:cNvSpPr/>
            <p:nvPr/>
          </p:nvSpPr>
          <p:spPr>
            <a:xfrm>
              <a:off x="9408443" y="2549671"/>
              <a:ext cx="201168" cy="160736"/>
            </a:xfrm>
            <a:prstGeom prst="roundRect">
              <a:avLst/>
            </a:prstGeom>
            <a:noFill/>
            <a:ln w="28575">
              <a:solidFill>
                <a:srgbClr val="7552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Rounded Corners 1040">
              <a:extLst>
                <a:ext uri="{FF2B5EF4-FFF2-40B4-BE49-F238E27FC236}">
                  <a16:creationId xmlns:a16="http://schemas.microsoft.com/office/drawing/2014/main" id="{4404515E-4A2F-0743-0941-9D0170F54124}"/>
                </a:ext>
              </a:extLst>
            </p:cNvPr>
            <p:cNvSpPr/>
            <p:nvPr/>
          </p:nvSpPr>
          <p:spPr>
            <a:xfrm>
              <a:off x="9655252" y="2547228"/>
              <a:ext cx="738852" cy="160736"/>
            </a:xfrm>
            <a:prstGeom prst="roundRect">
              <a:avLst/>
            </a:prstGeom>
            <a:noFill/>
            <a:ln w="28575">
              <a:solidFill>
                <a:srgbClr val="269AFF"/>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Rectangle: Rounded Corners 1044">
              <a:extLst>
                <a:ext uri="{FF2B5EF4-FFF2-40B4-BE49-F238E27FC236}">
                  <a16:creationId xmlns:a16="http://schemas.microsoft.com/office/drawing/2014/main" id="{3EE133F1-DB68-6331-7F2B-BB106B85B55D}"/>
                </a:ext>
              </a:extLst>
            </p:cNvPr>
            <p:cNvSpPr/>
            <p:nvPr/>
          </p:nvSpPr>
          <p:spPr>
            <a:xfrm>
              <a:off x="10418272" y="2556104"/>
              <a:ext cx="710731" cy="151860"/>
            </a:xfrm>
            <a:prstGeom prst="roundRect">
              <a:avLst/>
            </a:prstGeom>
            <a:noFill/>
            <a:ln w="28575">
              <a:solidFill>
                <a:srgbClr val="E1B52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TextBox 1082">
              <a:extLst>
                <a:ext uri="{FF2B5EF4-FFF2-40B4-BE49-F238E27FC236}">
                  <a16:creationId xmlns:a16="http://schemas.microsoft.com/office/drawing/2014/main" id="{FA90C508-65AD-643C-F711-983621A3FE43}"/>
                </a:ext>
              </a:extLst>
            </p:cNvPr>
            <p:cNvSpPr txBox="1"/>
            <p:nvPr/>
          </p:nvSpPr>
          <p:spPr>
            <a:xfrm>
              <a:off x="8303566" y="2491805"/>
              <a:ext cx="2974053" cy="276999"/>
            </a:xfrm>
            <a:prstGeom prst="rect">
              <a:avLst/>
            </a:prstGeom>
            <a:noFill/>
          </p:spPr>
          <p:txBody>
            <a:bodyPr wrap="square">
              <a:spAutoFit/>
            </a:bodyPr>
            <a:lstStyle/>
            <a:p>
              <a:pPr algn="l" fontAlgn="b"/>
              <a:r>
                <a:rPr lang="en-US" sz="1200" b="0" i="0" u="none" strike="noStrike" dirty="0">
                  <a:solidFill>
                    <a:srgbClr val="000000"/>
                  </a:solidFill>
                  <a:effectLst/>
                  <a:latin typeface="Inter" panose="02000503000000020004" pitchFamily="2" charset="0"/>
                </a:rPr>
                <a:t>VB BLK FORK PP WRAPPED MED-WT</a:t>
              </a:r>
            </a:p>
          </p:txBody>
        </p:sp>
      </p:grpSp>
      <p:cxnSp>
        <p:nvCxnSpPr>
          <p:cNvPr id="1084" name="Connector: Curved 1083">
            <a:extLst>
              <a:ext uri="{FF2B5EF4-FFF2-40B4-BE49-F238E27FC236}">
                <a16:creationId xmlns:a16="http://schemas.microsoft.com/office/drawing/2014/main" id="{C36D15B6-B3EE-5677-40DA-669718466BC0}"/>
              </a:ext>
            </a:extLst>
          </p:cNvPr>
          <p:cNvCxnSpPr>
            <a:cxnSpLocks/>
            <a:stCxn id="1050" idx="6"/>
            <a:endCxn id="1083" idx="1"/>
          </p:cNvCxnSpPr>
          <p:nvPr/>
        </p:nvCxnSpPr>
        <p:spPr>
          <a:xfrm>
            <a:off x="7755360" y="2688970"/>
            <a:ext cx="569083" cy="508"/>
          </a:xfrm>
          <a:prstGeom prst="curvedConnector3">
            <a:avLst>
              <a:gd name="adj1" fmla="val 50000"/>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02" name="Connector: Curved 1101">
            <a:extLst>
              <a:ext uri="{FF2B5EF4-FFF2-40B4-BE49-F238E27FC236}">
                <a16:creationId xmlns:a16="http://schemas.microsoft.com/office/drawing/2014/main" id="{25A2DD79-6D41-C58D-67C1-237100E83F21}"/>
              </a:ext>
            </a:extLst>
          </p:cNvPr>
          <p:cNvCxnSpPr>
            <a:cxnSpLocks/>
            <a:stCxn id="1083" idx="3"/>
          </p:cNvCxnSpPr>
          <p:nvPr/>
        </p:nvCxnSpPr>
        <p:spPr>
          <a:xfrm flipH="1">
            <a:off x="10903347" y="2689478"/>
            <a:ext cx="395149" cy="681238"/>
          </a:xfrm>
          <a:prstGeom prst="curvedConnector4">
            <a:avLst>
              <a:gd name="adj1" fmla="val -57852"/>
              <a:gd name="adj2" fmla="val 99231"/>
            </a:avLst>
          </a:prstGeom>
          <a:ln/>
        </p:spPr>
        <p:style>
          <a:lnRef idx="1">
            <a:schemeClr val="dk1"/>
          </a:lnRef>
          <a:fillRef idx="0">
            <a:schemeClr val="dk1"/>
          </a:fillRef>
          <a:effectRef idx="0">
            <a:schemeClr val="dk1"/>
          </a:effectRef>
          <a:fontRef idx="minor">
            <a:schemeClr val="tx1"/>
          </a:fontRef>
        </p:style>
      </p:cxnSp>
      <p:cxnSp>
        <p:nvCxnSpPr>
          <p:cNvPr id="1108" name="Connector: Curved 1107">
            <a:extLst>
              <a:ext uri="{FF2B5EF4-FFF2-40B4-BE49-F238E27FC236}">
                <a16:creationId xmlns:a16="http://schemas.microsoft.com/office/drawing/2014/main" id="{D9C5923F-0149-2F3E-0847-050DFD837D28}"/>
              </a:ext>
            </a:extLst>
          </p:cNvPr>
          <p:cNvCxnSpPr>
            <a:cxnSpLocks/>
          </p:cNvCxnSpPr>
          <p:nvPr/>
        </p:nvCxnSpPr>
        <p:spPr>
          <a:xfrm rot="10800000" flipV="1">
            <a:off x="5322627" y="3370511"/>
            <a:ext cx="5580720" cy="199909"/>
          </a:xfrm>
          <a:prstGeom prst="curvedConnector3">
            <a:avLst>
              <a:gd name="adj1" fmla="val 100011"/>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11" name="Connector: Curved 1110">
            <a:extLst>
              <a:ext uri="{FF2B5EF4-FFF2-40B4-BE49-F238E27FC236}">
                <a16:creationId xmlns:a16="http://schemas.microsoft.com/office/drawing/2014/main" id="{EB746599-AF05-7A8A-EE56-DB8616FBBA19}"/>
              </a:ext>
            </a:extLst>
          </p:cNvPr>
          <p:cNvCxnSpPr>
            <a:cxnSpLocks/>
          </p:cNvCxnSpPr>
          <p:nvPr/>
        </p:nvCxnSpPr>
        <p:spPr>
          <a:xfrm rot="10800000" flipV="1">
            <a:off x="6387152" y="3370509"/>
            <a:ext cx="4477894" cy="199911"/>
          </a:xfrm>
          <a:prstGeom prst="curvedConnector3">
            <a:avLst>
              <a:gd name="adj1" fmla="val 99984"/>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15" name="Connector: Curved 1114">
            <a:extLst>
              <a:ext uri="{FF2B5EF4-FFF2-40B4-BE49-F238E27FC236}">
                <a16:creationId xmlns:a16="http://schemas.microsoft.com/office/drawing/2014/main" id="{0FDF80ED-3025-2E41-37AC-23BB577B729C}"/>
              </a:ext>
            </a:extLst>
          </p:cNvPr>
          <p:cNvCxnSpPr>
            <a:cxnSpLocks/>
          </p:cNvCxnSpPr>
          <p:nvPr/>
        </p:nvCxnSpPr>
        <p:spPr>
          <a:xfrm rot="10800000" flipV="1">
            <a:off x="7451678" y="3371013"/>
            <a:ext cx="3183780" cy="199407"/>
          </a:xfrm>
          <a:prstGeom prst="curvedConnector3">
            <a:avLst>
              <a:gd name="adj1" fmla="val 99940"/>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21" name="Connector: Curved 1120">
            <a:extLst>
              <a:ext uri="{FF2B5EF4-FFF2-40B4-BE49-F238E27FC236}">
                <a16:creationId xmlns:a16="http://schemas.microsoft.com/office/drawing/2014/main" id="{EEF433FF-47DF-141D-B8F9-F2A86C2444A5}"/>
              </a:ext>
            </a:extLst>
          </p:cNvPr>
          <p:cNvCxnSpPr>
            <a:cxnSpLocks/>
          </p:cNvCxnSpPr>
          <p:nvPr/>
        </p:nvCxnSpPr>
        <p:spPr>
          <a:xfrm rot="10800000" flipV="1">
            <a:off x="8639823" y="3367151"/>
            <a:ext cx="1911799" cy="203270"/>
          </a:xfrm>
          <a:prstGeom prst="curvedConnector3">
            <a:avLst>
              <a:gd name="adj1" fmla="val 100328"/>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124" name="Connector: Curved 1123">
            <a:extLst>
              <a:ext uri="{FF2B5EF4-FFF2-40B4-BE49-F238E27FC236}">
                <a16:creationId xmlns:a16="http://schemas.microsoft.com/office/drawing/2014/main" id="{C2F4BC14-9CA2-E0A7-370B-E976E36E4EA1}"/>
              </a:ext>
            </a:extLst>
          </p:cNvPr>
          <p:cNvCxnSpPr>
            <a:cxnSpLocks/>
          </p:cNvCxnSpPr>
          <p:nvPr/>
        </p:nvCxnSpPr>
        <p:spPr>
          <a:xfrm rot="10800000" flipV="1">
            <a:off x="9826389" y="3370511"/>
            <a:ext cx="809067" cy="199910"/>
          </a:xfrm>
          <a:prstGeom prst="curvedConnector3">
            <a:avLst>
              <a:gd name="adj1" fmla="val 99762"/>
            </a:avLst>
          </a:prstGeom>
          <a:ln w="12700">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AAF98A9D-4CA2-86B8-5EE7-B55C35C386B9}"/>
              </a:ext>
            </a:extLst>
          </p:cNvPr>
          <p:cNvSpPr txBox="1"/>
          <p:nvPr/>
        </p:nvSpPr>
        <p:spPr>
          <a:xfrm>
            <a:off x="3297342" y="1252486"/>
            <a:ext cx="10993693" cy="169277"/>
          </a:xfrm>
          <a:prstGeom prst="rect">
            <a:avLst/>
          </a:prstGeom>
          <a:noFill/>
        </p:spPr>
        <p:txBody>
          <a:bodyPr wrap="square" lIns="0" tIns="0" rIns="0" bIns="0" rtlCol="0">
            <a:spAutoFit/>
          </a:bodyPr>
          <a:lstStyle/>
          <a:p>
            <a:r>
              <a:rPr lang="en-US" sz="1100" i="1" dirty="0">
                <a:solidFill>
                  <a:srgbClr val="000000"/>
                </a:solidFill>
              </a:rPr>
              <a:t>LLM tagging pulls out key attributes from SKU descriptions to fill out missing data</a:t>
            </a:r>
          </a:p>
        </p:txBody>
      </p:sp>
    </p:spTree>
    <p:extLst>
      <p:ext uri="{BB962C8B-B14F-4D97-AF65-F5344CB8AC3E}">
        <p14:creationId xmlns:p14="http://schemas.microsoft.com/office/powerpoint/2010/main" val="1168171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782FB-BE81-47A4-2C2B-367119804C20}"/>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4E6AAA3F-1B9D-04EA-5F6A-F3E8C5EC9FBF}"/>
              </a:ext>
            </a:extLst>
          </p:cNvPr>
          <p:cNvGraphicFramePr>
            <a:graphicFrameLocks noChangeAspect="1"/>
          </p:cNvGraphicFramePr>
          <p:nvPr>
            <p:custDataLst>
              <p:tags r:id="rId1"/>
            </p:custDataLst>
            <p:extLst>
              <p:ext uri="{D42A27DB-BD31-4B8C-83A1-F6EECF244321}">
                <p14:modId xmlns:p14="http://schemas.microsoft.com/office/powerpoint/2010/main" val="11250418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13" name="think-cell data - do not delete" hidden="1">
                        <a:extLst>
                          <a:ext uri="{FF2B5EF4-FFF2-40B4-BE49-F238E27FC236}">
                            <a16:creationId xmlns:a16="http://schemas.microsoft.com/office/drawing/2014/main" id="{4E6AAA3F-1B9D-04EA-5F6A-F3E8C5EC9F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B50947C-AA11-9B98-6D33-DD1CE91401DC}"/>
              </a:ext>
            </a:extLst>
          </p:cNvPr>
          <p:cNvSpPr>
            <a:spLocks noGrp="1"/>
          </p:cNvSpPr>
          <p:nvPr>
            <p:ph type="title"/>
          </p:nvPr>
        </p:nvSpPr>
        <p:spPr/>
        <p:txBody>
          <a:bodyPr vert="horz"/>
          <a:lstStyle/>
          <a:p>
            <a:r>
              <a:rPr lang="en-US" dirty="0"/>
              <a:t>Suggest Subs</a:t>
            </a:r>
          </a:p>
        </p:txBody>
      </p:sp>
      <p:grpSp>
        <p:nvGrpSpPr>
          <p:cNvPr id="6" name="Group 5">
            <a:extLst>
              <a:ext uri="{FF2B5EF4-FFF2-40B4-BE49-F238E27FC236}">
                <a16:creationId xmlns:a16="http://schemas.microsoft.com/office/drawing/2014/main" id="{9FF6ACBF-1DC7-E010-41E8-B7B054194A2E}"/>
              </a:ext>
            </a:extLst>
          </p:cNvPr>
          <p:cNvGrpSpPr/>
          <p:nvPr>
            <p:custDataLst>
              <p:tags r:id="rId2"/>
            </p:custDataLst>
          </p:nvPr>
        </p:nvGrpSpPr>
        <p:grpSpPr>
          <a:xfrm>
            <a:off x="493713" y="90661"/>
            <a:ext cx="11255925" cy="244777"/>
            <a:chOff x="493714" y="1663700"/>
            <a:chExt cx="9123933" cy="381000"/>
          </a:xfrm>
          <a:solidFill>
            <a:schemeClr val="accent6">
              <a:lumMod val="20000"/>
              <a:lumOff val="80000"/>
            </a:schemeClr>
          </a:solidFill>
        </p:grpSpPr>
        <p:sp>
          <p:nvSpPr>
            <p:cNvPr id="7" name="MekkoValueChainHeader638810835418479876">
              <a:extLst>
                <a:ext uri="{FF2B5EF4-FFF2-40B4-BE49-F238E27FC236}">
                  <a16:creationId xmlns:a16="http://schemas.microsoft.com/office/drawing/2014/main" id="{7F946CCB-5AE7-0134-5C0E-BEA82763C96E}"/>
                </a:ext>
              </a:extLst>
            </p:cNvPr>
            <p:cNvSpPr/>
            <p:nvPr/>
          </p:nvSpPr>
          <p:spPr>
            <a:xfrm>
              <a:off x="493714" y="1663700"/>
              <a:ext cx="2390711" cy="381000"/>
            </a:xfrm>
            <a:prstGeom prst="homePlate">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Taxonomy</a:t>
              </a:r>
            </a:p>
          </p:txBody>
        </p:sp>
        <p:sp>
          <p:nvSpPr>
            <p:cNvPr id="8" name="MekkoValueChainHeader638810835418479876638810835418862802">
              <a:extLst>
                <a:ext uri="{FF2B5EF4-FFF2-40B4-BE49-F238E27FC236}">
                  <a16:creationId xmlns:a16="http://schemas.microsoft.com/office/drawing/2014/main" id="{89BDD209-517E-66D9-767C-9CAE6226678D}"/>
                </a:ext>
              </a:extLst>
            </p:cNvPr>
            <p:cNvSpPr/>
            <p:nvPr/>
          </p:nvSpPr>
          <p:spPr>
            <a:xfrm>
              <a:off x="2738121" y="1663700"/>
              <a:ext cx="2390711" cy="381000"/>
            </a:xfrm>
            <a:prstGeom prst="chevron">
              <a:avLst>
                <a:gd name="adj" fmla="val 38400"/>
              </a:avLst>
            </a:prstGeom>
            <a:solidFill>
              <a:schemeClr val="tx2"/>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Suggest Subs</a:t>
              </a:r>
            </a:p>
          </p:txBody>
        </p:sp>
        <p:sp>
          <p:nvSpPr>
            <p:cNvPr id="11" name="MekkoValueChainHeader638810835418479876638810835418862802638810835419123947">
              <a:extLst>
                <a:ext uri="{FF2B5EF4-FFF2-40B4-BE49-F238E27FC236}">
                  <a16:creationId xmlns:a16="http://schemas.microsoft.com/office/drawing/2014/main" id="{F6CC7D50-A657-FDCD-2B36-DFEAE90F2AA9}"/>
                </a:ext>
              </a:extLst>
            </p:cNvPr>
            <p:cNvSpPr/>
            <p:nvPr/>
          </p:nvSpPr>
          <p:spPr>
            <a:xfrm>
              <a:off x="4982529" y="1663700"/>
              <a:ext cx="2390711" cy="381000"/>
            </a:xfrm>
            <a:prstGeom prst="chevron">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Incorporate Feedback</a:t>
              </a:r>
            </a:p>
          </p:txBody>
        </p:sp>
        <p:sp>
          <p:nvSpPr>
            <p:cNvPr id="12" name="MekkoValueChainHeader638810835418479876638810835418862802638810835419123947638810835419383009">
              <a:extLst>
                <a:ext uri="{FF2B5EF4-FFF2-40B4-BE49-F238E27FC236}">
                  <a16:creationId xmlns:a16="http://schemas.microsoft.com/office/drawing/2014/main" id="{5D761593-E8C6-D9B3-9E79-0175A2841392}"/>
                </a:ext>
              </a:extLst>
            </p:cNvPr>
            <p:cNvSpPr/>
            <p:nvPr/>
          </p:nvSpPr>
          <p:spPr>
            <a:xfrm>
              <a:off x="7226936" y="1663700"/>
              <a:ext cx="2390711" cy="381000"/>
            </a:xfrm>
            <a:prstGeom prst="chevron">
              <a:avLst>
                <a:gd name="adj" fmla="val 38400"/>
              </a:avLst>
            </a:prstGeom>
            <a:grp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Optimization</a:t>
              </a:r>
            </a:p>
          </p:txBody>
        </p:sp>
      </p:grpSp>
      <p:sp>
        <p:nvSpPr>
          <p:cNvPr id="17" name="MekkoHeaderBox638768827108992923">
            <a:extLst>
              <a:ext uri="{FF2B5EF4-FFF2-40B4-BE49-F238E27FC236}">
                <a16:creationId xmlns:a16="http://schemas.microsoft.com/office/drawing/2014/main" id="{A1518490-AFF6-A697-71CE-4B05354BA494}"/>
              </a:ext>
            </a:extLst>
          </p:cNvPr>
          <p:cNvSpPr/>
          <p:nvPr/>
        </p:nvSpPr>
        <p:spPr>
          <a:xfrm>
            <a:off x="493714" y="878177"/>
            <a:ext cx="11255924" cy="392557"/>
          </a:xfrm>
          <a:prstGeom prst="rect">
            <a:avLst/>
          </a:prstGeom>
          <a:blipFill dpi="0" rotWithShape="1">
            <a:blip r:embed="rId6"/>
            <a:srcRect/>
            <a:tile tx="0" ty="0" sx="100000" sy="100000" flip="none" algn="b"/>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1400" b="1" dirty="0">
                <a:solidFill>
                  <a:srgbClr val="000000"/>
                </a:solidFill>
              </a:rPr>
              <a:t>1. Create Embeddings</a:t>
            </a:r>
          </a:p>
        </p:txBody>
      </p:sp>
      <p:sp>
        <p:nvSpPr>
          <p:cNvPr id="22" name="Arrow: Left 21">
            <a:extLst>
              <a:ext uri="{FF2B5EF4-FFF2-40B4-BE49-F238E27FC236}">
                <a16:creationId xmlns:a16="http://schemas.microsoft.com/office/drawing/2014/main" id="{890B5199-3F38-EA51-B564-D422CE25C338}"/>
              </a:ext>
            </a:extLst>
          </p:cNvPr>
          <p:cNvSpPr/>
          <p:nvPr/>
        </p:nvSpPr>
        <p:spPr>
          <a:xfrm rot="10800000">
            <a:off x="7731774" y="2048082"/>
            <a:ext cx="1191803" cy="523982"/>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7" name="Table 26">
            <a:extLst>
              <a:ext uri="{FF2B5EF4-FFF2-40B4-BE49-F238E27FC236}">
                <a16:creationId xmlns:a16="http://schemas.microsoft.com/office/drawing/2014/main" id="{54DE7F62-0C01-B84E-4FF8-2CDF1ED07C49}"/>
              </a:ext>
            </a:extLst>
          </p:cNvPr>
          <p:cNvGraphicFramePr>
            <a:graphicFrameLocks noGrp="1"/>
          </p:cNvGraphicFramePr>
          <p:nvPr>
            <p:extLst>
              <p:ext uri="{D42A27DB-BD31-4B8C-83A1-F6EECF244321}">
                <p14:modId xmlns:p14="http://schemas.microsoft.com/office/powerpoint/2010/main" val="1131536472"/>
              </p:ext>
            </p:extLst>
          </p:nvPr>
        </p:nvGraphicFramePr>
        <p:xfrm>
          <a:off x="600902" y="1388053"/>
          <a:ext cx="6746954" cy="1844040"/>
        </p:xfrm>
        <a:graphic>
          <a:graphicData uri="http://schemas.openxmlformats.org/drawingml/2006/table">
            <a:tbl>
              <a:tblPr/>
              <a:tblGrid>
                <a:gridCol w="1034939">
                  <a:extLst>
                    <a:ext uri="{9D8B030D-6E8A-4147-A177-3AD203B41FA5}">
                      <a16:colId xmlns:a16="http://schemas.microsoft.com/office/drawing/2014/main" val="966227973"/>
                    </a:ext>
                  </a:extLst>
                </a:gridCol>
                <a:gridCol w="1079869">
                  <a:extLst>
                    <a:ext uri="{9D8B030D-6E8A-4147-A177-3AD203B41FA5}">
                      <a16:colId xmlns:a16="http://schemas.microsoft.com/office/drawing/2014/main" val="2566556406"/>
                    </a:ext>
                  </a:extLst>
                </a:gridCol>
                <a:gridCol w="653809">
                  <a:extLst>
                    <a:ext uri="{9D8B030D-6E8A-4147-A177-3AD203B41FA5}">
                      <a16:colId xmlns:a16="http://schemas.microsoft.com/office/drawing/2014/main" val="1745285594"/>
                    </a:ext>
                  </a:extLst>
                </a:gridCol>
                <a:gridCol w="608879">
                  <a:extLst>
                    <a:ext uri="{9D8B030D-6E8A-4147-A177-3AD203B41FA5}">
                      <a16:colId xmlns:a16="http://schemas.microsoft.com/office/drawing/2014/main" val="2409214854"/>
                    </a:ext>
                  </a:extLst>
                </a:gridCol>
                <a:gridCol w="1061495">
                  <a:extLst>
                    <a:ext uri="{9D8B030D-6E8A-4147-A177-3AD203B41FA5}">
                      <a16:colId xmlns:a16="http://schemas.microsoft.com/office/drawing/2014/main" val="2997761325"/>
                    </a:ext>
                  </a:extLst>
                </a:gridCol>
                <a:gridCol w="740168">
                  <a:extLst>
                    <a:ext uri="{9D8B030D-6E8A-4147-A177-3AD203B41FA5}">
                      <a16:colId xmlns:a16="http://schemas.microsoft.com/office/drawing/2014/main" val="1229230031"/>
                    </a:ext>
                  </a:extLst>
                </a:gridCol>
                <a:gridCol w="766416">
                  <a:extLst>
                    <a:ext uri="{9D8B030D-6E8A-4147-A177-3AD203B41FA5}">
                      <a16:colId xmlns:a16="http://schemas.microsoft.com/office/drawing/2014/main" val="2297673678"/>
                    </a:ext>
                  </a:extLst>
                </a:gridCol>
                <a:gridCol w="801379">
                  <a:extLst>
                    <a:ext uri="{9D8B030D-6E8A-4147-A177-3AD203B41FA5}">
                      <a16:colId xmlns:a16="http://schemas.microsoft.com/office/drawing/2014/main" val="4262718365"/>
                    </a:ext>
                  </a:extLst>
                </a:gridCol>
              </a:tblGrid>
              <a:tr h="137056">
                <a:tc>
                  <a:txBody>
                    <a:bodyPr/>
                    <a:lstStyle/>
                    <a:p>
                      <a:pPr algn="l" fontAlgn="b"/>
                      <a:r>
                        <a:rPr lang="en-US" sz="1100" b="1" i="0" u="none" strike="noStrike" dirty="0">
                          <a:solidFill>
                            <a:srgbClr val="FFFFFF"/>
                          </a:solidFill>
                          <a:effectLst/>
                          <a:latin typeface="Inter" panose="02000503000000020004" pitchFamily="2" charset="0"/>
                        </a:rPr>
                        <a:t>Entity--Item</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Subcategory</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a:solidFill>
                            <a:srgbClr val="FFFFFF"/>
                          </a:solidFill>
                          <a:effectLst/>
                          <a:latin typeface="Inter" panose="02000503000000020004" pitchFamily="2" charset="0"/>
                        </a:rPr>
                        <a:t>Grouping</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Color</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a:solidFill>
                            <a:srgbClr val="FFFFFF"/>
                          </a:solidFill>
                          <a:effectLst/>
                          <a:latin typeface="Inter" panose="02000503000000020004" pitchFamily="2" charset="0"/>
                        </a:rPr>
                        <a:t>Material</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Weight</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Case Pack</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Qty</a:t>
                      </a:r>
                    </a:p>
                  </a:txBody>
                  <a:tcPr marL="0" marR="0" marT="0" marB="0" anchor="b">
                    <a:lnL>
                      <a:noFill/>
                    </a:lnL>
                    <a:lnR>
                      <a:noFill/>
                    </a:lnR>
                    <a:lnT>
                      <a:noFill/>
                    </a:lnT>
                    <a:lnB>
                      <a:noFill/>
                    </a:lnB>
                    <a:solidFill>
                      <a:srgbClr val="022479"/>
                    </a:solidFill>
                  </a:tcPr>
                </a:tc>
                <a:extLst>
                  <a:ext uri="{0D108BD9-81ED-4DB2-BD59-A6C34878D82A}">
                    <a16:rowId xmlns:a16="http://schemas.microsoft.com/office/drawing/2014/main" val="2046818912"/>
                  </a:ext>
                </a:extLst>
              </a:tr>
              <a:tr h="137056">
                <a:tc>
                  <a:txBody>
                    <a:bodyPr/>
                    <a:lstStyle/>
                    <a:p>
                      <a:pPr algn="l" fontAlgn="b"/>
                      <a:r>
                        <a:rPr lang="en-US" sz="1100" b="0" i="0" u="none" strike="noStrike" dirty="0">
                          <a:solidFill>
                            <a:srgbClr val="000000"/>
                          </a:solidFill>
                          <a:effectLst/>
                          <a:latin typeface="Inter" panose="02000503000000020004" pitchFamily="2" charset="0"/>
                        </a:rPr>
                        <a:t>1--.6505BK</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Soupspoons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Bulk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Black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Material</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200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269</a:t>
                      </a:r>
                    </a:p>
                  </a:txBody>
                  <a:tcPr marL="0" marR="0" marT="0" marB="0" anchor="b">
                    <a:lnL>
                      <a:noFill/>
                    </a:lnL>
                    <a:lnR>
                      <a:noFill/>
                    </a:lnR>
                    <a:lnT>
                      <a:noFill/>
                    </a:lnT>
                    <a:lnB>
                      <a:noFill/>
                    </a:lnB>
                    <a:noFill/>
                  </a:tcPr>
                </a:tc>
                <a:extLst>
                  <a:ext uri="{0D108BD9-81ED-4DB2-BD59-A6C34878D82A}">
                    <a16:rowId xmlns:a16="http://schemas.microsoft.com/office/drawing/2014/main" val="2584855757"/>
                  </a:ext>
                </a:extLst>
              </a:tr>
              <a:tr h="137056">
                <a:tc>
                  <a:txBody>
                    <a:bodyPr/>
                    <a:lstStyle/>
                    <a:p>
                      <a:pPr algn="l" fontAlgn="b"/>
                      <a:r>
                        <a:rPr lang="en-US" sz="1100" b="0" i="0" u="none" strike="noStrike" dirty="0">
                          <a:solidFill>
                            <a:srgbClr val="000000"/>
                          </a:solidFill>
                          <a:effectLst/>
                          <a:latin typeface="Inter" panose="02000503000000020004" pitchFamily="2" charset="0"/>
                        </a:rPr>
                        <a:t>1--.K5BW</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Knives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Bulk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White</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Polypropylene</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Light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1000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451</a:t>
                      </a:r>
                    </a:p>
                  </a:txBody>
                  <a:tcPr marL="0" marR="0" marT="0" marB="0" anchor="b">
                    <a:lnL>
                      <a:noFill/>
                    </a:lnL>
                    <a:lnR>
                      <a:noFill/>
                    </a:lnR>
                    <a:lnT>
                      <a:noFill/>
                    </a:lnT>
                    <a:lnB>
                      <a:noFill/>
                    </a:lnB>
                    <a:noFill/>
                  </a:tcPr>
                </a:tc>
                <a:extLst>
                  <a:ext uri="{0D108BD9-81ED-4DB2-BD59-A6C34878D82A}">
                    <a16:rowId xmlns:a16="http://schemas.microsoft.com/office/drawing/2014/main" val="668084506"/>
                  </a:ext>
                </a:extLst>
              </a:tr>
              <a:tr h="137056">
                <a:tc>
                  <a:txBody>
                    <a:bodyPr/>
                    <a:lstStyle/>
                    <a:p>
                      <a:pPr algn="l" fontAlgn="b"/>
                      <a:r>
                        <a:rPr lang="en-US" sz="1100" b="0" i="0" u="none" strike="noStrike">
                          <a:solidFill>
                            <a:srgbClr val="000000"/>
                          </a:solidFill>
                          <a:effectLst/>
                          <a:latin typeface="Inter" panose="02000503000000020004" pitchFamily="2" charset="0"/>
                        </a:rPr>
                        <a:t>1--.SP-CS-3</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Teaspoons</a:t>
                      </a:r>
                    </a:p>
                  </a:txBody>
                  <a:tcPr marL="0" marR="0" marT="0" marB="0">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Bulk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Color</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Material</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3000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842</a:t>
                      </a:r>
                    </a:p>
                  </a:txBody>
                  <a:tcPr marL="0" marR="0" marT="0" marB="0" anchor="b">
                    <a:lnL>
                      <a:noFill/>
                    </a:lnL>
                    <a:lnR>
                      <a:noFill/>
                    </a:lnR>
                    <a:lnT>
                      <a:noFill/>
                    </a:lnT>
                    <a:lnB>
                      <a:noFill/>
                    </a:lnB>
                    <a:noFill/>
                  </a:tcPr>
                </a:tc>
                <a:extLst>
                  <a:ext uri="{0D108BD9-81ED-4DB2-BD59-A6C34878D82A}">
                    <a16:rowId xmlns:a16="http://schemas.microsoft.com/office/drawing/2014/main" val="4240652195"/>
                  </a:ext>
                </a:extLst>
              </a:tr>
              <a:tr h="137056">
                <a:tc>
                  <a:txBody>
                    <a:bodyPr/>
                    <a:lstStyle/>
                    <a:p>
                      <a:pPr algn="l" fontAlgn="b"/>
                      <a:r>
                        <a:rPr lang="en-US" sz="1100" b="0" i="0" u="none" strike="noStrike" dirty="0">
                          <a:solidFill>
                            <a:srgbClr val="000000"/>
                          </a:solidFill>
                          <a:effectLst/>
                          <a:latin typeface="Inter" panose="02000503000000020004" pitchFamily="2" charset="0"/>
                        </a:rPr>
                        <a:t>1--02099</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Kits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Wrapped</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White</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Polylactic Acid</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1000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35,529</a:t>
                      </a:r>
                    </a:p>
                  </a:txBody>
                  <a:tcPr marL="0" marR="0" marT="0" marB="0" anchor="b">
                    <a:lnL>
                      <a:noFill/>
                    </a:lnL>
                    <a:lnR>
                      <a:noFill/>
                    </a:lnR>
                    <a:lnT>
                      <a:noFill/>
                    </a:lnT>
                    <a:lnB>
                      <a:noFill/>
                    </a:lnB>
                    <a:noFill/>
                  </a:tcPr>
                </a:tc>
                <a:extLst>
                  <a:ext uri="{0D108BD9-81ED-4DB2-BD59-A6C34878D82A}">
                    <a16:rowId xmlns:a16="http://schemas.microsoft.com/office/drawing/2014/main" val="503462822"/>
                  </a:ext>
                </a:extLst>
              </a:tr>
              <a:tr h="137056">
                <a:tc>
                  <a:txBody>
                    <a:bodyPr/>
                    <a:lstStyle/>
                    <a:p>
                      <a:pPr algn="l" fontAlgn="b"/>
                      <a:r>
                        <a:rPr lang="en-US" sz="1100" b="0" i="0" u="none" strike="noStrike">
                          <a:solidFill>
                            <a:srgbClr val="000000"/>
                          </a:solidFill>
                          <a:effectLst/>
                          <a:latin typeface="Inter" panose="02000503000000020004" pitchFamily="2" charset="0"/>
                        </a:rPr>
                        <a:t>1--088</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Teaspoons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Bulk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Clear</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Polystyrene</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6800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5,035</a:t>
                      </a:r>
                    </a:p>
                  </a:txBody>
                  <a:tcPr marL="0" marR="0" marT="0" marB="0" anchor="b">
                    <a:lnL>
                      <a:noFill/>
                    </a:lnL>
                    <a:lnR>
                      <a:noFill/>
                    </a:lnR>
                    <a:lnT>
                      <a:noFill/>
                    </a:lnT>
                    <a:lnB>
                      <a:noFill/>
                    </a:lnB>
                    <a:noFill/>
                  </a:tcPr>
                </a:tc>
                <a:extLst>
                  <a:ext uri="{0D108BD9-81ED-4DB2-BD59-A6C34878D82A}">
                    <a16:rowId xmlns:a16="http://schemas.microsoft.com/office/drawing/2014/main" val="2418204722"/>
                  </a:ext>
                </a:extLst>
              </a:tr>
              <a:tr h="137056">
                <a:tc>
                  <a:txBody>
                    <a:bodyPr/>
                    <a:lstStyle/>
                    <a:p>
                      <a:pPr algn="l" fontAlgn="b"/>
                      <a:r>
                        <a:rPr lang="en-US" sz="1100" b="0" i="0" u="none" strike="noStrike">
                          <a:solidFill>
                            <a:srgbClr val="000000"/>
                          </a:solidFill>
                          <a:effectLst/>
                          <a:latin typeface="Inter" panose="02000503000000020004" pitchFamily="2" charset="0"/>
                        </a:rPr>
                        <a:t>1--102806098</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Kits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Wrapped</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Black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Polystyrene</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Heavy</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500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858</a:t>
                      </a:r>
                    </a:p>
                  </a:txBody>
                  <a:tcPr marL="0" marR="0" marT="0" marB="0" anchor="b">
                    <a:lnL>
                      <a:noFill/>
                    </a:lnL>
                    <a:lnR>
                      <a:noFill/>
                    </a:lnR>
                    <a:lnT>
                      <a:noFill/>
                    </a:lnT>
                    <a:lnB>
                      <a:noFill/>
                    </a:lnB>
                    <a:noFill/>
                  </a:tcPr>
                </a:tc>
                <a:extLst>
                  <a:ext uri="{0D108BD9-81ED-4DB2-BD59-A6C34878D82A}">
                    <a16:rowId xmlns:a16="http://schemas.microsoft.com/office/drawing/2014/main" val="1094565097"/>
                  </a:ext>
                </a:extLst>
              </a:tr>
              <a:tr h="137056">
                <a:tc>
                  <a:txBody>
                    <a:bodyPr/>
                    <a:lstStyle/>
                    <a:p>
                      <a:pPr algn="l" fontAlgn="b"/>
                      <a:r>
                        <a:rPr lang="en-US" sz="1100" b="0" i="0" u="none" strike="noStrike">
                          <a:solidFill>
                            <a:srgbClr val="000000"/>
                          </a:solidFill>
                          <a:effectLst/>
                          <a:latin typeface="Inter" panose="02000503000000020004" pitchFamily="2" charset="0"/>
                        </a:rPr>
                        <a:t>1--102BL</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Serving Utensils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Wrapped</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Black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Polystyrene</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144</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5,265</a:t>
                      </a:r>
                    </a:p>
                  </a:txBody>
                  <a:tcPr marL="0" marR="0" marT="0" marB="0" anchor="b">
                    <a:lnL>
                      <a:noFill/>
                    </a:lnL>
                    <a:lnR>
                      <a:noFill/>
                    </a:lnR>
                    <a:lnT>
                      <a:noFill/>
                    </a:lnT>
                    <a:lnB>
                      <a:noFill/>
                    </a:lnB>
                    <a:noFill/>
                  </a:tcPr>
                </a:tc>
                <a:extLst>
                  <a:ext uri="{0D108BD9-81ED-4DB2-BD59-A6C34878D82A}">
                    <a16:rowId xmlns:a16="http://schemas.microsoft.com/office/drawing/2014/main" val="2783548831"/>
                  </a:ext>
                </a:extLst>
              </a:tr>
              <a:tr h="137056">
                <a:tc>
                  <a:txBody>
                    <a:bodyPr/>
                    <a:lstStyle/>
                    <a:p>
                      <a:pPr algn="l" fontAlgn="b"/>
                      <a:r>
                        <a:rPr lang="en-US" sz="1100" b="0" i="0" u="none" strike="noStrike">
                          <a:solidFill>
                            <a:srgbClr val="000000"/>
                          </a:solidFill>
                          <a:effectLst/>
                          <a:latin typeface="Inter" panose="02000503000000020004" pitchFamily="2" charset="0"/>
                        </a:rPr>
                        <a:t>1--10471FORK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Forks</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Bulk</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Natural</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Wood</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1000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2,633</a:t>
                      </a:r>
                    </a:p>
                  </a:txBody>
                  <a:tcPr marL="0" marR="0" marT="0" marB="0" anchor="b">
                    <a:lnL>
                      <a:noFill/>
                    </a:lnL>
                    <a:lnR>
                      <a:noFill/>
                    </a:lnR>
                    <a:lnT>
                      <a:noFill/>
                    </a:lnT>
                    <a:lnB>
                      <a:noFill/>
                    </a:lnB>
                    <a:noFill/>
                  </a:tcPr>
                </a:tc>
                <a:extLst>
                  <a:ext uri="{0D108BD9-81ED-4DB2-BD59-A6C34878D82A}">
                    <a16:rowId xmlns:a16="http://schemas.microsoft.com/office/drawing/2014/main" val="2436610751"/>
                  </a:ext>
                </a:extLst>
              </a:tr>
              <a:tr h="137056">
                <a:tc>
                  <a:txBody>
                    <a:bodyPr/>
                    <a:lstStyle/>
                    <a:p>
                      <a:pPr algn="l" fontAlgn="b"/>
                      <a:r>
                        <a:rPr lang="en-US" sz="1100" b="0" i="0" u="none" strike="noStrike" dirty="0">
                          <a:solidFill>
                            <a:srgbClr val="000000"/>
                          </a:solidFill>
                          <a:effectLst/>
                          <a:latin typeface="Inter" panose="02000503000000020004" pitchFamily="2" charset="0"/>
                        </a:rPr>
                        <a:t>1--10481TEASP</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Teaspoons</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Bulk</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Natural</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Wood</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1000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6,930</a:t>
                      </a:r>
                    </a:p>
                  </a:txBody>
                  <a:tcPr marL="0" marR="0" marT="0" marB="0" anchor="b">
                    <a:lnL>
                      <a:noFill/>
                    </a:lnL>
                    <a:lnR>
                      <a:noFill/>
                    </a:lnR>
                    <a:lnT>
                      <a:noFill/>
                    </a:lnT>
                    <a:lnB>
                      <a:noFill/>
                    </a:lnB>
                    <a:noFill/>
                  </a:tcPr>
                </a:tc>
                <a:extLst>
                  <a:ext uri="{0D108BD9-81ED-4DB2-BD59-A6C34878D82A}">
                    <a16:rowId xmlns:a16="http://schemas.microsoft.com/office/drawing/2014/main" val="4236787195"/>
                  </a:ext>
                </a:extLst>
              </a:tr>
              <a:tr h="137056">
                <a:tc>
                  <a:txBody>
                    <a:bodyPr/>
                    <a:lstStyle/>
                    <a:p>
                      <a:pPr algn="l" fontAlgn="b"/>
                      <a:r>
                        <a:rPr lang="en-US" sz="1100" b="0" i="0" u="none" strike="noStrike" dirty="0">
                          <a:solidFill>
                            <a:srgbClr val="000000"/>
                          </a:solidFill>
                          <a:effectLst/>
                          <a:latin typeface="Inter" panose="02000503000000020004" pitchFamily="2" charset="0"/>
                        </a:rPr>
                        <a:t>1--10491KNIFE</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Knives</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Bulk</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Natural</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Wood</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No Weight</a:t>
                      </a:r>
                    </a:p>
                  </a:txBody>
                  <a:tcPr marL="0" marR="0" marT="0" marB="0" anchor="b">
                    <a:lnL>
                      <a:noFill/>
                    </a:lnL>
                    <a:lnR>
                      <a:noFill/>
                    </a:lnR>
                    <a:lnT>
                      <a:noFill/>
                    </a:lnT>
                    <a:lnB>
                      <a:noFill/>
                    </a:lnB>
                    <a:noFill/>
                  </a:tcPr>
                </a:tc>
                <a:tc>
                  <a:txBody>
                    <a:bodyPr/>
                    <a:lstStyle/>
                    <a:p>
                      <a:pPr algn="l" fontAlgn="b"/>
                      <a:r>
                        <a:rPr lang="en-US" sz="1100" b="0" i="0" u="none" strike="noStrike">
                          <a:solidFill>
                            <a:srgbClr val="000000"/>
                          </a:solidFill>
                          <a:effectLst/>
                          <a:latin typeface="Inter" panose="02000503000000020004" pitchFamily="2" charset="0"/>
                        </a:rPr>
                        <a:t>1000</a:t>
                      </a:r>
                    </a:p>
                  </a:txBody>
                  <a:tcPr marL="0" marR="0" marT="0" marB="0" anchor="b">
                    <a:lnL>
                      <a:noFill/>
                    </a:lnL>
                    <a:lnR>
                      <a:noFill/>
                    </a:lnR>
                    <a:lnT>
                      <a:noFill/>
                    </a:lnT>
                    <a:lnB>
                      <a:noFill/>
                    </a:lnB>
                    <a:noFill/>
                  </a:tcPr>
                </a:tc>
                <a:tc>
                  <a:txBody>
                    <a:bodyPr/>
                    <a:lstStyle/>
                    <a:p>
                      <a:pPr algn="l" fontAlgn="b"/>
                      <a:r>
                        <a:rPr lang="en-US" sz="1100" b="0" i="0" u="none" strike="noStrike" dirty="0">
                          <a:solidFill>
                            <a:srgbClr val="000000"/>
                          </a:solidFill>
                          <a:effectLst/>
                          <a:latin typeface="Inter" panose="02000503000000020004" pitchFamily="2" charset="0"/>
                        </a:rPr>
                        <a:t>961</a:t>
                      </a:r>
                    </a:p>
                  </a:txBody>
                  <a:tcPr marL="0" marR="0" marT="0" marB="0" anchor="b">
                    <a:lnL>
                      <a:noFill/>
                    </a:lnL>
                    <a:lnR>
                      <a:noFill/>
                    </a:lnR>
                    <a:lnT>
                      <a:noFill/>
                    </a:lnT>
                    <a:lnB>
                      <a:noFill/>
                    </a:lnB>
                    <a:noFill/>
                  </a:tcPr>
                </a:tc>
                <a:extLst>
                  <a:ext uri="{0D108BD9-81ED-4DB2-BD59-A6C34878D82A}">
                    <a16:rowId xmlns:a16="http://schemas.microsoft.com/office/drawing/2014/main" val="1921974056"/>
                  </a:ext>
                </a:extLst>
              </a:tr>
            </a:tbl>
          </a:graphicData>
        </a:graphic>
      </p:graphicFrame>
      <p:graphicFrame>
        <p:nvGraphicFramePr>
          <p:cNvPr id="28" name="Table 27">
            <a:extLst>
              <a:ext uri="{FF2B5EF4-FFF2-40B4-BE49-F238E27FC236}">
                <a16:creationId xmlns:a16="http://schemas.microsoft.com/office/drawing/2014/main" id="{DDB443E0-7ABD-8AF4-4782-107E79B76B6C}"/>
              </a:ext>
            </a:extLst>
          </p:cNvPr>
          <p:cNvGraphicFramePr>
            <a:graphicFrameLocks noGrp="1"/>
          </p:cNvGraphicFramePr>
          <p:nvPr>
            <p:extLst>
              <p:ext uri="{D42A27DB-BD31-4B8C-83A1-F6EECF244321}">
                <p14:modId xmlns:p14="http://schemas.microsoft.com/office/powerpoint/2010/main" val="3749500221"/>
              </p:ext>
            </p:extLst>
          </p:nvPr>
        </p:nvGraphicFramePr>
        <p:xfrm>
          <a:off x="9309472" y="1388054"/>
          <a:ext cx="2588614" cy="1990520"/>
        </p:xfrm>
        <a:graphic>
          <a:graphicData uri="http://schemas.openxmlformats.org/drawingml/2006/table">
            <a:tbl>
              <a:tblPr/>
              <a:tblGrid>
                <a:gridCol w="2588614">
                  <a:extLst>
                    <a:ext uri="{9D8B030D-6E8A-4147-A177-3AD203B41FA5}">
                      <a16:colId xmlns:a16="http://schemas.microsoft.com/office/drawing/2014/main" val="4262718365"/>
                    </a:ext>
                  </a:extLst>
                </a:gridCol>
              </a:tblGrid>
              <a:tr h="143226">
                <a:tc>
                  <a:txBody>
                    <a:bodyPr/>
                    <a:lstStyle/>
                    <a:p>
                      <a:pPr algn="l" fontAlgn="b"/>
                      <a:r>
                        <a:rPr lang="en-US" sz="1100" b="1" i="0" u="none" strike="noStrike" dirty="0">
                          <a:solidFill>
                            <a:srgbClr val="FFFFFF"/>
                          </a:solidFill>
                          <a:effectLst/>
                          <a:latin typeface="Inter" panose="02000503000000020004" pitchFamily="2" charset="0"/>
                        </a:rPr>
                        <a:t>Embeddings</a:t>
                      </a:r>
                    </a:p>
                  </a:txBody>
                  <a:tcPr marL="0" marR="0" marT="0" marB="0" anchor="b">
                    <a:lnL>
                      <a:noFill/>
                    </a:lnL>
                    <a:lnR>
                      <a:noFill/>
                    </a:lnR>
                    <a:lnT>
                      <a:noFill/>
                    </a:lnT>
                    <a:lnB>
                      <a:noFill/>
                    </a:lnB>
                    <a:solidFill>
                      <a:srgbClr val="022479"/>
                    </a:solidFill>
                  </a:tcPr>
                </a:tc>
                <a:extLst>
                  <a:ext uri="{0D108BD9-81ED-4DB2-BD59-A6C34878D82A}">
                    <a16:rowId xmlns:a16="http://schemas.microsoft.com/office/drawing/2014/main" val="2046818912"/>
                  </a:ext>
                </a:extLst>
              </a:tr>
              <a:tr h="143226">
                <a:tc>
                  <a:txBody>
                    <a:bodyPr/>
                    <a:lstStyle/>
                    <a:p>
                      <a:pPr algn="l" fontAlgn="b"/>
                      <a:r>
                        <a:rPr lang="en-US" sz="1100" b="0" i="0" u="none" strike="noStrike" dirty="0">
                          <a:solidFill>
                            <a:srgbClr val="000000"/>
                          </a:solidFill>
                          <a:effectLst/>
                          <a:latin typeface="Inter" panose="02000503000000020004" pitchFamily="2" charset="0"/>
                        </a:rPr>
                        <a:t>[-0.029972001910209656, …</a:t>
                      </a:r>
                    </a:p>
                  </a:txBody>
                  <a:tcPr marL="0" marR="0" marT="0" marB="0" anchor="b">
                    <a:lnL>
                      <a:noFill/>
                    </a:lnL>
                    <a:lnR>
                      <a:noFill/>
                    </a:lnR>
                    <a:lnT>
                      <a:noFill/>
                    </a:lnT>
                    <a:lnB>
                      <a:noFill/>
                    </a:lnB>
                    <a:noFill/>
                  </a:tcPr>
                </a:tc>
                <a:extLst>
                  <a:ext uri="{0D108BD9-81ED-4DB2-BD59-A6C34878D82A}">
                    <a16:rowId xmlns:a16="http://schemas.microsoft.com/office/drawing/2014/main" val="2584855757"/>
                  </a:ext>
                </a:extLst>
              </a:tr>
              <a:tr h="143226">
                <a:tc>
                  <a:txBody>
                    <a:bodyPr/>
                    <a:lstStyle/>
                    <a:p>
                      <a:pPr algn="l" fontAlgn="b"/>
                      <a:r>
                        <a:rPr lang="en-US" sz="1100" b="0" i="0" u="none" strike="noStrike" dirty="0">
                          <a:solidFill>
                            <a:srgbClr val="000000"/>
                          </a:solidFill>
                          <a:effectLst/>
                          <a:latin typeface="Inter" panose="02000503000000020004" pitchFamily="2" charset="0"/>
                        </a:rPr>
                        <a:t>[-0.014966517686843872, …</a:t>
                      </a:r>
                    </a:p>
                  </a:txBody>
                  <a:tcPr marL="0" marR="0" marT="0" marB="0" anchor="b">
                    <a:lnL>
                      <a:noFill/>
                    </a:lnL>
                    <a:lnR>
                      <a:noFill/>
                    </a:lnR>
                    <a:lnT>
                      <a:noFill/>
                    </a:lnT>
                    <a:lnB>
                      <a:noFill/>
                    </a:lnB>
                    <a:noFill/>
                  </a:tcPr>
                </a:tc>
                <a:extLst>
                  <a:ext uri="{0D108BD9-81ED-4DB2-BD59-A6C34878D82A}">
                    <a16:rowId xmlns:a16="http://schemas.microsoft.com/office/drawing/2014/main" val="668084506"/>
                  </a:ext>
                </a:extLst>
              </a:tr>
              <a:tr h="143226">
                <a:tc>
                  <a:txBody>
                    <a:bodyPr/>
                    <a:lstStyle/>
                    <a:p>
                      <a:pPr algn="l" fontAlgn="b"/>
                      <a:r>
                        <a:rPr lang="en-US" sz="1100" b="0" i="0" u="none" strike="noStrike" dirty="0">
                          <a:solidFill>
                            <a:srgbClr val="000000"/>
                          </a:solidFill>
                          <a:effectLst/>
                          <a:latin typeface="Inter" panose="02000503000000020004" pitchFamily="2" charset="0"/>
                        </a:rPr>
                        <a:t>[-0.0018909231293946505, …</a:t>
                      </a:r>
                    </a:p>
                  </a:txBody>
                  <a:tcPr marL="0" marR="0" marT="0" marB="0" anchor="b">
                    <a:lnL>
                      <a:noFill/>
                    </a:lnL>
                    <a:lnR>
                      <a:noFill/>
                    </a:lnR>
                    <a:lnT>
                      <a:noFill/>
                    </a:lnT>
                    <a:lnB>
                      <a:noFill/>
                    </a:lnB>
                    <a:noFill/>
                  </a:tcPr>
                </a:tc>
                <a:extLst>
                  <a:ext uri="{0D108BD9-81ED-4DB2-BD59-A6C34878D82A}">
                    <a16:rowId xmlns:a16="http://schemas.microsoft.com/office/drawing/2014/main" val="4240652195"/>
                  </a:ext>
                </a:extLst>
              </a:tr>
              <a:tr h="143226">
                <a:tc>
                  <a:txBody>
                    <a:bodyPr/>
                    <a:lstStyle/>
                    <a:p>
                      <a:pPr algn="l" fontAlgn="b"/>
                      <a:r>
                        <a:rPr lang="en-US" sz="1100" b="0" i="0" u="none" strike="noStrike" dirty="0">
                          <a:solidFill>
                            <a:srgbClr val="000000"/>
                          </a:solidFill>
                          <a:effectLst/>
                          <a:latin typeface="Inter" panose="02000503000000020004" pitchFamily="2" charset="0"/>
                        </a:rPr>
                        <a:t>[-0.786543567898765731, …</a:t>
                      </a:r>
                    </a:p>
                  </a:txBody>
                  <a:tcPr marL="0" marR="0" marT="0" marB="0" anchor="b">
                    <a:lnL>
                      <a:noFill/>
                    </a:lnL>
                    <a:lnR>
                      <a:noFill/>
                    </a:lnR>
                    <a:lnT>
                      <a:noFill/>
                    </a:lnT>
                    <a:lnB>
                      <a:noFill/>
                    </a:lnB>
                    <a:noFill/>
                  </a:tcPr>
                </a:tc>
                <a:extLst>
                  <a:ext uri="{0D108BD9-81ED-4DB2-BD59-A6C34878D82A}">
                    <a16:rowId xmlns:a16="http://schemas.microsoft.com/office/drawing/2014/main" val="503462822"/>
                  </a:ext>
                </a:extLst>
              </a:tr>
              <a:tr h="143226">
                <a:tc>
                  <a:txBody>
                    <a:bodyPr/>
                    <a:lstStyle/>
                    <a:p>
                      <a:pPr algn="l" fontAlgn="b"/>
                      <a:r>
                        <a:rPr lang="en-US" sz="1100" b="0" i="0" u="none" strike="noStrike" dirty="0">
                          <a:solidFill>
                            <a:srgbClr val="000000"/>
                          </a:solidFill>
                          <a:effectLst/>
                          <a:latin typeface="Inter" panose="02000503000000020004" pitchFamily="2" charset="0"/>
                        </a:rPr>
                        <a:t>[-0.029481579043681290, …</a:t>
                      </a:r>
                    </a:p>
                  </a:txBody>
                  <a:tcPr marL="0" marR="0" marT="0" marB="0" anchor="b">
                    <a:lnL>
                      <a:noFill/>
                    </a:lnL>
                    <a:lnR>
                      <a:noFill/>
                    </a:lnR>
                    <a:lnT>
                      <a:noFill/>
                    </a:lnT>
                    <a:lnB>
                      <a:noFill/>
                    </a:lnB>
                    <a:noFill/>
                  </a:tcPr>
                </a:tc>
                <a:extLst>
                  <a:ext uri="{0D108BD9-81ED-4DB2-BD59-A6C34878D82A}">
                    <a16:rowId xmlns:a16="http://schemas.microsoft.com/office/drawing/2014/main" val="2418204722"/>
                  </a:ext>
                </a:extLst>
              </a:tr>
              <a:tr h="19693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Inter" panose="02000503000000020004" pitchFamily="2" charset="0"/>
                        </a:rPr>
                        <a:t>[-0.24854289160346914, …</a:t>
                      </a:r>
                    </a:p>
                  </a:txBody>
                  <a:tcPr marL="0" marR="0" marT="0" marB="0" anchor="b">
                    <a:lnL>
                      <a:noFill/>
                    </a:lnL>
                    <a:lnR>
                      <a:noFill/>
                    </a:lnR>
                    <a:lnT>
                      <a:noFill/>
                    </a:lnT>
                    <a:lnB>
                      <a:noFill/>
                    </a:lnB>
                    <a:noFill/>
                  </a:tcPr>
                </a:tc>
                <a:extLst>
                  <a:ext uri="{0D108BD9-81ED-4DB2-BD59-A6C34878D82A}">
                    <a16:rowId xmlns:a16="http://schemas.microsoft.com/office/drawing/2014/main" val="1094565097"/>
                  </a:ext>
                </a:extLst>
              </a:tr>
              <a:tr h="19693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Inter" panose="02000503000000020004" pitchFamily="2" charset="0"/>
                        </a:rPr>
                        <a:t>[-0.020240129503951063, …</a:t>
                      </a:r>
                    </a:p>
                  </a:txBody>
                  <a:tcPr marL="0" marR="0" marT="0" marB="0" anchor="b">
                    <a:lnL>
                      <a:noFill/>
                    </a:lnL>
                    <a:lnR>
                      <a:noFill/>
                    </a:lnR>
                    <a:lnT>
                      <a:noFill/>
                    </a:lnT>
                    <a:lnB>
                      <a:noFill/>
                    </a:lnB>
                    <a:noFill/>
                  </a:tcPr>
                </a:tc>
                <a:extLst>
                  <a:ext uri="{0D108BD9-81ED-4DB2-BD59-A6C34878D82A}">
                    <a16:rowId xmlns:a16="http://schemas.microsoft.com/office/drawing/2014/main" val="2783548831"/>
                  </a:ext>
                </a:extLst>
              </a:tr>
              <a:tr h="19693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Inter" panose="02000503000000020004" pitchFamily="2" charset="0"/>
                        </a:rPr>
                        <a:t>[-0.4501496114371101050,…</a:t>
                      </a:r>
                    </a:p>
                  </a:txBody>
                  <a:tcPr marL="0" marR="0" marT="0" marB="0" anchor="b">
                    <a:lnL>
                      <a:noFill/>
                    </a:lnL>
                    <a:lnR>
                      <a:noFill/>
                    </a:lnR>
                    <a:lnT>
                      <a:noFill/>
                    </a:lnT>
                    <a:lnB>
                      <a:noFill/>
                    </a:lnB>
                    <a:noFill/>
                  </a:tcPr>
                </a:tc>
                <a:extLst>
                  <a:ext uri="{0D108BD9-81ED-4DB2-BD59-A6C34878D82A}">
                    <a16:rowId xmlns:a16="http://schemas.microsoft.com/office/drawing/2014/main" val="2436610751"/>
                  </a:ext>
                </a:extLst>
              </a:tr>
              <a:tr h="19693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Inter" panose="02000503000000020004" pitchFamily="2" charset="0"/>
                        </a:rPr>
                        <a:t>[-0.017320968210697174,…</a:t>
                      </a:r>
                    </a:p>
                  </a:txBody>
                  <a:tcPr marL="0" marR="0" marT="0" marB="0" anchor="b">
                    <a:lnL>
                      <a:noFill/>
                    </a:lnL>
                    <a:lnR>
                      <a:noFill/>
                    </a:lnR>
                    <a:lnT>
                      <a:noFill/>
                    </a:lnT>
                    <a:lnB>
                      <a:noFill/>
                    </a:lnB>
                    <a:noFill/>
                  </a:tcPr>
                </a:tc>
                <a:extLst>
                  <a:ext uri="{0D108BD9-81ED-4DB2-BD59-A6C34878D82A}">
                    <a16:rowId xmlns:a16="http://schemas.microsoft.com/office/drawing/2014/main" val="4236787195"/>
                  </a:ext>
                </a:extLst>
              </a:tr>
              <a:tr h="19693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Inter" panose="02000503000000020004" pitchFamily="2" charset="0"/>
                        </a:rPr>
                        <a:t>[-0.1341390503591031030,…</a:t>
                      </a:r>
                    </a:p>
                  </a:txBody>
                  <a:tcPr marL="0" marR="0" marT="0" marB="0" anchor="b">
                    <a:lnL>
                      <a:noFill/>
                    </a:lnL>
                    <a:lnR>
                      <a:noFill/>
                    </a:lnR>
                    <a:lnT>
                      <a:noFill/>
                    </a:lnT>
                    <a:lnB>
                      <a:noFill/>
                    </a:lnB>
                    <a:noFill/>
                  </a:tcPr>
                </a:tc>
                <a:extLst>
                  <a:ext uri="{0D108BD9-81ED-4DB2-BD59-A6C34878D82A}">
                    <a16:rowId xmlns:a16="http://schemas.microsoft.com/office/drawing/2014/main" val="1921974056"/>
                  </a:ext>
                </a:extLst>
              </a:tr>
            </a:tbl>
          </a:graphicData>
        </a:graphic>
      </p:graphicFrame>
      <p:sp>
        <p:nvSpPr>
          <p:cNvPr id="32" name="MekkoHeaderBox638768827108992923">
            <a:extLst>
              <a:ext uri="{FF2B5EF4-FFF2-40B4-BE49-F238E27FC236}">
                <a16:creationId xmlns:a16="http://schemas.microsoft.com/office/drawing/2014/main" id="{23943E29-5E84-C229-1D2D-148DDCE1F32C}"/>
              </a:ext>
            </a:extLst>
          </p:cNvPr>
          <p:cNvSpPr/>
          <p:nvPr/>
        </p:nvSpPr>
        <p:spPr>
          <a:xfrm>
            <a:off x="538843" y="3502379"/>
            <a:ext cx="3437255" cy="392557"/>
          </a:xfrm>
          <a:prstGeom prst="rect">
            <a:avLst/>
          </a:prstGeom>
          <a:blipFill dpi="0" rotWithShape="1">
            <a:blip r:embed="rId6"/>
            <a:srcRect/>
            <a:tile tx="0" ty="0" sx="100000" sy="100000" flip="none" algn="b"/>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1400" b="1" dirty="0">
                <a:solidFill>
                  <a:srgbClr val="000000"/>
                </a:solidFill>
              </a:rPr>
              <a:t>2. Generate Prompts for each Item</a:t>
            </a:r>
          </a:p>
        </p:txBody>
      </p:sp>
      <p:sp>
        <p:nvSpPr>
          <p:cNvPr id="35" name="TextBox 34">
            <a:extLst>
              <a:ext uri="{FF2B5EF4-FFF2-40B4-BE49-F238E27FC236}">
                <a16:creationId xmlns:a16="http://schemas.microsoft.com/office/drawing/2014/main" id="{C1427260-76B2-BC63-8467-A488B7FCE55D}"/>
              </a:ext>
            </a:extLst>
          </p:cNvPr>
          <p:cNvSpPr txBox="1"/>
          <p:nvPr/>
        </p:nvSpPr>
        <p:spPr>
          <a:xfrm>
            <a:off x="600902" y="3936317"/>
            <a:ext cx="3677820" cy="2046714"/>
          </a:xfrm>
          <a:prstGeom prst="rect">
            <a:avLst/>
          </a:prstGeom>
          <a:noFill/>
        </p:spPr>
        <p:txBody>
          <a:bodyPr wrap="square" lIns="0" tIns="0" rIns="0" bIns="0" rtlCol="0">
            <a:spAutoFit/>
          </a:bodyPr>
          <a:lstStyle/>
          <a:p>
            <a:pPr>
              <a:spcAft>
                <a:spcPts val="100"/>
              </a:spcAft>
            </a:pPr>
            <a:r>
              <a:rPr lang="en-US" sz="1600" dirty="0">
                <a:ea typeface="Inter" panose="02000503000000020004" pitchFamily="2" charset="0"/>
              </a:rPr>
              <a:t>“ You are a CM – are these items a match</a:t>
            </a:r>
            <a:endParaRPr lang="en-US" sz="1600" dirty="0">
              <a:effectLst/>
              <a:ea typeface="Inter" panose="02000503000000020004" pitchFamily="2" charset="0"/>
            </a:endParaRPr>
          </a:p>
          <a:p>
            <a:pPr>
              <a:spcAft>
                <a:spcPts val="100"/>
              </a:spcAft>
            </a:pPr>
            <a:endParaRPr lang="en-US" sz="1600" dirty="0">
              <a:effectLst/>
              <a:ea typeface="Inter" panose="02000503000000020004" pitchFamily="2" charset="0"/>
            </a:endParaRPr>
          </a:p>
          <a:p>
            <a:pPr>
              <a:spcAft>
                <a:spcPts val="100"/>
              </a:spcAft>
            </a:pPr>
            <a:r>
              <a:rPr lang="en-US" sz="1600" dirty="0">
                <a:effectLst/>
                <a:ea typeface="Inter" panose="02000503000000020004" pitchFamily="2" charset="0"/>
              </a:rPr>
              <a:t>Target Item</a:t>
            </a:r>
          </a:p>
          <a:p>
            <a:pPr marL="285750" indent="-285750">
              <a:spcAft>
                <a:spcPts val="100"/>
              </a:spcAft>
              <a:buFont typeface="Arial" panose="020B0604020202020204" pitchFamily="34" charset="0"/>
              <a:buChar char="•"/>
            </a:pPr>
            <a:r>
              <a:rPr lang="en-US" sz="1600" dirty="0">
                <a:ea typeface="Inter" panose="02000503000000020004" pitchFamily="2" charset="0"/>
              </a:rPr>
              <a:t>Attributes</a:t>
            </a:r>
          </a:p>
          <a:p>
            <a:pPr>
              <a:spcAft>
                <a:spcPts val="100"/>
              </a:spcAft>
            </a:pPr>
            <a:endParaRPr lang="en-US" sz="1600" dirty="0">
              <a:ea typeface="Inter" panose="02000503000000020004" pitchFamily="2" charset="0"/>
            </a:endParaRPr>
          </a:p>
          <a:p>
            <a:pPr>
              <a:spcAft>
                <a:spcPts val="100"/>
              </a:spcAft>
            </a:pPr>
            <a:r>
              <a:rPr lang="en-US" sz="1600" dirty="0">
                <a:effectLst/>
                <a:ea typeface="Inter" panose="02000503000000020004" pitchFamily="2" charset="0"/>
              </a:rPr>
              <a:t>Top Similar Items from Embeddings</a:t>
            </a:r>
          </a:p>
          <a:p>
            <a:pPr marL="285750" indent="-285750">
              <a:spcAft>
                <a:spcPts val="100"/>
              </a:spcAft>
              <a:buFont typeface="Arial" panose="020B0604020202020204" pitchFamily="34" charset="0"/>
              <a:buChar char="•"/>
            </a:pPr>
            <a:r>
              <a:rPr lang="en-US" sz="1600" dirty="0">
                <a:ea typeface="Inter" panose="02000503000000020004" pitchFamily="2" charset="0"/>
              </a:rPr>
              <a:t>Attributes ”</a:t>
            </a:r>
          </a:p>
        </p:txBody>
      </p:sp>
      <p:grpSp>
        <p:nvGrpSpPr>
          <p:cNvPr id="38" name="Group 37">
            <a:extLst>
              <a:ext uri="{FF2B5EF4-FFF2-40B4-BE49-F238E27FC236}">
                <a16:creationId xmlns:a16="http://schemas.microsoft.com/office/drawing/2014/main" id="{F89D71DC-86E3-B638-7B5B-1F4FCE05FDA9}"/>
              </a:ext>
            </a:extLst>
          </p:cNvPr>
          <p:cNvGrpSpPr/>
          <p:nvPr/>
        </p:nvGrpSpPr>
        <p:grpSpPr>
          <a:xfrm>
            <a:off x="5464141" y="4456755"/>
            <a:ext cx="1005840" cy="1005840"/>
            <a:chOff x="5477353" y="3153785"/>
            <a:chExt cx="1254759" cy="1254759"/>
          </a:xfrm>
        </p:grpSpPr>
        <p:sp>
          <p:nvSpPr>
            <p:cNvPr id="40" name="Oval 39">
              <a:extLst>
                <a:ext uri="{FF2B5EF4-FFF2-40B4-BE49-F238E27FC236}">
                  <a16:creationId xmlns:a16="http://schemas.microsoft.com/office/drawing/2014/main" id="{87749093-89B5-DEE9-1836-D89D6020E9FA}"/>
                </a:ext>
              </a:extLst>
            </p:cNvPr>
            <p:cNvSpPr/>
            <p:nvPr/>
          </p:nvSpPr>
          <p:spPr>
            <a:xfrm>
              <a:off x="5477353" y="3153785"/>
              <a:ext cx="1254759" cy="1254759"/>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a:extLst>
                <a:ext uri="{FF2B5EF4-FFF2-40B4-BE49-F238E27FC236}">
                  <a16:creationId xmlns:a16="http://schemas.microsoft.com/office/drawing/2014/main" id="{878F70FE-BA2D-F36C-6E0F-8D99B00A39B7}"/>
                </a:ext>
              </a:extLst>
            </p:cNvPr>
            <p:cNvGrpSpPr/>
            <p:nvPr/>
          </p:nvGrpSpPr>
          <p:grpSpPr>
            <a:xfrm>
              <a:off x="5681174" y="3398501"/>
              <a:ext cx="818163" cy="765326"/>
              <a:chOff x="5653752" y="3426252"/>
              <a:chExt cx="818163" cy="765326"/>
            </a:xfrm>
          </p:grpSpPr>
          <p:pic>
            <p:nvPicPr>
              <p:cNvPr id="43" name="Graphic 42">
                <a:extLst>
                  <a:ext uri="{FF2B5EF4-FFF2-40B4-BE49-F238E27FC236}">
                    <a16:creationId xmlns:a16="http://schemas.microsoft.com/office/drawing/2014/main" id="{E2DA6A30-2597-AC64-869B-18A4C1A08A2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653752" y="3585641"/>
                <a:ext cx="569248" cy="605937"/>
              </a:xfrm>
              <a:prstGeom prst="rect">
                <a:avLst/>
              </a:prstGeom>
            </p:spPr>
          </p:pic>
          <p:pic>
            <p:nvPicPr>
              <p:cNvPr id="46" name="Graphic 45">
                <a:extLst>
                  <a:ext uri="{FF2B5EF4-FFF2-40B4-BE49-F238E27FC236}">
                    <a16:creationId xmlns:a16="http://schemas.microsoft.com/office/drawing/2014/main" id="{DEC8237D-70B4-8F6C-C2B9-19F94D0D305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75631" y="3426252"/>
                <a:ext cx="314619" cy="334897"/>
              </a:xfrm>
              <a:prstGeom prst="rect">
                <a:avLst/>
              </a:prstGeom>
            </p:spPr>
          </p:pic>
          <p:pic>
            <p:nvPicPr>
              <p:cNvPr id="47" name="Graphic 46">
                <a:extLst>
                  <a:ext uri="{FF2B5EF4-FFF2-40B4-BE49-F238E27FC236}">
                    <a16:creationId xmlns:a16="http://schemas.microsoft.com/office/drawing/2014/main" id="{04C83C58-7FE1-B664-131B-C99D64C816C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9563" y="3862748"/>
                <a:ext cx="272352" cy="289906"/>
              </a:xfrm>
              <a:prstGeom prst="rect">
                <a:avLst/>
              </a:prstGeom>
            </p:spPr>
          </p:pic>
        </p:grpSp>
      </p:grpSp>
      <p:sp>
        <p:nvSpPr>
          <p:cNvPr id="51" name="Arrow: Left 50">
            <a:extLst>
              <a:ext uri="{FF2B5EF4-FFF2-40B4-BE49-F238E27FC236}">
                <a16:creationId xmlns:a16="http://schemas.microsoft.com/office/drawing/2014/main" id="{E9A0B52E-F59F-530D-4C3D-0DCB0228B7E7}"/>
              </a:ext>
            </a:extLst>
          </p:cNvPr>
          <p:cNvSpPr/>
          <p:nvPr/>
        </p:nvSpPr>
        <p:spPr>
          <a:xfrm rot="10800000">
            <a:off x="4180370" y="4697685"/>
            <a:ext cx="1191803" cy="523982"/>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77C8A34D-E772-2853-04B1-4BB5C6D49EE9}"/>
              </a:ext>
            </a:extLst>
          </p:cNvPr>
          <p:cNvSpPr/>
          <p:nvPr/>
        </p:nvSpPr>
        <p:spPr>
          <a:xfrm>
            <a:off x="5109169" y="3699229"/>
            <a:ext cx="1715784" cy="523983"/>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Is it a Match?</a:t>
            </a:r>
          </a:p>
        </p:txBody>
      </p:sp>
      <p:sp>
        <p:nvSpPr>
          <p:cNvPr id="53" name="MekkoHeaderBox638768827108992923">
            <a:extLst>
              <a:ext uri="{FF2B5EF4-FFF2-40B4-BE49-F238E27FC236}">
                <a16:creationId xmlns:a16="http://schemas.microsoft.com/office/drawing/2014/main" id="{9F2B41F1-7C6F-5EB5-4221-674CB69C8B39}"/>
              </a:ext>
            </a:extLst>
          </p:cNvPr>
          <p:cNvSpPr/>
          <p:nvPr/>
        </p:nvSpPr>
        <p:spPr>
          <a:xfrm>
            <a:off x="8434754" y="3532684"/>
            <a:ext cx="2859086" cy="393700"/>
          </a:xfrm>
          <a:prstGeom prst="rect">
            <a:avLst/>
          </a:prstGeom>
          <a:blipFill dpi="0" rotWithShape="1">
            <a:blip r:embed="rId6"/>
            <a:srcRect/>
            <a:tile tx="0" ty="0" sx="100000" sy="100000" flip="none" algn="b"/>
          </a:bli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1400" b="1" dirty="0">
                <a:solidFill>
                  <a:srgbClr val="000000"/>
                </a:solidFill>
              </a:rPr>
              <a:t>3. Generate Matches</a:t>
            </a:r>
          </a:p>
        </p:txBody>
      </p:sp>
      <p:sp>
        <p:nvSpPr>
          <p:cNvPr id="54" name="Arrow: Left 53">
            <a:extLst>
              <a:ext uri="{FF2B5EF4-FFF2-40B4-BE49-F238E27FC236}">
                <a16:creationId xmlns:a16="http://schemas.microsoft.com/office/drawing/2014/main" id="{7EC22B58-D986-47D0-A3FD-0E5C2CEBC3BD}"/>
              </a:ext>
            </a:extLst>
          </p:cNvPr>
          <p:cNvSpPr/>
          <p:nvPr/>
        </p:nvSpPr>
        <p:spPr>
          <a:xfrm rot="10800000">
            <a:off x="6824953" y="4705505"/>
            <a:ext cx="1191803" cy="523982"/>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6" name="Table 55">
            <a:extLst>
              <a:ext uri="{FF2B5EF4-FFF2-40B4-BE49-F238E27FC236}">
                <a16:creationId xmlns:a16="http://schemas.microsoft.com/office/drawing/2014/main" id="{37F26AAD-F86B-80D2-A306-80F71061EB0A}"/>
              </a:ext>
            </a:extLst>
          </p:cNvPr>
          <p:cNvGraphicFramePr>
            <a:graphicFrameLocks noGrp="1"/>
          </p:cNvGraphicFramePr>
          <p:nvPr>
            <p:extLst>
              <p:ext uri="{D42A27DB-BD31-4B8C-83A1-F6EECF244321}">
                <p14:modId xmlns:p14="http://schemas.microsoft.com/office/powerpoint/2010/main" val="1767391464"/>
              </p:ext>
            </p:extLst>
          </p:nvPr>
        </p:nvGraphicFramePr>
        <p:xfrm>
          <a:off x="8434753" y="4012255"/>
          <a:ext cx="3223308" cy="2189910"/>
        </p:xfrm>
        <a:graphic>
          <a:graphicData uri="http://schemas.openxmlformats.org/drawingml/2006/table">
            <a:tbl>
              <a:tblPr/>
              <a:tblGrid>
                <a:gridCol w="3223308">
                  <a:extLst>
                    <a:ext uri="{9D8B030D-6E8A-4147-A177-3AD203B41FA5}">
                      <a16:colId xmlns:a16="http://schemas.microsoft.com/office/drawing/2014/main" val="4262718365"/>
                    </a:ext>
                  </a:extLst>
                </a:gridCol>
              </a:tblGrid>
              <a:tr h="143226">
                <a:tc>
                  <a:txBody>
                    <a:bodyPr/>
                    <a:lstStyle/>
                    <a:p>
                      <a:pPr algn="l" fontAlgn="b"/>
                      <a:r>
                        <a:rPr lang="en-US" sz="1100" b="1" i="0" u="none" strike="noStrike" dirty="0">
                          <a:solidFill>
                            <a:srgbClr val="FFFFFF"/>
                          </a:solidFill>
                          <a:effectLst/>
                          <a:latin typeface="Inter" panose="02000503000000020004" pitchFamily="2" charset="0"/>
                        </a:rPr>
                        <a:t>Matches</a:t>
                      </a:r>
                    </a:p>
                  </a:txBody>
                  <a:tcPr marL="0" marR="0" marT="0" marB="0" anchor="b">
                    <a:lnL>
                      <a:noFill/>
                    </a:lnL>
                    <a:lnR>
                      <a:noFill/>
                    </a:lnR>
                    <a:lnT>
                      <a:noFill/>
                    </a:lnT>
                    <a:lnB>
                      <a:noFill/>
                    </a:lnB>
                    <a:solidFill>
                      <a:srgbClr val="022479"/>
                    </a:solidFill>
                  </a:tcPr>
                </a:tc>
                <a:extLst>
                  <a:ext uri="{0D108BD9-81ED-4DB2-BD59-A6C34878D82A}">
                    <a16:rowId xmlns:a16="http://schemas.microsoft.com/office/drawing/2014/main" val="2046818912"/>
                  </a:ext>
                </a:extLst>
              </a:tr>
              <a:tr h="143226">
                <a:tc>
                  <a:txBody>
                    <a:bodyPr/>
                    <a:lstStyle/>
                    <a:p>
                      <a:pPr algn="l" fontAlgn="b">
                        <a:buNone/>
                      </a:pPr>
                      <a:r>
                        <a:rPr lang="pl-PL" sz="1100" b="0" i="0" u="none" strike="noStrike" dirty="0">
                          <a:effectLst/>
                          <a:latin typeface="Aptos Narrow" panose="020B0004020202020204" pitchFamily="34" charset="0"/>
                        </a:rPr>
                        <a:t>['5--056905', '9--WST-PM-S10WCJ45', '9--SAF-C3526', '6--5240730']</a:t>
                      </a:r>
                    </a:p>
                  </a:txBody>
                  <a:tcPr marL="6350" marR="6350" marT="6350" marB="0" anchor="b">
                    <a:lnL>
                      <a:noFill/>
                    </a:lnL>
                    <a:lnR>
                      <a:noFill/>
                    </a:lnR>
                    <a:lnT>
                      <a:noFill/>
                    </a:lnT>
                    <a:lnB>
                      <a:noFill/>
                    </a:lnB>
                    <a:noFill/>
                  </a:tcPr>
                </a:tc>
                <a:extLst>
                  <a:ext uri="{0D108BD9-81ED-4DB2-BD59-A6C34878D82A}">
                    <a16:rowId xmlns:a16="http://schemas.microsoft.com/office/drawing/2014/main" val="2584855757"/>
                  </a:ext>
                </a:extLst>
              </a:tr>
              <a:tr h="143226">
                <a:tc>
                  <a:txBody>
                    <a:bodyPr/>
                    <a:lstStyle/>
                    <a:p>
                      <a:pPr algn="l" fontAlgn="b">
                        <a:buNone/>
                      </a:pPr>
                      <a:r>
                        <a:rPr lang="en-US" sz="1100" b="0" i="0" u="none" strike="noStrike">
                          <a:effectLst/>
                          <a:latin typeface="Aptos Narrow" panose="020B0004020202020204" pitchFamily="34" charset="0"/>
                        </a:rPr>
                        <a:t>['13--122380']</a:t>
                      </a:r>
                    </a:p>
                  </a:txBody>
                  <a:tcPr marL="6350" marR="6350" marT="6350" marB="0" anchor="b">
                    <a:lnL>
                      <a:noFill/>
                    </a:lnL>
                    <a:lnR>
                      <a:noFill/>
                    </a:lnR>
                    <a:lnT>
                      <a:noFill/>
                    </a:lnT>
                    <a:lnB>
                      <a:noFill/>
                    </a:lnB>
                    <a:noFill/>
                  </a:tcPr>
                </a:tc>
                <a:extLst>
                  <a:ext uri="{0D108BD9-81ED-4DB2-BD59-A6C34878D82A}">
                    <a16:rowId xmlns:a16="http://schemas.microsoft.com/office/drawing/2014/main" val="668084506"/>
                  </a:ext>
                </a:extLst>
              </a:tr>
              <a:tr h="143226">
                <a:tc>
                  <a:txBody>
                    <a:bodyPr/>
                    <a:lstStyle/>
                    <a:p>
                      <a:pPr algn="l" fontAlgn="b">
                        <a:buNone/>
                      </a:pPr>
                      <a:r>
                        <a:rPr lang="en-US" sz="1100" b="0" i="0" u="none" strike="noStrike">
                          <a:effectLst/>
                          <a:latin typeface="Aptos Narrow" panose="020B0004020202020204" pitchFamily="34" charset="0"/>
                        </a:rPr>
                        <a:t>['5--048931', '5--1101314', '5--030863', '1--PSMMSPN']</a:t>
                      </a:r>
                    </a:p>
                  </a:txBody>
                  <a:tcPr marL="6350" marR="6350" marT="6350" marB="0" anchor="b">
                    <a:lnL>
                      <a:noFill/>
                    </a:lnL>
                    <a:lnR>
                      <a:noFill/>
                    </a:lnR>
                    <a:lnT>
                      <a:noFill/>
                    </a:lnT>
                    <a:lnB>
                      <a:noFill/>
                    </a:lnB>
                    <a:noFill/>
                  </a:tcPr>
                </a:tc>
                <a:extLst>
                  <a:ext uri="{0D108BD9-81ED-4DB2-BD59-A6C34878D82A}">
                    <a16:rowId xmlns:a16="http://schemas.microsoft.com/office/drawing/2014/main" val="4240652195"/>
                  </a:ext>
                </a:extLst>
              </a:tr>
              <a:tr h="143226">
                <a:tc>
                  <a:txBody>
                    <a:bodyPr/>
                    <a:lstStyle/>
                    <a:p>
                      <a:pPr algn="l" fontAlgn="b">
                        <a:buNone/>
                      </a:pPr>
                      <a:r>
                        <a:rPr lang="en-US" sz="1100" b="0" i="0" u="none" strike="noStrike">
                          <a:effectLst/>
                          <a:latin typeface="Aptos Narrow" panose="020B0004020202020204" pitchFamily="34" charset="0"/>
                        </a:rPr>
                        <a:t>['1--CH56NSPC7', '1--5PBAHFNTSN250']</a:t>
                      </a:r>
                    </a:p>
                  </a:txBody>
                  <a:tcPr marL="6350" marR="6350" marT="6350" marB="0" anchor="b">
                    <a:lnL>
                      <a:noFill/>
                    </a:lnL>
                    <a:lnR>
                      <a:noFill/>
                    </a:lnR>
                    <a:lnT>
                      <a:noFill/>
                    </a:lnT>
                    <a:lnB>
                      <a:noFill/>
                    </a:lnB>
                    <a:noFill/>
                  </a:tcPr>
                </a:tc>
                <a:extLst>
                  <a:ext uri="{0D108BD9-81ED-4DB2-BD59-A6C34878D82A}">
                    <a16:rowId xmlns:a16="http://schemas.microsoft.com/office/drawing/2014/main" val="503462822"/>
                  </a:ext>
                </a:extLst>
              </a:tr>
              <a:tr h="143226">
                <a:tc>
                  <a:txBody>
                    <a:bodyPr/>
                    <a:lstStyle/>
                    <a:p>
                      <a:pPr algn="l" fontAlgn="b">
                        <a:buNone/>
                      </a:pPr>
                      <a:r>
                        <a:rPr lang="en-US" sz="1100" b="0" i="0" u="none" strike="noStrike">
                          <a:effectLst/>
                          <a:latin typeface="Aptos Narrow" panose="020B0004020202020204" pitchFamily="34" charset="0"/>
                        </a:rPr>
                        <a:t>['1--266', '6--5240771']</a:t>
                      </a:r>
                    </a:p>
                  </a:txBody>
                  <a:tcPr marL="6350" marR="6350" marT="6350" marB="0" anchor="b">
                    <a:lnL>
                      <a:noFill/>
                    </a:lnL>
                    <a:lnR>
                      <a:noFill/>
                    </a:lnR>
                    <a:lnT>
                      <a:noFill/>
                    </a:lnT>
                    <a:lnB>
                      <a:noFill/>
                    </a:lnB>
                    <a:noFill/>
                  </a:tcPr>
                </a:tc>
                <a:extLst>
                  <a:ext uri="{0D108BD9-81ED-4DB2-BD59-A6C34878D82A}">
                    <a16:rowId xmlns:a16="http://schemas.microsoft.com/office/drawing/2014/main" val="2418204722"/>
                  </a:ext>
                </a:extLst>
              </a:tr>
              <a:tr h="196936">
                <a:tc>
                  <a:txBody>
                    <a:bodyPr/>
                    <a:lstStyle/>
                    <a:p>
                      <a:pPr algn="l" fontAlgn="b">
                        <a:buNone/>
                      </a:pPr>
                      <a:r>
                        <a:rPr lang="en-US" sz="1100" b="0" i="0" u="none" strike="noStrike" dirty="0">
                          <a:effectLst/>
                          <a:latin typeface="Aptos Narrow" panose="020B0004020202020204" pitchFamily="34" charset="0"/>
                        </a:rPr>
                        <a:t>['9--WST-PM-S10WCJ45', '3--KAR-C9095']</a:t>
                      </a:r>
                    </a:p>
                  </a:txBody>
                  <a:tcPr marL="6350" marR="6350" marT="6350" marB="0" anchor="b">
                    <a:lnL>
                      <a:noFill/>
                    </a:lnL>
                    <a:lnR>
                      <a:noFill/>
                    </a:lnR>
                    <a:lnT>
                      <a:noFill/>
                    </a:lnT>
                    <a:lnB>
                      <a:noFill/>
                    </a:lnB>
                    <a:noFill/>
                  </a:tcPr>
                </a:tc>
                <a:extLst>
                  <a:ext uri="{0D108BD9-81ED-4DB2-BD59-A6C34878D82A}">
                    <a16:rowId xmlns:a16="http://schemas.microsoft.com/office/drawing/2014/main" val="1094565097"/>
                  </a:ext>
                </a:extLst>
              </a:tr>
              <a:tr h="196936">
                <a:tc>
                  <a:txBody>
                    <a:bodyPr/>
                    <a:lstStyle/>
                    <a:p>
                      <a:pPr algn="l" fontAlgn="b">
                        <a:buNone/>
                      </a:pPr>
                      <a:r>
                        <a:rPr lang="en-US" sz="1100" b="0" i="0" u="none" strike="noStrike" dirty="0">
                          <a:effectLst/>
                          <a:latin typeface="Aptos Narrow" panose="020B0004020202020204" pitchFamily="34" charset="0"/>
                        </a:rPr>
                        <a:t>['6--5240771', '1--STNJM2601003C']</a:t>
                      </a:r>
                    </a:p>
                  </a:txBody>
                  <a:tcPr marL="6350" marR="6350" marT="6350" marB="0" anchor="b">
                    <a:lnL>
                      <a:noFill/>
                    </a:lnL>
                    <a:lnR>
                      <a:noFill/>
                    </a:lnR>
                    <a:lnT>
                      <a:noFill/>
                    </a:lnT>
                    <a:lnB>
                      <a:noFill/>
                    </a:lnB>
                    <a:noFill/>
                  </a:tcPr>
                </a:tc>
                <a:extLst>
                  <a:ext uri="{0D108BD9-81ED-4DB2-BD59-A6C34878D82A}">
                    <a16:rowId xmlns:a16="http://schemas.microsoft.com/office/drawing/2014/main" val="2783548831"/>
                  </a:ext>
                </a:extLst>
              </a:tr>
              <a:tr h="196936">
                <a:tc>
                  <a:txBody>
                    <a:bodyPr/>
                    <a:lstStyle/>
                    <a:p>
                      <a:pPr algn="l" fontAlgn="b">
                        <a:buNone/>
                      </a:pPr>
                      <a:r>
                        <a:rPr lang="en-US" sz="1100" b="0" i="0" u="none" strike="noStrike">
                          <a:effectLst/>
                          <a:latin typeface="Aptos Narrow" panose="020B0004020202020204" pitchFamily="34" charset="0"/>
                        </a:rPr>
                        <a:t>['1--FH207', '1--AHF']</a:t>
                      </a:r>
                    </a:p>
                  </a:txBody>
                  <a:tcPr marL="6350" marR="6350" marT="6350" marB="0" anchor="b">
                    <a:lnL>
                      <a:noFill/>
                    </a:lnL>
                    <a:lnR>
                      <a:noFill/>
                    </a:lnR>
                    <a:lnT>
                      <a:noFill/>
                    </a:lnT>
                    <a:lnB>
                      <a:noFill/>
                    </a:lnB>
                    <a:noFill/>
                  </a:tcPr>
                </a:tc>
                <a:extLst>
                  <a:ext uri="{0D108BD9-81ED-4DB2-BD59-A6C34878D82A}">
                    <a16:rowId xmlns:a16="http://schemas.microsoft.com/office/drawing/2014/main" val="2436610751"/>
                  </a:ext>
                </a:extLst>
              </a:tr>
              <a:tr h="196936">
                <a:tc>
                  <a:txBody>
                    <a:bodyPr/>
                    <a:lstStyle/>
                    <a:p>
                      <a:pPr algn="l" fontAlgn="b">
                        <a:buNone/>
                      </a:pPr>
                      <a:r>
                        <a:rPr lang="en-US" sz="1100" b="0" i="0" u="none" strike="noStrike">
                          <a:effectLst/>
                          <a:latin typeface="Aptos Narrow" panose="020B0004020202020204" pitchFamily="34" charset="0"/>
                        </a:rPr>
                        <a:t>['1--P1001', '1--IPWF', '1--3640F', '1--312WFA1']</a:t>
                      </a:r>
                    </a:p>
                  </a:txBody>
                  <a:tcPr marL="6350" marR="6350" marT="6350" marB="0" anchor="b">
                    <a:lnL>
                      <a:noFill/>
                    </a:lnL>
                    <a:lnR>
                      <a:noFill/>
                    </a:lnR>
                    <a:lnT>
                      <a:noFill/>
                    </a:lnT>
                    <a:lnB>
                      <a:noFill/>
                    </a:lnB>
                    <a:noFill/>
                  </a:tcPr>
                </a:tc>
                <a:extLst>
                  <a:ext uri="{0D108BD9-81ED-4DB2-BD59-A6C34878D82A}">
                    <a16:rowId xmlns:a16="http://schemas.microsoft.com/office/drawing/2014/main" val="4236787195"/>
                  </a:ext>
                </a:extLst>
              </a:tr>
              <a:tr h="196936">
                <a:tc>
                  <a:txBody>
                    <a:bodyPr/>
                    <a:lstStyle/>
                    <a:p>
                      <a:pPr algn="l" fontAlgn="b">
                        <a:buNone/>
                      </a:pPr>
                      <a:r>
                        <a:rPr lang="en-US" sz="1100" b="0" i="0" u="none" strike="noStrike" dirty="0">
                          <a:effectLst/>
                          <a:latin typeface="Aptos Narrow" panose="020B0004020202020204" pitchFamily="34" charset="0"/>
                        </a:rPr>
                        <a:t>['5--055353', '6--4920350', '1--RPPS1308FW', '1--25851']</a:t>
                      </a:r>
                    </a:p>
                  </a:txBody>
                  <a:tcPr marL="6350" marR="6350" marT="6350" marB="0" anchor="b">
                    <a:lnL>
                      <a:noFill/>
                    </a:lnL>
                    <a:lnR>
                      <a:noFill/>
                    </a:lnR>
                    <a:lnT>
                      <a:noFill/>
                    </a:lnT>
                    <a:lnB>
                      <a:noFill/>
                    </a:lnB>
                    <a:noFill/>
                  </a:tcPr>
                </a:tc>
                <a:extLst>
                  <a:ext uri="{0D108BD9-81ED-4DB2-BD59-A6C34878D82A}">
                    <a16:rowId xmlns:a16="http://schemas.microsoft.com/office/drawing/2014/main" val="1921974056"/>
                  </a:ext>
                </a:extLst>
              </a:tr>
            </a:tbl>
          </a:graphicData>
        </a:graphic>
      </p:graphicFrame>
    </p:spTree>
    <p:extLst>
      <p:ext uri="{BB962C8B-B14F-4D97-AF65-F5344CB8AC3E}">
        <p14:creationId xmlns:p14="http://schemas.microsoft.com/office/powerpoint/2010/main" val="2989373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05D41-6AE2-EE75-9423-46D27B040043}"/>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778BE453-E6A8-DE42-6CDD-0D5F6FF352BD}"/>
              </a:ext>
            </a:extLst>
          </p:cNvPr>
          <p:cNvGraphicFramePr>
            <a:graphicFrameLocks noChangeAspect="1"/>
          </p:cNvGraphicFramePr>
          <p:nvPr>
            <p:custDataLst>
              <p:tags r:id="rId1"/>
            </p:custDataLst>
            <p:extLst>
              <p:ext uri="{D42A27DB-BD31-4B8C-83A1-F6EECF244321}">
                <p14:modId xmlns:p14="http://schemas.microsoft.com/office/powerpoint/2010/main" val="13851165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13" name="think-cell data - do not delete" hidden="1">
                        <a:extLst>
                          <a:ext uri="{FF2B5EF4-FFF2-40B4-BE49-F238E27FC236}">
                            <a16:creationId xmlns:a16="http://schemas.microsoft.com/office/drawing/2014/main" id="{778BE453-E6A8-DE42-6CDD-0D5F6FF352B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8172F83-9FAD-D2DE-27E6-26AE145E8943}"/>
              </a:ext>
            </a:extLst>
          </p:cNvPr>
          <p:cNvSpPr>
            <a:spLocks noGrp="1"/>
          </p:cNvSpPr>
          <p:nvPr>
            <p:ph type="title"/>
          </p:nvPr>
        </p:nvSpPr>
        <p:spPr/>
        <p:txBody>
          <a:bodyPr vert="horz"/>
          <a:lstStyle/>
          <a:p>
            <a:r>
              <a:rPr lang="en-US" dirty="0"/>
              <a:t>Suggest Subs Output</a:t>
            </a:r>
          </a:p>
        </p:txBody>
      </p:sp>
      <p:grpSp>
        <p:nvGrpSpPr>
          <p:cNvPr id="6" name="Group 5">
            <a:extLst>
              <a:ext uri="{FF2B5EF4-FFF2-40B4-BE49-F238E27FC236}">
                <a16:creationId xmlns:a16="http://schemas.microsoft.com/office/drawing/2014/main" id="{6E4A7EC0-0B79-E5C1-7E0C-9A762FB4A1F0}"/>
              </a:ext>
            </a:extLst>
          </p:cNvPr>
          <p:cNvGrpSpPr/>
          <p:nvPr>
            <p:custDataLst>
              <p:tags r:id="rId2"/>
            </p:custDataLst>
          </p:nvPr>
        </p:nvGrpSpPr>
        <p:grpSpPr>
          <a:xfrm>
            <a:off x="493713" y="90661"/>
            <a:ext cx="11255925" cy="244777"/>
            <a:chOff x="493714" y="1663700"/>
            <a:chExt cx="9123933" cy="381000"/>
          </a:xfrm>
          <a:solidFill>
            <a:schemeClr val="accent6">
              <a:lumMod val="20000"/>
              <a:lumOff val="80000"/>
            </a:schemeClr>
          </a:solidFill>
        </p:grpSpPr>
        <p:sp>
          <p:nvSpPr>
            <p:cNvPr id="7" name="MekkoValueChainHeader638810835418479876">
              <a:extLst>
                <a:ext uri="{FF2B5EF4-FFF2-40B4-BE49-F238E27FC236}">
                  <a16:creationId xmlns:a16="http://schemas.microsoft.com/office/drawing/2014/main" id="{207F63F0-10FD-3985-BE6F-CE77EEA7763F}"/>
                </a:ext>
              </a:extLst>
            </p:cNvPr>
            <p:cNvSpPr/>
            <p:nvPr/>
          </p:nvSpPr>
          <p:spPr>
            <a:xfrm>
              <a:off x="493714" y="1663700"/>
              <a:ext cx="2390711" cy="381000"/>
            </a:xfrm>
            <a:prstGeom prst="homePlate">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Taxonomy</a:t>
              </a:r>
            </a:p>
          </p:txBody>
        </p:sp>
        <p:sp>
          <p:nvSpPr>
            <p:cNvPr id="8" name="MekkoValueChainHeader638810835418479876638810835418862802">
              <a:extLst>
                <a:ext uri="{FF2B5EF4-FFF2-40B4-BE49-F238E27FC236}">
                  <a16:creationId xmlns:a16="http://schemas.microsoft.com/office/drawing/2014/main" id="{DE5855E4-383D-8A44-DD46-FFF77E5D28D3}"/>
                </a:ext>
              </a:extLst>
            </p:cNvPr>
            <p:cNvSpPr/>
            <p:nvPr/>
          </p:nvSpPr>
          <p:spPr>
            <a:xfrm>
              <a:off x="2738121" y="1663700"/>
              <a:ext cx="2390711" cy="381000"/>
            </a:xfrm>
            <a:prstGeom prst="chevron">
              <a:avLst>
                <a:gd name="adj" fmla="val 38400"/>
              </a:avLst>
            </a:prstGeom>
            <a:solidFill>
              <a:schemeClr val="tx2"/>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Suggest Subs</a:t>
              </a:r>
            </a:p>
          </p:txBody>
        </p:sp>
        <p:sp>
          <p:nvSpPr>
            <p:cNvPr id="11" name="MekkoValueChainHeader638810835418479876638810835418862802638810835419123947">
              <a:extLst>
                <a:ext uri="{FF2B5EF4-FFF2-40B4-BE49-F238E27FC236}">
                  <a16:creationId xmlns:a16="http://schemas.microsoft.com/office/drawing/2014/main" id="{D1B1B696-D5C5-0B9B-0F06-F89A872718AA}"/>
                </a:ext>
              </a:extLst>
            </p:cNvPr>
            <p:cNvSpPr/>
            <p:nvPr/>
          </p:nvSpPr>
          <p:spPr>
            <a:xfrm>
              <a:off x="4982529" y="1663700"/>
              <a:ext cx="2390711" cy="381000"/>
            </a:xfrm>
            <a:prstGeom prst="chevron">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Incorporate Feedback</a:t>
              </a:r>
            </a:p>
          </p:txBody>
        </p:sp>
        <p:sp>
          <p:nvSpPr>
            <p:cNvPr id="12" name="MekkoValueChainHeader638810835418479876638810835418862802638810835419123947638810835419383009">
              <a:extLst>
                <a:ext uri="{FF2B5EF4-FFF2-40B4-BE49-F238E27FC236}">
                  <a16:creationId xmlns:a16="http://schemas.microsoft.com/office/drawing/2014/main" id="{81F0145F-2646-322D-7084-A84E3E23918D}"/>
                </a:ext>
              </a:extLst>
            </p:cNvPr>
            <p:cNvSpPr/>
            <p:nvPr/>
          </p:nvSpPr>
          <p:spPr>
            <a:xfrm>
              <a:off x="7226936" y="1663700"/>
              <a:ext cx="2390711" cy="381000"/>
            </a:xfrm>
            <a:prstGeom prst="chevron">
              <a:avLst>
                <a:gd name="adj" fmla="val 38400"/>
              </a:avLst>
            </a:prstGeom>
            <a:grp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Optimization</a:t>
              </a:r>
            </a:p>
          </p:txBody>
        </p:sp>
      </p:grpSp>
      <p:sp>
        <p:nvSpPr>
          <p:cNvPr id="26" name="TextBox 25">
            <a:extLst>
              <a:ext uri="{FF2B5EF4-FFF2-40B4-BE49-F238E27FC236}">
                <a16:creationId xmlns:a16="http://schemas.microsoft.com/office/drawing/2014/main" id="{0B17F8B7-45FA-CE35-23EC-22161E3EC55C}"/>
              </a:ext>
            </a:extLst>
          </p:cNvPr>
          <p:cNvSpPr txBox="1"/>
          <p:nvPr/>
        </p:nvSpPr>
        <p:spPr>
          <a:xfrm>
            <a:off x="442362" y="1172405"/>
            <a:ext cx="1924319" cy="2128848"/>
          </a:xfrm>
          <a:prstGeom prst="rect">
            <a:avLst/>
          </a:prstGeom>
          <a:solidFill>
            <a:schemeClr val="accent4">
              <a:lumMod val="20000"/>
              <a:lumOff val="80000"/>
            </a:schemeClr>
          </a:solidFill>
          <a:ln>
            <a:solidFill>
              <a:schemeClr val="accent3"/>
            </a:solidFill>
          </a:ln>
        </p:spPr>
        <p:txBody>
          <a:bodyPr wrap="square" lIns="0" tIns="0" rIns="0" bIns="0" rtlCol="0" anchor="ctr">
            <a:noAutofit/>
          </a:bodyPr>
          <a:lstStyle/>
          <a:p>
            <a:pPr algn="ctr"/>
            <a:r>
              <a:rPr lang="en-US" sz="1100" dirty="0">
                <a:effectLst/>
                <a:ea typeface="Inter" panose="02000503000000020004" pitchFamily="2" charset="0"/>
              </a:rPr>
              <a:t>Outputs an Excel of recommendations that </a:t>
            </a:r>
          </a:p>
          <a:p>
            <a:pPr algn="ctr"/>
            <a:r>
              <a:rPr lang="en-US" sz="1100" dirty="0">
                <a:effectLst/>
                <a:ea typeface="Inter" panose="02000503000000020004" pitchFamily="2" charset="0"/>
              </a:rPr>
              <a:t>a CM can review. </a:t>
            </a:r>
          </a:p>
          <a:p>
            <a:pPr algn="ctr"/>
            <a:r>
              <a:rPr lang="en-US" sz="1100" dirty="0">
                <a:effectLst/>
                <a:ea typeface="Inter" panose="02000503000000020004" pitchFamily="2" charset="0"/>
              </a:rPr>
              <a:t>Each sheet represents </a:t>
            </a:r>
          </a:p>
          <a:p>
            <a:pPr algn="ctr"/>
            <a:r>
              <a:rPr lang="en-US" sz="1100" dirty="0">
                <a:effectLst/>
                <a:ea typeface="Inter" panose="02000503000000020004" pitchFamily="2" charset="0"/>
              </a:rPr>
              <a:t>a different Items’ </a:t>
            </a:r>
          </a:p>
          <a:p>
            <a:pPr algn="ctr"/>
            <a:r>
              <a:rPr lang="en-US" sz="1100" dirty="0">
                <a:ea typeface="Inter" panose="02000503000000020004" pitchFamily="2" charset="0"/>
              </a:rPr>
              <a:t>m</a:t>
            </a:r>
            <a:r>
              <a:rPr lang="en-US" sz="1100" dirty="0">
                <a:effectLst/>
                <a:ea typeface="Inter" panose="02000503000000020004" pitchFamily="2" charset="0"/>
              </a:rPr>
              <a:t>atches – equipped with information and </a:t>
            </a:r>
          </a:p>
          <a:p>
            <a:pPr algn="ctr"/>
            <a:r>
              <a:rPr lang="en-US" sz="1100" dirty="0">
                <a:effectLst/>
                <a:ea typeface="Inter" panose="02000503000000020004" pitchFamily="2" charset="0"/>
              </a:rPr>
              <a:t>attributes of each </a:t>
            </a:r>
            <a:r>
              <a:rPr lang="en-US" sz="1100" dirty="0">
                <a:ea typeface="Inter" panose="02000503000000020004" pitchFamily="2" charset="0"/>
              </a:rPr>
              <a:t>Item</a:t>
            </a:r>
            <a:endParaRPr lang="en-US" sz="1100" dirty="0">
              <a:effectLst/>
              <a:ea typeface="Inter" panose="02000503000000020004" pitchFamily="2" charset="0"/>
            </a:endParaRPr>
          </a:p>
        </p:txBody>
      </p:sp>
      <p:pic>
        <p:nvPicPr>
          <p:cNvPr id="36" name="Picture 35">
            <a:extLst>
              <a:ext uri="{FF2B5EF4-FFF2-40B4-BE49-F238E27FC236}">
                <a16:creationId xmlns:a16="http://schemas.microsoft.com/office/drawing/2014/main" id="{C49D1808-7D78-3AEA-D541-BAA2533286D0}"/>
              </a:ext>
            </a:extLst>
          </p:cNvPr>
          <p:cNvPicPr>
            <a:picLocks noChangeAspect="1"/>
          </p:cNvPicPr>
          <p:nvPr/>
        </p:nvPicPr>
        <p:blipFill>
          <a:blip r:embed="rId6"/>
          <a:stretch>
            <a:fillRect/>
          </a:stretch>
        </p:blipFill>
        <p:spPr>
          <a:xfrm>
            <a:off x="2437816" y="1172405"/>
            <a:ext cx="9004529" cy="2128848"/>
          </a:xfrm>
          <a:prstGeom prst="rect">
            <a:avLst/>
          </a:prstGeom>
          <a:ln w="19050" cap="sq">
            <a:solidFill>
              <a:schemeClr val="tx2"/>
            </a:solidFill>
            <a:prstDash val="solid"/>
            <a:miter lim="800000"/>
          </a:ln>
          <a:effectLst>
            <a:outerShdw blurRad="50800" dist="38100" dir="2700000" algn="tl" rotWithShape="0">
              <a:srgbClr val="000000">
                <a:alpha val="43000"/>
              </a:srgbClr>
            </a:outerShdw>
          </a:effectLst>
        </p:spPr>
      </p:pic>
      <p:grpSp>
        <p:nvGrpSpPr>
          <p:cNvPr id="64" name="Group 63">
            <a:extLst>
              <a:ext uri="{FF2B5EF4-FFF2-40B4-BE49-F238E27FC236}">
                <a16:creationId xmlns:a16="http://schemas.microsoft.com/office/drawing/2014/main" id="{998941EF-C1ED-3631-B2F4-3290A7AA5190}"/>
              </a:ext>
            </a:extLst>
          </p:cNvPr>
          <p:cNvGrpSpPr/>
          <p:nvPr/>
        </p:nvGrpSpPr>
        <p:grpSpPr>
          <a:xfrm>
            <a:off x="442362" y="3618531"/>
            <a:ext cx="5487791" cy="2128848"/>
            <a:chOff x="442362" y="3795013"/>
            <a:chExt cx="5227741" cy="1952365"/>
          </a:xfrm>
        </p:grpSpPr>
        <p:pic>
          <p:nvPicPr>
            <p:cNvPr id="23" name="Picture 22">
              <a:extLst>
                <a:ext uri="{FF2B5EF4-FFF2-40B4-BE49-F238E27FC236}">
                  <a16:creationId xmlns:a16="http://schemas.microsoft.com/office/drawing/2014/main" id="{C61AD4B2-3DCD-FF6F-630A-C8B8FB83F28A}"/>
                </a:ext>
              </a:extLst>
            </p:cNvPr>
            <p:cNvPicPr>
              <a:picLocks noChangeAspect="1"/>
            </p:cNvPicPr>
            <p:nvPr/>
          </p:nvPicPr>
          <p:blipFill>
            <a:blip r:embed="rId7"/>
            <a:stretch>
              <a:fillRect/>
            </a:stretch>
          </p:blipFill>
          <p:spPr>
            <a:xfrm>
              <a:off x="442362" y="3795013"/>
              <a:ext cx="5227741" cy="1952364"/>
            </a:xfrm>
            <a:prstGeom prst="rect">
              <a:avLst/>
            </a:prstGeom>
          </p:spPr>
        </p:pic>
        <p:sp>
          <p:nvSpPr>
            <p:cNvPr id="62" name="Rectangle 61">
              <a:extLst>
                <a:ext uri="{FF2B5EF4-FFF2-40B4-BE49-F238E27FC236}">
                  <a16:creationId xmlns:a16="http://schemas.microsoft.com/office/drawing/2014/main" id="{FB134398-96A7-B852-7C8B-F6105CD89DBF}"/>
                </a:ext>
              </a:extLst>
            </p:cNvPr>
            <p:cNvSpPr/>
            <p:nvPr/>
          </p:nvSpPr>
          <p:spPr>
            <a:xfrm>
              <a:off x="2980156" y="3795014"/>
              <a:ext cx="2689947" cy="1952364"/>
            </a:xfrm>
            <a:prstGeom prst="rect">
              <a:avLst/>
            </a:prstGeom>
            <a:noFill/>
            <a:ln w="12700">
              <a:solidFill>
                <a:schemeClr val="accent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3" name="TextBox 62">
            <a:extLst>
              <a:ext uri="{FF2B5EF4-FFF2-40B4-BE49-F238E27FC236}">
                <a16:creationId xmlns:a16="http://schemas.microsoft.com/office/drawing/2014/main" id="{D18477D5-1FD7-FC46-40AA-09BD9AAE04FC}"/>
              </a:ext>
            </a:extLst>
          </p:cNvPr>
          <p:cNvSpPr txBox="1"/>
          <p:nvPr/>
        </p:nvSpPr>
        <p:spPr>
          <a:xfrm>
            <a:off x="6031432" y="3618529"/>
            <a:ext cx="5410914" cy="2128848"/>
          </a:xfrm>
          <a:prstGeom prst="rect">
            <a:avLst/>
          </a:prstGeom>
          <a:solidFill>
            <a:schemeClr val="accent4">
              <a:lumMod val="20000"/>
              <a:lumOff val="80000"/>
            </a:schemeClr>
          </a:solidFill>
          <a:ln>
            <a:solidFill>
              <a:schemeClr val="accent3"/>
            </a:solidFill>
          </a:ln>
        </p:spPr>
        <p:txBody>
          <a:bodyPr wrap="square" lIns="0" tIns="0" rIns="0" bIns="0" rtlCol="0" anchor="ctr">
            <a:noAutofit/>
          </a:bodyPr>
          <a:lstStyle/>
          <a:p>
            <a:pPr algn="ctr"/>
            <a:r>
              <a:rPr lang="en-US" sz="1100" dirty="0">
                <a:effectLst/>
                <a:ea typeface="Inter" panose="02000503000000020004" pitchFamily="2" charset="0"/>
              </a:rPr>
              <a:t>Key Columns are </a:t>
            </a:r>
            <a:r>
              <a:rPr lang="en-US" sz="1100" b="1" dirty="0">
                <a:effectLst/>
                <a:ea typeface="Inter" panose="02000503000000020004" pitchFamily="2" charset="0"/>
              </a:rPr>
              <a:t>Accept/Reject and Feedback</a:t>
            </a:r>
            <a:r>
              <a:rPr lang="en-US" sz="1100" dirty="0">
                <a:effectLst/>
                <a:ea typeface="Inter" panose="02000503000000020004" pitchFamily="2" charset="0"/>
              </a:rPr>
              <a:t>,</a:t>
            </a:r>
          </a:p>
          <a:p>
            <a:pPr algn="ctr"/>
            <a:r>
              <a:rPr lang="en-US" sz="1100" dirty="0">
                <a:effectLst/>
                <a:ea typeface="Inter" panose="02000503000000020004" pitchFamily="2" charset="0"/>
              </a:rPr>
              <a:t>where a CM Accepts or Rejects a swap, and </a:t>
            </a:r>
            <a:r>
              <a:rPr lang="en-US" sz="1100" dirty="0">
                <a:ea typeface="Inter" panose="02000503000000020004" pitchFamily="2" charset="0"/>
              </a:rPr>
              <a:t>gives a reasoning to a Reject</a:t>
            </a:r>
            <a:endParaRPr lang="en-US" sz="1100" dirty="0">
              <a:effectLst/>
              <a:ea typeface="Inter" panose="02000503000000020004" pitchFamily="2" charset="0"/>
            </a:endParaRPr>
          </a:p>
        </p:txBody>
      </p:sp>
    </p:spTree>
    <p:extLst>
      <p:ext uri="{BB962C8B-B14F-4D97-AF65-F5344CB8AC3E}">
        <p14:creationId xmlns:p14="http://schemas.microsoft.com/office/powerpoint/2010/main" val="2404107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6B03B-51DB-B6A7-4B69-0EC53B8A357C}"/>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B13647BC-BEF1-BF1C-5BBD-2D9044323821}"/>
              </a:ext>
            </a:extLst>
          </p:cNvPr>
          <p:cNvGraphicFramePr>
            <a:graphicFrameLocks noChangeAspect="1"/>
          </p:cNvGraphicFramePr>
          <p:nvPr>
            <p:custDataLst>
              <p:tags r:id="rId1"/>
            </p:custDataLst>
            <p:extLst>
              <p:ext uri="{D42A27DB-BD31-4B8C-83A1-F6EECF244321}">
                <p14:modId xmlns:p14="http://schemas.microsoft.com/office/powerpoint/2010/main" val="40887378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13" name="think-cell data - do not delete" hidden="1">
                        <a:extLst>
                          <a:ext uri="{FF2B5EF4-FFF2-40B4-BE49-F238E27FC236}">
                            <a16:creationId xmlns:a16="http://schemas.microsoft.com/office/drawing/2014/main" id="{B13647BC-BEF1-BF1C-5BBD-2D90443238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2DA4B0FA-250D-C86C-EC47-342C24D68258}"/>
              </a:ext>
            </a:extLst>
          </p:cNvPr>
          <p:cNvSpPr>
            <a:spLocks noGrp="1"/>
          </p:cNvSpPr>
          <p:nvPr>
            <p:ph type="title"/>
          </p:nvPr>
        </p:nvSpPr>
        <p:spPr/>
        <p:txBody>
          <a:bodyPr vert="horz"/>
          <a:lstStyle/>
          <a:p>
            <a:r>
              <a:rPr lang="en-US" dirty="0"/>
              <a:t>Incorporate Feedback</a:t>
            </a:r>
          </a:p>
        </p:txBody>
      </p:sp>
      <p:grpSp>
        <p:nvGrpSpPr>
          <p:cNvPr id="6" name="Group 5">
            <a:extLst>
              <a:ext uri="{FF2B5EF4-FFF2-40B4-BE49-F238E27FC236}">
                <a16:creationId xmlns:a16="http://schemas.microsoft.com/office/drawing/2014/main" id="{54F1EAFD-343F-4193-6515-87CEECF4D2B5}"/>
              </a:ext>
            </a:extLst>
          </p:cNvPr>
          <p:cNvGrpSpPr/>
          <p:nvPr>
            <p:custDataLst>
              <p:tags r:id="rId2"/>
            </p:custDataLst>
          </p:nvPr>
        </p:nvGrpSpPr>
        <p:grpSpPr>
          <a:xfrm>
            <a:off x="493713" y="90661"/>
            <a:ext cx="11255925" cy="244777"/>
            <a:chOff x="493714" y="1663700"/>
            <a:chExt cx="9123933" cy="381000"/>
          </a:xfrm>
          <a:solidFill>
            <a:schemeClr val="accent6">
              <a:lumMod val="20000"/>
              <a:lumOff val="80000"/>
            </a:schemeClr>
          </a:solidFill>
        </p:grpSpPr>
        <p:sp>
          <p:nvSpPr>
            <p:cNvPr id="7" name="MekkoValueChainHeader638810835418479876">
              <a:extLst>
                <a:ext uri="{FF2B5EF4-FFF2-40B4-BE49-F238E27FC236}">
                  <a16:creationId xmlns:a16="http://schemas.microsoft.com/office/drawing/2014/main" id="{AEB1F2CB-7989-8C6F-8639-849A03DADF45}"/>
                </a:ext>
              </a:extLst>
            </p:cNvPr>
            <p:cNvSpPr/>
            <p:nvPr/>
          </p:nvSpPr>
          <p:spPr>
            <a:xfrm>
              <a:off x="493714" y="1663700"/>
              <a:ext cx="2390711" cy="381000"/>
            </a:xfrm>
            <a:prstGeom prst="homePlate">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Taxonomy</a:t>
              </a:r>
            </a:p>
          </p:txBody>
        </p:sp>
        <p:sp>
          <p:nvSpPr>
            <p:cNvPr id="8" name="MekkoValueChainHeader638810835418479876638810835418862802">
              <a:extLst>
                <a:ext uri="{FF2B5EF4-FFF2-40B4-BE49-F238E27FC236}">
                  <a16:creationId xmlns:a16="http://schemas.microsoft.com/office/drawing/2014/main" id="{B31EE0F0-E8B3-9A44-CCAA-A13F105B02EA}"/>
                </a:ext>
              </a:extLst>
            </p:cNvPr>
            <p:cNvSpPr/>
            <p:nvPr/>
          </p:nvSpPr>
          <p:spPr>
            <a:xfrm>
              <a:off x="2738121" y="1663700"/>
              <a:ext cx="2390711" cy="381000"/>
            </a:xfrm>
            <a:prstGeom prst="chevron">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Suggest Subs</a:t>
              </a:r>
            </a:p>
          </p:txBody>
        </p:sp>
        <p:sp>
          <p:nvSpPr>
            <p:cNvPr id="11" name="MekkoValueChainHeader638810835418479876638810835418862802638810835419123947">
              <a:extLst>
                <a:ext uri="{FF2B5EF4-FFF2-40B4-BE49-F238E27FC236}">
                  <a16:creationId xmlns:a16="http://schemas.microsoft.com/office/drawing/2014/main" id="{C6369B6A-1C3B-2F2E-7DBE-50C4AB51B4FA}"/>
                </a:ext>
              </a:extLst>
            </p:cNvPr>
            <p:cNvSpPr/>
            <p:nvPr/>
          </p:nvSpPr>
          <p:spPr>
            <a:xfrm>
              <a:off x="4982529" y="1663700"/>
              <a:ext cx="2390711" cy="381000"/>
            </a:xfrm>
            <a:prstGeom prst="chevron">
              <a:avLst>
                <a:gd name="adj" fmla="val 38400"/>
              </a:avLst>
            </a:prstGeom>
            <a:solidFill>
              <a:schemeClr val="accent1"/>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Incorporate Feedback</a:t>
              </a:r>
            </a:p>
          </p:txBody>
        </p:sp>
        <p:sp>
          <p:nvSpPr>
            <p:cNvPr id="12" name="MekkoValueChainHeader638810835418479876638810835418862802638810835419123947638810835419383009">
              <a:extLst>
                <a:ext uri="{FF2B5EF4-FFF2-40B4-BE49-F238E27FC236}">
                  <a16:creationId xmlns:a16="http://schemas.microsoft.com/office/drawing/2014/main" id="{E450D182-A0D7-51ED-C978-F20812C521C1}"/>
                </a:ext>
              </a:extLst>
            </p:cNvPr>
            <p:cNvSpPr/>
            <p:nvPr/>
          </p:nvSpPr>
          <p:spPr>
            <a:xfrm>
              <a:off x="7226936" y="1663700"/>
              <a:ext cx="2390711" cy="381000"/>
            </a:xfrm>
            <a:prstGeom prst="chevron">
              <a:avLst>
                <a:gd name="adj" fmla="val 38400"/>
              </a:avLst>
            </a:prstGeom>
            <a:grp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Optimization</a:t>
              </a:r>
            </a:p>
          </p:txBody>
        </p:sp>
      </p:grpSp>
      <p:grpSp>
        <p:nvGrpSpPr>
          <p:cNvPr id="64" name="Group 63">
            <a:extLst>
              <a:ext uri="{FF2B5EF4-FFF2-40B4-BE49-F238E27FC236}">
                <a16:creationId xmlns:a16="http://schemas.microsoft.com/office/drawing/2014/main" id="{228603E2-3F28-5D5A-24AC-86DA587A58C4}"/>
              </a:ext>
            </a:extLst>
          </p:cNvPr>
          <p:cNvGrpSpPr/>
          <p:nvPr/>
        </p:nvGrpSpPr>
        <p:grpSpPr>
          <a:xfrm>
            <a:off x="493714" y="1386331"/>
            <a:ext cx="4064840" cy="1719951"/>
            <a:chOff x="442362" y="3795013"/>
            <a:chExt cx="5227741" cy="1952365"/>
          </a:xfrm>
        </p:grpSpPr>
        <p:pic>
          <p:nvPicPr>
            <p:cNvPr id="23" name="Picture 22">
              <a:extLst>
                <a:ext uri="{FF2B5EF4-FFF2-40B4-BE49-F238E27FC236}">
                  <a16:creationId xmlns:a16="http://schemas.microsoft.com/office/drawing/2014/main" id="{7496C81A-2E12-AC26-7409-8B19DEDE1415}"/>
                </a:ext>
              </a:extLst>
            </p:cNvPr>
            <p:cNvPicPr>
              <a:picLocks noChangeAspect="1"/>
            </p:cNvPicPr>
            <p:nvPr/>
          </p:nvPicPr>
          <p:blipFill>
            <a:blip r:embed="rId6"/>
            <a:stretch>
              <a:fillRect/>
            </a:stretch>
          </p:blipFill>
          <p:spPr>
            <a:xfrm>
              <a:off x="442362" y="3795013"/>
              <a:ext cx="5227741" cy="1952364"/>
            </a:xfrm>
            <a:prstGeom prst="rect">
              <a:avLst/>
            </a:prstGeom>
          </p:spPr>
        </p:pic>
        <p:sp>
          <p:nvSpPr>
            <p:cNvPr id="62" name="Rectangle 61">
              <a:extLst>
                <a:ext uri="{FF2B5EF4-FFF2-40B4-BE49-F238E27FC236}">
                  <a16:creationId xmlns:a16="http://schemas.microsoft.com/office/drawing/2014/main" id="{1E2AADE1-7DEF-E9CC-8195-880B9A938333}"/>
                </a:ext>
              </a:extLst>
            </p:cNvPr>
            <p:cNvSpPr/>
            <p:nvPr/>
          </p:nvSpPr>
          <p:spPr>
            <a:xfrm>
              <a:off x="2980156" y="3795014"/>
              <a:ext cx="2689947" cy="1952364"/>
            </a:xfrm>
            <a:prstGeom prst="rect">
              <a:avLst/>
            </a:prstGeom>
            <a:noFill/>
            <a:ln w="12700">
              <a:solidFill>
                <a:schemeClr val="accent3"/>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aphicFrame>
        <p:nvGraphicFramePr>
          <p:cNvPr id="4" name="Table 3">
            <a:extLst>
              <a:ext uri="{FF2B5EF4-FFF2-40B4-BE49-F238E27FC236}">
                <a16:creationId xmlns:a16="http://schemas.microsoft.com/office/drawing/2014/main" id="{6F9040FD-4180-6C26-F546-D07F7A608D97}"/>
              </a:ext>
            </a:extLst>
          </p:cNvPr>
          <p:cNvGraphicFramePr>
            <a:graphicFrameLocks noGrp="1"/>
          </p:cNvGraphicFramePr>
          <p:nvPr>
            <p:extLst>
              <p:ext uri="{D42A27DB-BD31-4B8C-83A1-F6EECF244321}">
                <p14:modId xmlns:p14="http://schemas.microsoft.com/office/powerpoint/2010/main" val="1686433981"/>
              </p:ext>
            </p:extLst>
          </p:nvPr>
        </p:nvGraphicFramePr>
        <p:xfrm>
          <a:off x="5153099" y="1386331"/>
          <a:ext cx="3479913" cy="1748184"/>
        </p:xfrm>
        <a:graphic>
          <a:graphicData uri="http://schemas.openxmlformats.org/drawingml/2006/table">
            <a:tbl>
              <a:tblPr/>
              <a:tblGrid>
                <a:gridCol w="1066322">
                  <a:extLst>
                    <a:ext uri="{9D8B030D-6E8A-4147-A177-3AD203B41FA5}">
                      <a16:colId xmlns:a16="http://schemas.microsoft.com/office/drawing/2014/main" val="1125958200"/>
                    </a:ext>
                  </a:extLst>
                </a:gridCol>
                <a:gridCol w="1112615">
                  <a:extLst>
                    <a:ext uri="{9D8B030D-6E8A-4147-A177-3AD203B41FA5}">
                      <a16:colId xmlns:a16="http://schemas.microsoft.com/office/drawing/2014/main" val="2718664354"/>
                    </a:ext>
                  </a:extLst>
                </a:gridCol>
                <a:gridCol w="521332">
                  <a:extLst>
                    <a:ext uri="{9D8B030D-6E8A-4147-A177-3AD203B41FA5}">
                      <a16:colId xmlns:a16="http://schemas.microsoft.com/office/drawing/2014/main" val="1011707408"/>
                    </a:ext>
                  </a:extLst>
                </a:gridCol>
                <a:gridCol w="779644">
                  <a:extLst>
                    <a:ext uri="{9D8B030D-6E8A-4147-A177-3AD203B41FA5}">
                      <a16:colId xmlns:a16="http://schemas.microsoft.com/office/drawing/2014/main" val="3688348916"/>
                    </a:ext>
                  </a:extLst>
                </a:gridCol>
              </a:tblGrid>
              <a:tr h="322746">
                <a:tc>
                  <a:txBody>
                    <a:bodyPr/>
                    <a:lstStyle/>
                    <a:p>
                      <a:pPr algn="l" fontAlgn="b"/>
                      <a:r>
                        <a:rPr lang="en-US" sz="1000" b="1" i="0" u="none" strike="noStrike" dirty="0">
                          <a:solidFill>
                            <a:srgbClr val="FFFFFF"/>
                          </a:solidFill>
                          <a:effectLst/>
                          <a:latin typeface="Inter" panose="02000503000000020004" pitchFamily="2" charset="0"/>
                        </a:rPr>
                        <a:t>Target Item</a:t>
                      </a:r>
                    </a:p>
                  </a:txBody>
                  <a:tcPr marL="0" marR="0" marT="0" marB="0" anchor="ctr">
                    <a:lnL>
                      <a:noFill/>
                    </a:lnL>
                    <a:lnR>
                      <a:noFill/>
                    </a:lnR>
                    <a:lnT>
                      <a:noFill/>
                    </a:lnT>
                    <a:lnB>
                      <a:noFill/>
                    </a:lnB>
                    <a:solidFill>
                      <a:srgbClr val="022479"/>
                    </a:solidFill>
                  </a:tcPr>
                </a:tc>
                <a:tc>
                  <a:txBody>
                    <a:bodyPr/>
                    <a:lstStyle/>
                    <a:p>
                      <a:pPr algn="l" fontAlgn="b"/>
                      <a:r>
                        <a:rPr lang="en-US" sz="1000" b="1" i="0" u="none" strike="noStrike" dirty="0">
                          <a:solidFill>
                            <a:srgbClr val="FFFFFF"/>
                          </a:solidFill>
                          <a:effectLst/>
                          <a:latin typeface="Inter" panose="02000503000000020004" pitchFamily="2" charset="0"/>
                        </a:rPr>
                        <a:t>Sub Item</a:t>
                      </a:r>
                    </a:p>
                  </a:txBody>
                  <a:tcPr marL="0" marR="0" marT="0" marB="0" anchor="ctr">
                    <a:lnL>
                      <a:noFill/>
                    </a:lnL>
                    <a:lnR>
                      <a:noFill/>
                    </a:lnR>
                    <a:lnT>
                      <a:noFill/>
                    </a:lnT>
                    <a:lnB>
                      <a:noFill/>
                    </a:lnB>
                    <a:solidFill>
                      <a:srgbClr val="022479"/>
                    </a:solidFill>
                  </a:tcPr>
                </a:tc>
                <a:tc>
                  <a:txBody>
                    <a:bodyPr/>
                    <a:lstStyle/>
                    <a:p>
                      <a:pPr algn="l" fontAlgn="b"/>
                      <a:r>
                        <a:rPr lang="en-US" sz="1000" b="1" i="0" u="none" strike="noStrike" dirty="0">
                          <a:solidFill>
                            <a:srgbClr val="FFFFFF"/>
                          </a:solidFill>
                          <a:effectLst/>
                          <a:latin typeface="Inter" panose="02000503000000020004" pitchFamily="2" charset="0"/>
                        </a:rPr>
                        <a:t>Accept/ Reject</a:t>
                      </a:r>
                    </a:p>
                  </a:txBody>
                  <a:tcPr marL="0" marR="0" marT="0" marB="0" anchor="ctr">
                    <a:lnL>
                      <a:noFill/>
                    </a:lnL>
                    <a:lnR>
                      <a:noFill/>
                    </a:lnR>
                    <a:lnT>
                      <a:noFill/>
                    </a:lnT>
                    <a:lnB>
                      <a:noFill/>
                    </a:lnB>
                    <a:solidFill>
                      <a:srgbClr val="022479"/>
                    </a:solidFill>
                  </a:tcPr>
                </a:tc>
                <a:tc>
                  <a:txBody>
                    <a:bodyPr/>
                    <a:lstStyle/>
                    <a:p>
                      <a:pPr algn="l" fontAlgn="b"/>
                      <a:r>
                        <a:rPr lang="en-US" sz="1000" b="1" i="0" u="none" strike="noStrike" dirty="0">
                          <a:solidFill>
                            <a:srgbClr val="FFFFFF"/>
                          </a:solidFill>
                          <a:effectLst/>
                          <a:latin typeface="Inter" panose="02000503000000020004" pitchFamily="2" charset="0"/>
                        </a:rPr>
                        <a:t>Feedback</a:t>
                      </a:r>
                    </a:p>
                  </a:txBody>
                  <a:tcPr marL="0" marR="0" marT="0" marB="0" anchor="ctr">
                    <a:lnL>
                      <a:noFill/>
                    </a:lnL>
                    <a:lnR>
                      <a:noFill/>
                    </a:lnR>
                    <a:lnT>
                      <a:noFill/>
                    </a:lnT>
                    <a:lnB>
                      <a:noFill/>
                    </a:lnB>
                    <a:solidFill>
                      <a:srgbClr val="022479"/>
                    </a:solidFill>
                  </a:tcPr>
                </a:tc>
                <a:extLst>
                  <a:ext uri="{0D108BD9-81ED-4DB2-BD59-A6C34878D82A}">
                    <a16:rowId xmlns:a16="http://schemas.microsoft.com/office/drawing/2014/main" val="4031977901"/>
                  </a:ext>
                </a:extLst>
              </a:tr>
              <a:tr h="322746">
                <a:tc>
                  <a:txBody>
                    <a:bodyPr/>
                    <a:lstStyle/>
                    <a:p>
                      <a:pPr algn="l" fontAlgn="b"/>
                      <a:r>
                        <a:rPr lang="en-US" sz="1000" b="0" i="0" u="none" strike="noStrike" dirty="0">
                          <a:solidFill>
                            <a:srgbClr val="000000"/>
                          </a:solidFill>
                          <a:effectLst/>
                          <a:latin typeface="Inter" panose="02000503000000020004" pitchFamily="2" charset="0"/>
                        </a:rPr>
                        <a:t>1--VBSWTPP9B</a:t>
                      </a:r>
                    </a:p>
                  </a:txBody>
                  <a:tcPr marL="0" marR="0" marT="0" marB="0" anchor="b">
                    <a:lnL>
                      <a:noFill/>
                    </a:lnL>
                    <a:lnR>
                      <a:noFill/>
                    </a:lnR>
                    <a:lnT>
                      <a:noFill/>
                    </a:lnT>
                    <a:lnB>
                      <a:noFill/>
                    </a:lnB>
                    <a:noFill/>
                  </a:tcPr>
                </a:tc>
                <a:tc>
                  <a:txBody>
                    <a:bodyPr/>
                    <a:lstStyle/>
                    <a:p>
                      <a:pPr algn="l" fontAlgn="b"/>
                      <a:r>
                        <a:rPr lang="en-US" sz="1000" b="0" i="0" u="none" strike="noStrike" dirty="0">
                          <a:solidFill>
                            <a:srgbClr val="000000"/>
                          </a:solidFill>
                          <a:effectLst/>
                          <a:latin typeface="Inter" panose="02000503000000020004" pitchFamily="2" charset="0"/>
                        </a:rPr>
                        <a:t>1--088</a:t>
                      </a:r>
                    </a:p>
                  </a:txBody>
                  <a:tcPr marL="0" marR="0" marT="0" marB="0" anchor="b">
                    <a:lnL>
                      <a:noFill/>
                    </a:lnL>
                    <a:lnR>
                      <a:noFill/>
                    </a:lnR>
                    <a:lnT>
                      <a:noFill/>
                    </a:lnT>
                    <a:lnB>
                      <a:noFill/>
                    </a:lnB>
                    <a:noFill/>
                  </a:tcPr>
                </a:tc>
                <a:tc>
                  <a:txBody>
                    <a:bodyPr/>
                    <a:lstStyle/>
                    <a:p>
                      <a:pPr algn="l" fontAlgn="b"/>
                      <a:r>
                        <a:rPr lang="en-US" sz="1000" b="0" i="0" u="none" strike="noStrike" dirty="0">
                          <a:solidFill>
                            <a:srgbClr val="000000"/>
                          </a:solidFill>
                          <a:effectLst/>
                          <a:latin typeface="Inter" panose="02000503000000020004" pitchFamily="2" charset="0"/>
                        </a:rPr>
                        <a:t>Accept</a:t>
                      </a:r>
                    </a:p>
                  </a:txBody>
                  <a:tcPr marL="0" marR="0" marT="0" marB="0" anchor="b">
                    <a:lnL>
                      <a:noFill/>
                    </a:lnL>
                    <a:lnR>
                      <a:noFill/>
                    </a:lnR>
                    <a:lnT>
                      <a:noFill/>
                    </a:lnT>
                    <a:lnB>
                      <a:noFill/>
                    </a:lnB>
                    <a:noFill/>
                  </a:tcPr>
                </a:tc>
                <a:tc>
                  <a:txBody>
                    <a:bodyPr/>
                    <a:lstStyle/>
                    <a:p>
                      <a:pPr algn="l" fontAlgn="b"/>
                      <a:endParaRPr lang="en-US" sz="1000" b="0" i="0" u="none" strike="noStrike" dirty="0">
                        <a:solidFill>
                          <a:srgbClr val="000000"/>
                        </a:solidFill>
                        <a:effectLst/>
                        <a:latin typeface="Inter" panose="02000503000000020004" pitchFamily="2" charset="0"/>
                      </a:endParaRPr>
                    </a:p>
                  </a:txBody>
                  <a:tcPr marL="0" marR="0" marT="0" marB="0" anchor="b">
                    <a:lnL>
                      <a:noFill/>
                    </a:lnL>
                    <a:lnR>
                      <a:noFill/>
                    </a:lnR>
                    <a:lnT>
                      <a:noFill/>
                    </a:lnT>
                    <a:lnB>
                      <a:noFill/>
                    </a:lnB>
                    <a:noFill/>
                  </a:tcPr>
                </a:tc>
                <a:extLst>
                  <a:ext uri="{0D108BD9-81ED-4DB2-BD59-A6C34878D82A}">
                    <a16:rowId xmlns:a16="http://schemas.microsoft.com/office/drawing/2014/main" val="4264363695"/>
                  </a:ext>
                </a:extLst>
              </a:tr>
              <a:tr h="32274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1--VBSWTPP9B</a:t>
                      </a:r>
                    </a:p>
                  </a:txBody>
                  <a:tcPr marL="0" marR="0" marT="0" marB="0" anchor="b">
                    <a:lnL>
                      <a:noFill/>
                    </a:lnL>
                    <a:lnR>
                      <a:noFill/>
                    </a:lnR>
                    <a:lnT>
                      <a:noFill/>
                    </a:lnT>
                    <a:lnB>
                      <a:noFill/>
                    </a:lnB>
                    <a:noFill/>
                  </a:tcPr>
                </a:tc>
                <a:tc>
                  <a:txBody>
                    <a:bodyPr/>
                    <a:lstStyle/>
                    <a:p>
                      <a:pPr algn="l" fontAlgn="b"/>
                      <a:r>
                        <a:rPr lang="en-US" sz="1000" b="0" i="0" u="none" strike="noStrike">
                          <a:solidFill>
                            <a:srgbClr val="000000"/>
                          </a:solidFill>
                          <a:effectLst/>
                          <a:latin typeface="Inter" panose="02000503000000020004" pitchFamily="2" charset="0"/>
                        </a:rPr>
                        <a:t>1--102806098</a:t>
                      </a:r>
                    </a:p>
                  </a:txBody>
                  <a:tcPr marL="0" marR="0" marT="0" marB="0" anchor="b">
                    <a:lnL>
                      <a:noFill/>
                    </a:lnL>
                    <a:lnR>
                      <a:noFill/>
                    </a:lnR>
                    <a:lnT>
                      <a:noFill/>
                    </a:lnT>
                    <a:lnB>
                      <a:noFill/>
                    </a:lnB>
                    <a:noFill/>
                  </a:tcPr>
                </a:tc>
                <a:tc>
                  <a:txBody>
                    <a:bodyPr/>
                    <a:lstStyle/>
                    <a:p>
                      <a:pPr algn="l" fontAlgn="b"/>
                      <a:r>
                        <a:rPr lang="en-US" sz="1000" b="0" i="0" u="none" strike="noStrike" dirty="0">
                          <a:solidFill>
                            <a:srgbClr val="000000"/>
                          </a:solidFill>
                          <a:effectLst/>
                          <a:latin typeface="Inter" panose="02000503000000020004" pitchFamily="2" charset="0"/>
                        </a:rPr>
                        <a:t>Accept</a:t>
                      </a:r>
                    </a:p>
                  </a:txBody>
                  <a:tcPr marL="0" marR="0" marT="0" marB="0" anchor="b">
                    <a:lnL>
                      <a:noFill/>
                    </a:lnL>
                    <a:lnR>
                      <a:noFill/>
                    </a:lnR>
                    <a:lnT>
                      <a:noFill/>
                    </a:lnT>
                    <a:lnB>
                      <a:noFill/>
                    </a:lnB>
                    <a:noFill/>
                  </a:tcPr>
                </a:tc>
                <a:tc>
                  <a:txBody>
                    <a:bodyPr/>
                    <a:lstStyle/>
                    <a:p>
                      <a:pPr algn="l" fontAlgn="b"/>
                      <a:endParaRPr lang="en-US" sz="1000" b="0" i="0" u="none" strike="noStrike" dirty="0">
                        <a:solidFill>
                          <a:srgbClr val="000000"/>
                        </a:solidFill>
                        <a:effectLst/>
                        <a:latin typeface="Inter" panose="02000503000000020004" pitchFamily="2" charset="0"/>
                      </a:endParaRPr>
                    </a:p>
                  </a:txBody>
                  <a:tcPr marL="0" marR="0" marT="0" marB="0" anchor="b">
                    <a:lnL>
                      <a:noFill/>
                    </a:lnL>
                    <a:lnR>
                      <a:noFill/>
                    </a:lnR>
                    <a:lnT>
                      <a:noFill/>
                    </a:lnT>
                    <a:lnB>
                      <a:noFill/>
                    </a:lnB>
                    <a:noFill/>
                  </a:tcPr>
                </a:tc>
                <a:extLst>
                  <a:ext uri="{0D108BD9-81ED-4DB2-BD59-A6C34878D82A}">
                    <a16:rowId xmlns:a16="http://schemas.microsoft.com/office/drawing/2014/main" val="706609985"/>
                  </a:ext>
                </a:extLst>
              </a:tr>
              <a:tr h="322746">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Inter" panose="02000503000000020004" pitchFamily="2" charset="0"/>
                          <a:ea typeface="+mn-ea"/>
                          <a:cs typeface="+mn-cs"/>
                        </a:rPr>
                        <a:t>1--VBSWTPP9B</a:t>
                      </a:r>
                      <a:endParaRPr kumimoji="0" lang="en-US" sz="1000" b="0" i="0" u="none" strike="noStrike" kern="1200" cap="none" spc="0" normalizeH="0" baseline="0" noProof="0" dirty="0">
                        <a:ln>
                          <a:noFill/>
                        </a:ln>
                        <a:solidFill>
                          <a:srgbClr val="000000"/>
                        </a:solidFill>
                        <a:effectLst/>
                        <a:uLnTx/>
                        <a:uFillTx/>
                        <a:latin typeface="Inter" panose="02000503000000020004" pitchFamily="2" charset="0"/>
                        <a:ea typeface="+mn-ea"/>
                        <a:cs typeface="+mn-cs"/>
                      </a:endParaRPr>
                    </a:p>
                  </a:txBody>
                  <a:tcPr marL="0" marR="0" marT="0" marB="0" anchor="b">
                    <a:lnL>
                      <a:noFill/>
                    </a:lnL>
                    <a:lnR>
                      <a:noFill/>
                    </a:lnR>
                    <a:lnT>
                      <a:noFill/>
                    </a:lnT>
                    <a:lnB>
                      <a:noFill/>
                    </a:lnB>
                    <a:noFill/>
                  </a:tcPr>
                </a:tc>
                <a:tc>
                  <a:txBody>
                    <a:bodyPr/>
                    <a:lstStyle/>
                    <a:p>
                      <a:pPr algn="l" fontAlgn="b"/>
                      <a:r>
                        <a:rPr lang="en-US" sz="1000" b="0" i="0" u="none" strike="noStrike">
                          <a:solidFill>
                            <a:srgbClr val="000000"/>
                          </a:solidFill>
                          <a:effectLst/>
                          <a:latin typeface="Inter" panose="02000503000000020004" pitchFamily="2" charset="0"/>
                        </a:rPr>
                        <a:t>1--102BL</a:t>
                      </a:r>
                    </a:p>
                  </a:txBody>
                  <a:tcPr marL="0" marR="0" marT="0" marB="0" anchor="b">
                    <a:lnL>
                      <a:noFill/>
                    </a:lnL>
                    <a:lnR>
                      <a:noFill/>
                    </a:lnR>
                    <a:lnT>
                      <a:noFill/>
                    </a:lnT>
                    <a:lnB>
                      <a:noFill/>
                    </a:lnB>
                    <a:noFill/>
                  </a:tcPr>
                </a:tc>
                <a:tc>
                  <a:txBody>
                    <a:bodyPr/>
                    <a:lstStyle/>
                    <a:p>
                      <a:pPr algn="l" fontAlgn="b"/>
                      <a:r>
                        <a:rPr lang="en-US" sz="1000" b="0" i="0" u="none" strike="noStrike" dirty="0">
                          <a:solidFill>
                            <a:srgbClr val="000000"/>
                          </a:solidFill>
                          <a:effectLst/>
                          <a:latin typeface="Inter" panose="02000503000000020004" pitchFamily="2" charset="0"/>
                        </a:rPr>
                        <a:t>Accept</a:t>
                      </a:r>
                    </a:p>
                  </a:txBody>
                  <a:tcPr marL="0" marR="0" marT="0" marB="0" anchor="b">
                    <a:lnL>
                      <a:noFill/>
                    </a:lnL>
                    <a:lnR>
                      <a:noFill/>
                    </a:lnR>
                    <a:lnT>
                      <a:noFill/>
                    </a:lnT>
                    <a:lnB>
                      <a:noFill/>
                    </a:lnB>
                    <a:noFill/>
                  </a:tcPr>
                </a:tc>
                <a:tc>
                  <a:txBody>
                    <a:bodyPr/>
                    <a:lstStyle/>
                    <a:p>
                      <a:pPr algn="l" fontAlgn="b"/>
                      <a:endParaRPr lang="en-US" sz="1000" b="0" i="0" u="none" strike="noStrike" dirty="0">
                        <a:solidFill>
                          <a:srgbClr val="000000"/>
                        </a:solidFill>
                        <a:effectLst/>
                        <a:latin typeface="Inter" panose="02000503000000020004" pitchFamily="2" charset="0"/>
                      </a:endParaRPr>
                    </a:p>
                  </a:txBody>
                  <a:tcPr marL="0" marR="0" marT="0" marB="0" anchor="b">
                    <a:lnL>
                      <a:noFill/>
                    </a:lnL>
                    <a:lnR>
                      <a:noFill/>
                    </a:lnR>
                    <a:lnT>
                      <a:noFill/>
                    </a:lnT>
                    <a:lnB>
                      <a:noFill/>
                    </a:lnB>
                    <a:noFill/>
                  </a:tcPr>
                </a:tc>
                <a:extLst>
                  <a:ext uri="{0D108BD9-81ED-4DB2-BD59-A6C34878D82A}">
                    <a16:rowId xmlns:a16="http://schemas.microsoft.com/office/drawing/2014/main" val="2849608642"/>
                  </a:ext>
                </a:extLst>
              </a:tr>
              <a:tr h="42896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Inter" panose="02000503000000020004" pitchFamily="2" charset="0"/>
                          <a:ea typeface="+mn-ea"/>
                          <a:cs typeface="+mn-cs"/>
                        </a:rPr>
                        <a:t>1--VBSWTPP9B</a:t>
                      </a:r>
                    </a:p>
                  </a:txBody>
                  <a:tcPr marL="0" marR="0" marT="0" marB="0" anchor="b">
                    <a:lnL>
                      <a:noFill/>
                    </a:lnL>
                    <a:lnR>
                      <a:noFill/>
                    </a:lnR>
                    <a:lnT>
                      <a:noFill/>
                    </a:lnT>
                    <a:lnB>
                      <a:noFill/>
                    </a:lnB>
                    <a:noFill/>
                  </a:tcPr>
                </a:tc>
                <a:tc>
                  <a:txBody>
                    <a:bodyPr/>
                    <a:lstStyle/>
                    <a:p>
                      <a:pPr algn="l" fontAlgn="b"/>
                      <a:r>
                        <a:rPr lang="en-US" sz="1000" b="0" i="0" u="none" strike="noStrike" dirty="0">
                          <a:solidFill>
                            <a:srgbClr val="000000"/>
                          </a:solidFill>
                          <a:effectLst/>
                          <a:latin typeface="Inter" panose="02000503000000020004" pitchFamily="2" charset="0"/>
                        </a:rPr>
                        <a:t>1--10471FORK</a:t>
                      </a:r>
                    </a:p>
                  </a:txBody>
                  <a:tcPr marL="0" marR="0" marT="0" marB="0" anchor="b">
                    <a:lnL>
                      <a:noFill/>
                    </a:lnL>
                    <a:lnR>
                      <a:noFill/>
                    </a:lnR>
                    <a:lnT>
                      <a:noFill/>
                    </a:lnT>
                    <a:lnB>
                      <a:noFill/>
                    </a:lnB>
                    <a:noFill/>
                  </a:tcPr>
                </a:tc>
                <a:tc>
                  <a:txBody>
                    <a:bodyPr/>
                    <a:lstStyle/>
                    <a:p>
                      <a:pPr algn="l" fontAlgn="b"/>
                      <a:r>
                        <a:rPr lang="en-US" sz="1000" b="0" i="0" u="none" strike="noStrike" dirty="0">
                          <a:solidFill>
                            <a:srgbClr val="000000"/>
                          </a:solidFill>
                          <a:effectLst/>
                          <a:latin typeface="Inter" panose="02000503000000020004" pitchFamily="2" charset="0"/>
                        </a:rPr>
                        <a:t>Reject</a:t>
                      </a:r>
                    </a:p>
                  </a:txBody>
                  <a:tcPr marL="0" marR="0" marT="0" marB="0" anchor="b">
                    <a:lnL>
                      <a:noFill/>
                    </a:lnL>
                    <a:lnR>
                      <a:noFill/>
                    </a:lnR>
                    <a:lnT>
                      <a:noFill/>
                    </a:lnT>
                    <a:lnB>
                      <a:noFill/>
                    </a:lnB>
                    <a:noFill/>
                  </a:tcPr>
                </a:tc>
                <a:tc>
                  <a:txBody>
                    <a:bodyPr/>
                    <a:lstStyle/>
                    <a:p>
                      <a:pPr algn="l" fontAlgn="b"/>
                      <a:r>
                        <a:rPr lang="en-US" sz="1000" b="0" i="0" u="none" strike="noStrike" dirty="0">
                          <a:solidFill>
                            <a:srgbClr val="000000"/>
                          </a:solidFill>
                          <a:effectLst/>
                          <a:latin typeface="Inter" panose="02000503000000020004" pitchFamily="2" charset="0"/>
                        </a:rPr>
                        <a:t>Individually Wrapped vs Bulk</a:t>
                      </a:r>
                    </a:p>
                  </a:txBody>
                  <a:tcPr marL="0" marR="0" marT="0" marB="0" anchor="b">
                    <a:lnL>
                      <a:noFill/>
                    </a:lnL>
                    <a:lnR>
                      <a:noFill/>
                    </a:lnR>
                    <a:lnT>
                      <a:noFill/>
                    </a:lnT>
                    <a:lnB>
                      <a:noFill/>
                    </a:lnB>
                    <a:noFill/>
                  </a:tcPr>
                </a:tc>
                <a:extLst>
                  <a:ext uri="{0D108BD9-81ED-4DB2-BD59-A6C34878D82A}">
                    <a16:rowId xmlns:a16="http://schemas.microsoft.com/office/drawing/2014/main" val="1896425545"/>
                  </a:ext>
                </a:extLst>
              </a:tr>
            </a:tbl>
          </a:graphicData>
        </a:graphic>
      </p:graphicFrame>
      <p:sp>
        <p:nvSpPr>
          <p:cNvPr id="5" name="Arrow: Left 4">
            <a:extLst>
              <a:ext uri="{FF2B5EF4-FFF2-40B4-BE49-F238E27FC236}">
                <a16:creationId xmlns:a16="http://schemas.microsoft.com/office/drawing/2014/main" id="{AD970687-9528-5264-06C0-8EF077F39633}"/>
              </a:ext>
            </a:extLst>
          </p:cNvPr>
          <p:cNvSpPr/>
          <p:nvPr/>
        </p:nvSpPr>
        <p:spPr>
          <a:xfrm rot="10800000">
            <a:off x="4666701" y="1984315"/>
            <a:ext cx="436451" cy="523982"/>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MekkoHeaderBox638768827108992923">
            <a:extLst>
              <a:ext uri="{FF2B5EF4-FFF2-40B4-BE49-F238E27FC236}">
                <a16:creationId xmlns:a16="http://schemas.microsoft.com/office/drawing/2014/main" id="{F908C177-D3C2-3058-8015-57A66234015B}"/>
              </a:ext>
            </a:extLst>
          </p:cNvPr>
          <p:cNvSpPr/>
          <p:nvPr/>
        </p:nvSpPr>
        <p:spPr>
          <a:xfrm>
            <a:off x="538843" y="3502379"/>
            <a:ext cx="3549063" cy="392557"/>
          </a:xfrm>
          <a:prstGeom prst="rect">
            <a:avLst/>
          </a:prstGeom>
          <a:blipFill dpi="0" rotWithShape="1">
            <a:blip r:embed="rId7"/>
            <a:srcRect/>
            <a:tile tx="0" ty="0" sx="100000" sy="100000" flip="none" algn="b"/>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1400" b="1" dirty="0">
                <a:solidFill>
                  <a:srgbClr val="000000"/>
                </a:solidFill>
              </a:rPr>
              <a:t>2. Revised Prompts Based on Feedback</a:t>
            </a:r>
          </a:p>
        </p:txBody>
      </p:sp>
      <p:sp>
        <p:nvSpPr>
          <p:cNvPr id="20" name="TextBox 19">
            <a:extLst>
              <a:ext uri="{FF2B5EF4-FFF2-40B4-BE49-F238E27FC236}">
                <a16:creationId xmlns:a16="http://schemas.microsoft.com/office/drawing/2014/main" id="{FB965333-E433-E82B-059A-0EA61C83D78F}"/>
              </a:ext>
            </a:extLst>
          </p:cNvPr>
          <p:cNvSpPr txBox="1"/>
          <p:nvPr/>
        </p:nvSpPr>
        <p:spPr>
          <a:xfrm>
            <a:off x="600902" y="3936317"/>
            <a:ext cx="3677820" cy="2257028"/>
          </a:xfrm>
          <a:prstGeom prst="rect">
            <a:avLst/>
          </a:prstGeom>
          <a:noFill/>
        </p:spPr>
        <p:txBody>
          <a:bodyPr wrap="square" lIns="0" tIns="0" rIns="0" bIns="0" rtlCol="0">
            <a:spAutoFit/>
          </a:bodyPr>
          <a:lstStyle/>
          <a:p>
            <a:pPr>
              <a:spcAft>
                <a:spcPts val="100"/>
              </a:spcAft>
            </a:pPr>
            <a:r>
              <a:rPr lang="en-US" sz="1400" dirty="0">
                <a:ea typeface="Inter" panose="02000503000000020004" pitchFamily="2" charset="0"/>
              </a:rPr>
              <a:t>“ You are a CM – are these items a match</a:t>
            </a:r>
            <a:endParaRPr lang="en-US" sz="1400" dirty="0">
              <a:effectLst/>
              <a:ea typeface="Inter" panose="02000503000000020004" pitchFamily="2" charset="0"/>
            </a:endParaRPr>
          </a:p>
          <a:p>
            <a:pPr>
              <a:spcAft>
                <a:spcPts val="100"/>
              </a:spcAft>
            </a:pPr>
            <a:endParaRPr lang="en-US" sz="1400" dirty="0">
              <a:effectLst/>
              <a:ea typeface="Inter" panose="02000503000000020004" pitchFamily="2" charset="0"/>
            </a:endParaRPr>
          </a:p>
          <a:p>
            <a:pPr>
              <a:spcAft>
                <a:spcPts val="100"/>
              </a:spcAft>
            </a:pPr>
            <a:r>
              <a:rPr lang="en-US" sz="1400" dirty="0">
                <a:effectLst/>
                <a:ea typeface="Inter" panose="02000503000000020004" pitchFamily="2" charset="0"/>
              </a:rPr>
              <a:t>Target Item</a:t>
            </a:r>
          </a:p>
          <a:p>
            <a:pPr marL="285750" indent="-285750">
              <a:spcAft>
                <a:spcPts val="100"/>
              </a:spcAft>
              <a:buFont typeface="Arial" panose="020B0604020202020204" pitchFamily="34" charset="0"/>
              <a:buChar char="•"/>
            </a:pPr>
            <a:r>
              <a:rPr lang="en-US" sz="1400" dirty="0">
                <a:ea typeface="Inter" panose="02000503000000020004" pitchFamily="2" charset="0"/>
              </a:rPr>
              <a:t>Attributes</a:t>
            </a:r>
          </a:p>
          <a:p>
            <a:pPr>
              <a:spcAft>
                <a:spcPts val="100"/>
              </a:spcAft>
            </a:pPr>
            <a:endParaRPr lang="en-US" sz="1400" dirty="0">
              <a:ea typeface="Inter" panose="02000503000000020004" pitchFamily="2" charset="0"/>
            </a:endParaRPr>
          </a:p>
          <a:p>
            <a:pPr>
              <a:spcAft>
                <a:spcPts val="100"/>
              </a:spcAft>
            </a:pPr>
            <a:r>
              <a:rPr lang="en-US" sz="1400" dirty="0">
                <a:effectLst/>
                <a:ea typeface="Inter" panose="02000503000000020004" pitchFamily="2" charset="0"/>
              </a:rPr>
              <a:t>Top Similar Items from Embeddings</a:t>
            </a:r>
          </a:p>
          <a:p>
            <a:pPr marL="285750" indent="-285750">
              <a:spcAft>
                <a:spcPts val="100"/>
              </a:spcAft>
              <a:buFont typeface="Arial" panose="020B0604020202020204" pitchFamily="34" charset="0"/>
              <a:buChar char="•"/>
            </a:pPr>
            <a:r>
              <a:rPr lang="en-US" sz="1400" dirty="0">
                <a:ea typeface="Inter" panose="02000503000000020004" pitchFamily="2" charset="0"/>
              </a:rPr>
              <a:t>Attributes </a:t>
            </a:r>
          </a:p>
          <a:p>
            <a:pPr marL="285750" indent="-285750">
              <a:spcAft>
                <a:spcPts val="100"/>
              </a:spcAft>
              <a:buFont typeface="Arial" panose="020B0604020202020204" pitchFamily="34" charset="0"/>
              <a:buChar char="•"/>
            </a:pPr>
            <a:endParaRPr lang="en-US" sz="1400" dirty="0">
              <a:ea typeface="Inter" panose="02000503000000020004" pitchFamily="2" charset="0"/>
            </a:endParaRPr>
          </a:p>
          <a:p>
            <a:pPr>
              <a:spcAft>
                <a:spcPts val="100"/>
              </a:spcAft>
            </a:pPr>
            <a:r>
              <a:rPr lang="en-US" sz="1400" b="1" dirty="0">
                <a:ea typeface="Inter" panose="02000503000000020004" pitchFamily="2" charset="0"/>
              </a:rPr>
              <a:t>Also here’s some feedback to keep in mind …</a:t>
            </a:r>
            <a:r>
              <a:rPr lang="en-US" sz="1400" dirty="0">
                <a:ea typeface="Inter" panose="02000503000000020004" pitchFamily="2" charset="0"/>
              </a:rPr>
              <a:t>”</a:t>
            </a:r>
          </a:p>
        </p:txBody>
      </p:sp>
      <p:grpSp>
        <p:nvGrpSpPr>
          <p:cNvPr id="21" name="Group 20">
            <a:extLst>
              <a:ext uri="{FF2B5EF4-FFF2-40B4-BE49-F238E27FC236}">
                <a16:creationId xmlns:a16="http://schemas.microsoft.com/office/drawing/2014/main" id="{27F9679F-7A56-015B-F730-8E70B70DDEBF}"/>
              </a:ext>
            </a:extLst>
          </p:cNvPr>
          <p:cNvGrpSpPr/>
          <p:nvPr/>
        </p:nvGrpSpPr>
        <p:grpSpPr>
          <a:xfrm>
            <a:off x="5464141" y="4456755"/>
            <a:ext cx="1005840" cy="1005840"/>
            <a:chOff x="5477353" y="3153785"/>
            <a:chExt cx="1254759" cy="1254759"/>
          </a:xfrm>
        </p:grpSpPr>
        <p:sp>
          <p:nvSpPr>
            <p:cNvPr id="22" name="Oval 21">
              <a:extLst>
                <a:ext uri="{FF2B5EF4-FFF2-40B4-BE49-F238E27FC236}">
                  <a16:creationId xmlns:a16="http://schemas.microsoft.com/office/drawing/2014/main" id="{B686B076-9BA7-2397-2098-88C3DB6E4299}"/>
                </a:ext>
              </a:extLst>
            </p:cNvPr>
            <p:cNvSpPr/>
            <p:nvPr/>
          </p:nvSpPr>
          <p:spPr>
            <a:xfrm>
              <a:off x="5477353" y="3153785"/>
              <a:ext cx="1254759" cy="1254759"/>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96E844B1-21B8-73A4-1366-509B7C0B7367}"/>
                </a:ext>
              </a:extLst>
            </p:cNvPr>
            <p:cNvGrpSpPr/>
            <p:nvPr/>
          </p:nvGrpSpPr>
          <p:grpSpPr>
            <a:xfrm>
              <a:off x="5681174" y="3398501"/>
              <a:ext cx="818163" cy="765326"/>
              <a:chOff x="5653752" y="3426252"/>
              <a:chExt cx="818163" cy="765326"/>
            </a:xfrm>
          </p:grpSpPr>
          <p:pic>
            <p:nvPicPr>
              <p:cNvPr id="25" name="Graphic 24">
                <a:extLst>
                  <a:ext uri="{FF2B5EF4-FFF2-40B4-BE49-F238E27FC236}">
                    <a16:creationId xmlns:a16="http://schemas.microsoft.com/office/drawing/2014/main" id="{0DA7487B-CAAF-3DDE-ACCA-80774542EBF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653752" y="3585641"/>
                <a:ext cx="569248" cy="605937"/>
              </a:xfrm>
              <a:prstGeom prst="rect">
                <a:avLst/>
              </a:prstGeom>
            </p:spPr>
          </p:pic>
          <p:pic>
            <p:nvPicPr>
              <p:cNvPr id="27" name="Graphic 26">
                <a:extLst>
                  <a:ext uri="{FF2B5EF4-FFF2-40B4-BE49-F238E27FC236}">
                    <a16:creationId xmlns:a16="http://schemas.microsoft.com/office/drawing/2014/main" id="{5E5B4238-4875-AF13-3A4F-A28147DA284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75631" y="3426252"/>
                <a:ext cx="314619" cy="334897"/>
              </a:xfrm>
              <a:prstGeom prst="rect">
                <a:avLst/>
              </a:prstGeom>
            </p:spPr>
          </p:pic>
          <p:pic>
            <p:nvPicPr>
              <p:cNvPr id="28" name="Graphic 27">
                <a:extLst>
                  <a:ext uri="{FF2B5EF4-FFF2-40B4-BE49-F238E27FC236}">
                    <a16:creationId xmlns:a16="http://schemas.microsoft.com/office/drawing/2014/main" id="{3557F185-7ACE-5D88-A516-54A695BD721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99563" y="3862748"/>
                <a:ext cx="272352" cy="289906"/>
              </a:xfrm>
              <a:prstGeom prst="rect">
                <a:avLst/>
              </a:prstGeom>
            </p:spPr>
          </p:pic>
        </p:grpSp>
      </p:grpSp>
      <p:sp>
        <p:nvSpPr>
          <p:cNvPr id="29" name="Arrow: Left 28">
            <a:extLst>
              <a:ext uri="{FF2B5EF4-FFF2-40B4-BE49-F238E27FC236}">
                <a16:creationId xmlns:a16="http://schemas.microsoft.com/office/drawing/2014/main" id="{A71CA7DC-545E-0C63-67AB-4579B926C234}"/>
              </a:ext>
            </a:extLst>
          </p:cNvPr>
          <p:cNvSpPr/>
          <p:nvPr/>
        </p:nvSpPr>
        <p:spPr>
          <a:xfrm rot="10800000">
            <a:off x="4180370" y="4697685"/>
            <a:ext cx="1191803" cy="523982"/>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B42CAB84-93B4-E451-0ACB-2F6E02A5ACC9}"/>
              </a:ext>
            </a:extLst>
          </p:cNvPr>
          <p:cNvSpPr/>
          <p:nvPr/>
        </p:nvSpPr>
        <p:spPr>
          <a:xfrm>
            <a:off x="5109169" y="3699229"/>
            <a:ext cx="1715784" cy="523983"/>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Is it a Match?</a:t>
            </a:r>
          </a:p>
        </p:txBody>
      </p:sp>
      <p:sp>
        <p:nvSpPr>
          <p:cNvPr id="31" name="MekkoHeaderBox638768827108992923">
            <a:extLst>
              <a:ext uri="{FF2B5EF4-FFF2-40B4-BE49-F238E27FC236}">
                <a16:creationId xmlns:a16="http://schemas.microsoft.com/office/drawing/2014/main" id="{0DDA574B-9A37-16DB-3908-58691B9BAEFD}"/>
              </a:ext>
            </a:extLst>
          </p:cNvPr>
          <p:cNvSpPr/>
          <p:nvPr/>
        </p:nvSpPr>
        <p:spPr>
          <a:xfrm>
            <a:off x="8434754" y="3532684"/>
            <a:ext cx="2859086" cy="393700"/>
          </a:xfrm>
          <a:prstGeom prst="rect">
            <a:avLst/>
          </a:prstGeom>
          <a:blipFill dpi="0" rotWithShape="1">
            <a:blip r:embed="rId7"/>
            <a:srcRect/>
            <a:tile tx="0" ty="0" sx="100000" sy="100000" flip="none" algn="b"/>
          </a:bli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1400" b="1" dirty="0">
                <a:solidFill>
                  <a:srgbClr val="000000"/>
                </a:solidFill>
              </a:rPr>
              <a:t>3. Revised Matches</a:t>
            </a:r>
          </a:p>
        </p:txBody>
      </p:sp>
      <p:sp>
        <p:nvSpPr>
          <p:cNvPr id="32" name="Arrow: Left 31">
            <a:extLst>
              <a:ext uri="{FF2B5EF4-FFF2-40B4-BE49-F238E27FC236}">
                <a16:creationId xmlns:a16="http://schemas.microsoft.com/office/drawing/2014/main" id="{B774D060-0C09-B265-B8EF-0A59D123F682}"/>
              </a:ext>
            </a:extLst>
          </p:cNvPr>
          <p:cNvSpPr/>
          <p:nvPr/>
        </p:nvSpPr>
        <p:spPr>
          <a:xfrm rot="10800000">
            <a:off x="6824953" y="4705505"/>
            <a:ext cx="1191803" cy="523982"/>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Table 32">
            <a:extLst>
              <a:ext uri="{FF2B5EF4-FFF2-40B4-BE49-F238E27FC236}">
                <a16:creationId xmlns:a16="http://schemas.microsoft.com/office/drawing/2014/main" id="{DACCE47A-0A6D-C260-DCE2-D03A5AA7ACEB}"/>
              </a:ext>
            </a:extLst>
          </p:cNvPr>
          <p:cNvGraphicFramePr>
            <a:graphicFrameLocks noGrp="1"/>
          </p:cNvGraphicFramePr>
          <p:nvPr>
            <p:extLst>
              <p:ext uri="{D42A27DB-BD31-4B8C-83A1-F6EECF244321}">
                <p14:modId xmlns:p14="http://schemas.microsoft.com/office/powerpoint/2010/main" val="69347559"/>
              </p:ext>
            </p:extLst>
          </p:nvPr>
        </p:nvGraphicFramePr>
        <p:xfrm>
          <a:off x="8434753" y="4012255"/>
          <a:ext cx="3223308" cy="2189910"/>
        </p:xfrm>
        <a:graphic>
          <a:graphicData uri="http://schemas.openxmlformats.org/drawingml/2006/table">
            <a:tbl>
              <a:tblPr/>
              <a:tblGrid>
                <a:gridCol w="3223308">
                  <a:extLst>
                    <a:ext uri="{9D8B030D-6E8A-4147-A177-3AD203B41FA5}">
                      <a16:colId xmlns:a16="http://schemas.microsoft.com/office/drawing/2014/main" val="4262718365"/>
                    </a:ext>
                  </a:extLst>
                </a:gridCol>
              </a:tblGrid>
              <a:tr h="143226">
                <a:tc>
                  <a:txBody>
                    <a:bodyPr/>
                    <a:lstStyle/>
                    <a:p>
                      <a:pPr algn="l" fontAlgn="b"/>
                      <a:r>
                        <a:rPr lang="en-US" sz="1100" b="1" i="0" u="none" strike="noStrike" dirty="0">
                          <a:solidFill>
                            <a:srgbClr val="FFFFFF"/>
                          </a:solidFill>
                          <a:effectLst/>
                          <a:latin typeface="Inter" panose="02000503000000020004" pitchFamily="2" charset="0"/>
                        </a:rPr>
                        <a:t>Matches</a:t>
                      </a:r>
                    </a:p>
                  </a:txBody>
                  <a:tcPr marL="0" marR="0" marT="0" marB="0" anchor="b">
                    <a:lnL>
                      <a:noFill/>
                    </a:lnL>
                    <a:lnR>
                      <a:noFill/>
                    </a:lnR>
                    <a:lnT>
                      <a:noFill/>
                    </a:lnT>
                    <a:lnB>
                      <a:noFill/>
                    </a:lnB>
                    <a:solidFill>
                      <a:srgbClr val="022479"/>
                    </a:solidFill>
                  </a:tcPr>
                </a:tc>
                <a:extLst>
                  <a:ext uri="{0D108BD9-81ED-4DB2-BD59-A6C34878D82A}">
                    <a16:rowId xmlns:a16="http://schemas.microsoft.com/office/drawing/2014/main" val="2046818912"/>
                  </a:ext>
                </a:extLst>
              </a:tr>
              <a:tr h="143226">
                <a:tc>
                  <a:txBody>
                    <a:bodyPr/>
                    <a:lstStyle/>
                    <a:p>
                      <a:pPr algn="l" fontAlgn="b">
                        <a:buNone/>
                      </a:pPr>
                      <a:r>
                        <a:rPr lang="pl-PL" sz="1100" b="0" i="0" u="none" strike="noStrike" dirty="0">
                          <a:effectLst/>
                          <a:latin typeface="Aptos Narrow" panose="020B0004020202020204" pitchFamily="34" charset="0"/>
                        </a:rPr>
                        <a:t>['5--056905', '9--WST-PM-S10WCJ45', '9--SAF-C3526', '6--5240730']</a:t>
                      </a:r>
                    </a:p>
                  </a:txBody>
                  <a:tcPr marL="6350" marR="6350" marT="6350" marB="0" anchor="b">
                    <a:lnL>
                      <a:noFill/>
                    </a:lnL>
                    <a:lnR>
                      <a:noFill/>
                    </a:lnR>
                    <a:lnT>
                      <a:noFill/>
                    </a:lnT>
                    <a:lnB>
                      <a:noFill/>
                    </a:lnB>
                    <a:noFill/>
                  </a:tcPr>
                </a:tc>
                <a:extLst>
                  <a:ext uri="{0D108BD9-81ED-4DB2-BD59-A6C34878D82A}">
                    <a16:rowId xmlns:a16="http://schemas.microsoft.com/office/drawing/2014/main" val="2584855757"/>
                  </a:ext>
                </a:extLst>
              </a:tr>
              <a:tr h="143226">
                <a:tc>
                  <a:txBody>
                    <a:bodyPr/>
                    <a:lstStyle/>
                    <a:p>
                      <a:pPr algn="l" fontAlgn="b">
                        <a:buNone/>
                      </a:pPr>
                      <a:r>
                        <a:rPr lang="en-US" sz="1100" b="0" i="0" u="none" strike="noStrike">
                          <a:effectLst/>
                          <a:latin typeface="Aptos Narrow" panose="020B0004020202020204" pitchFamily="34" charset="0"/>
                        </a:rPr>
                        <a:t>['13--122380']</a:t>
                      </a:r>
                    </a:p>
                  </a:txBody>
                  <a:tcPr marL="6350" marR="6350" marT="6350" marB="0" anchor="b">
                    <a:lnL>
                      <a:noFill/>
                    </a:lnL>
                    <a:lnR>
                      <a:noFill/>
                    </a:lnR>
                    <a:lnT>
                      <a:noFill/>
                    </a:lnT>
                    <a:lnB>
                      <a:noFill/>
                    </a:lnB>
                    <a:noFill/>
                  </a:tcPr>
                </a:tc>
                <a:extLst>
                  <a:ext uri="{0D108BD9-81ED-4DB2-BD59-A6C34878D82A}">
                    <a16:rowId xmlns:a16="http://schemas.microsoft.com/office/drawing/2014/main" val="668084506"/>
                  </a:ext>
                </a:extLst>
              </a:tr>
              <a:tr h="143226">
                <a:tc>
                  <a:txBody>
                    <a:bodyPr/>
                    <a:lstStyle/>
                    <a:p>
                      <a:pPr algn="l" fontAlgn="b">
                        <a:buNone/>
                      </a:pPr>
                      <a:r>
                        <a:rPr lang="en-US" sz="1100" b="0" i="0" u="none" strike="noStrike">
                          <a:effectLst/>
                          <a:latin typeface="Aptos Narrow" panose="020B0004020202020204" pitchFamily="34" charset="0"/>
                        </a:rPr>
                        <a:t>['5--048931', '5--1101314', '5--030863', '1--PSMMSPN']</a:t>
                      </a:r>
                    </a:p>
                  </a:txBody>
                  <a:tcPr marL="6350" marR="6350" marT="6350" marB="0" anchor="b">
                    <a:lnL>
                      <a:noFill/>
                    </a:lnL>
                    <a:lnR>
                      <a:noFill/>
                    </a:lnR>
                    <a:lnT>
                      <a:noFill/>
                    </a:lnT>
                    <a:lnB>
                      <a:noFill/>
                    </a:lnB>
                    <a:noFill/>
                  </a:tcPr>
                </a:tc>
                <a:extLst>
                  <a:ext uri="{0D108BD9-81ED-4DB2-BD59-A6C34878D82A}">
                    <a16:rowId xmlns:a16="http://schemas.microsoft.com/office/drawing/2014/main" val="4240652195"/>
                  </a:ext>
                </a:extLst>
              </a:tr>
              <a:tr h="143226">
                <a:tc>
                  <a:txBody>
                    <a:bodyPr/>
                    <a:lstStyle/>
                    <a:p>
                      <a:pPr algn="l" fontAlgn="b">
                        <a:buNone/>
                      </a:pPr>
                      <a:r>
                        <a:rPr lang="en-US" sz="1100" b="0" i="0" u="none" strike="noStrike">
                          <a:effectLst/>
                          <a:latin typeface="Aptos Narrow" panose="020B0004020202020204" pitchFamily="34" charset="0"/>
                        </a:rPr>
                        <a:t>['1--CH56NSPC7', '1--5PBAHFNTSN250']</a:t>
                      </a:r>
                    </a:p>
                  </a:txBody>
                  <a:tcPr marL="6350" marR="6350" marT="6350" marB="0" anchor="b">
                    <a:lnL>
                      <a:noFill/>
                    </a:lnL>
                    <a:lnR>
                      <a:noFill/>
                    </a:lnR>
                    <a:lnT>
                      <a:noFill/>
                    </a:lnT>
                    <a:lnB>
                      <a:noFill/>
                    </a:lnB>
                    <a:noFill/>
                  </a:tcPr>
                </a:tc>
                <a:extLst>
                  <a:ext uri="{0D108BD9-81ED-4DB2-BD59-A6C34878D82A}">
                    <a16:rowId xmlns:a16="http://schemas.microsoft.com/office/drawing/2014/main" val="503462822"/>
                  </a:ext>
                </a:extLst>
              </a:tr>
              <a:tr h="143226">
                <a:tc>
                  <a:txBody>
                    <a:bodyPr/>
                    <a:lstStyle/>
                    <a:p>
                      <a:pPr algn="l" fontAlgn="b">
                        <a:buNone/>
                      </a:pPr>
                      <a:r>
                        <a:rPr lang="en-US" sz="1100" b="0" i="0" u="none" strike="noStrike">
                          <a:effectLst/>
                          <a:latin typeface="Aptos Narrow" panose="020B0004020202020204" pitchFamily="34" charset="0"/>
                        </a:rPr>
                        <a:t>['1--266', '6--5240771']</a:t>
                      </a:r>
                    </a:p>
                  </a:txBody>
                  <a:tcPr marL="6350" marR="6350" marT="6350" marB="0" anchor="b">
                    <a:lnL>
                      <a:noFill/>
                    </a:lnL>
                    <a:lnR>
                      <a:noFill/>
                    </a:lnR>
                    <a:lnT>
                      <a:noFill/>
                    </a:lnT>
                    <a:lnB>
                      <a:noFill/>
                    </a:lnB>
                    <a:noFill/>
                  </a:tcPr>
                </a:tc>
                <a:extLst>
                  <a:ext uri="{0D108BD9-81ED-4DB2-BD59-A6C34878D82A}">
                    <a16:rowId xmlns:a16="http://schemas.microsoft.com/office/drawing/2014/main" val="2418204722"/>
                  </a:ext>
                </a:extLst>
              </a:tr>
              <a:tr h="196936">
                <a:tc>
                  <a:txBody>
                    <a:bodyPr/>
                    <a:lstStyle/>
                    <a:p>
                      <a:pPr algn="l" fontAlgn="b">
                        <a:buNone/>
                      </a:pPr>
                      <a:r>
                        <a:rPr lang="en-US" sz="1100" b="0" i="0" u="none" strike="noStrike" dirty="0">
                          <a:effectLst/>
                          <a:latin typeface="Aptos Narrow" panose="020B0004020202020204" pitchFamily="34" charset="0"/>
                        </a:rPr>
                        <a:t>['9--WST-PM-S10WCJ45', '3--KAR-C9095']</a:t>
                      </a:r>
                    </a:p>
                  </a:txBody>
                  <a:tcPr marL="6350" marR="6350" marT="6350" marB="0" anchor="b">
                    <a:lnL>
                      <a:noFill/>
                    </a:lnL>
                    <a:lnR>
                      <a:noFill/>
                    </a:lnR>
                    <a:lnT>
                      <a:noFill/>
                    </a:lnT>
                    <a:lnB>
                      <a:noFill/>
                    </a:lnB>
                    <a:noFill/>
                  </a:tcPr>
                </a:tc>
                <a:extLst>
                  <a:ext uri="{0D108BD9-81ED-4DB2-BD59-A6C34878D82A}">
                    <a16:rowId xmlns:a16="http://schemas.microsoft.com/office/drawing/2014/main" val="1094565097"/>
                  </a:ext>
                </a:extLst>
              </a:tr>
              <a:tr h="196936">
                <a:tc>
                  <a:txBody>
                    <a:bodyPr/>
                    <a:lstStyle/>
                    <a:p>
                      <a:pPr algn="l" fontAlgn="b">
                        <a:buNone/>
                      </a:pPr>
                      <a:r>
                        <a:rPr lang="en-US" sz="1100" b="0" i="0" u="none" strike="noStrike" dirty="0">
                          <a:effectLst/>
                          <a:latin typeface="Aptos Narrow" panose="020B0004020202020204" pitchFamily="34" charset="0"/>
                        </a:rPr>
                        <a:t>['6--5240771', '1--STNJM2601003C']</a:t>
                      </a:r>
                    </a:p>
                  </a:txBody>
                  <a:tcPr marL="6350" marR="6350" marT="6350" marB="0" anchor="b">
                    <a:lnL>
                      <a:noFill/>
                    </a:lnL>
                    <a:lnR>
                      <a:noFill/>
                    </a:lnR>
                    <a:lnT>
                      <a:noFill/>
                    </a:lnT>
                    <a:lnB>
                      <a:noFill/>
                    </a:lnB>
                    <a:noFill/>
                  </a:tcPr>
                </a:tc>
                <a:extLst>
                  <a:ext uri="{0D108BD9-81ED-4DB2-BD59-A6C34878D82A}">
                    <a16:rowId xmlns:a16="http://schemas.microsoft.com/office/drawing/2014/main" val="2783548831"/>
                  </a:ext>
                </a:extLst>
              </a:tr>
              <a:tr h="196936">
                <a:tc>
                  <a:txBody>
                    <a:bodyPr/>
                    <a:lstStyle/>
                    <a:p>
                      <a:pPr algn="l" fontAlgn="b">
                        <a:buNone/>
                      </a:pPr>
                      <a:r>
                        <a:rPr lang="en-US" sz="1100" b="0" i="0" u="none" strike="noStrike">
                          <a:effectLst/>
                          <a:latin typeface="Aptos Narrow" panose="020B0004020202020204" pitchFamily="34" charset="0"/>
                        </a:rPr>
                        <a:t>['1--FH207', '1--AHF']</a:t>
                      </a:r>
                    </a:p>
                  </a:txBody>
                  <a:tcPr marL="6350" marR="6350" marT="6350" marB="0" anchor="b">
                    <a:lnL>
                      <a:noFill/>
                    </a:lnL>
                    <a:lnR>
                      <a:noFill/>
                    </a:lnR>
                    <a:lnT>
                      <a:noFill/>
                    </a:lnT>
                    <a:lnB>
                      <a:noFill/>
                    </a:lnB>
                    <a:noFill/>
                  </a:tcPr>
                </a:tc>
                <a:extLst>
                  <a:ext uri="{0D108BD9-81ED-4DB2-BD59-A6C34878D82A}">
                    <a16:rowId xmlns:a16="http://schemas.microsoft.com/office/drawing/2014/main" val="2436610751"/>
                  </a:ext>
                </a:extLst>
              </a:tr>
              <a:tr h="196936">
                <a:tc>
                  <a:txBody>
                    <a:bodyPr/>
                    <a:lstStyle/>
                    <a:p>
                      <a:pPr algn="l" fontAlgn="b">
                        <a:buNone/>
                      </a:pPr>
                      <a:r>
                        <a:rPr lang="en-US" sz="1100" b="0" i="0" u="none" strike="noStrike">
                          <a:effectLst/>
                          <a:latin typeface="Aptos Narrow" panose="020B0004020202020204" pitchFamily="34" charset="0"/>
                        </a:rPr>
                        <a:t>['1--P1001', '1--IPWF', '1--3640F', '1--312WFA1']</a:t>
                      </a:r>
                    </a:p>
                  </a:txBody>
                  <a:tcPr marL="6350" marR="6350" marT="6350" marB="0" anchor="b">
                    <a:lnL>
                      <a:noFill/>
                    </a:lnL>
                    <a:lnR>
                      <a:noFill/>
                    </a:lnR>
                    <a:lnT>
                      <a:noFill/>
                    </a:lnT>
                    <a:lnB>
                      <a:noFill/>
                    </a:lnB>
                    <a:noFill/>
                  </a:tcPr>
                </a:tc>
                <a:extLst>
                  <a:ext uri="{0D108BD9-81ED-4DB2-BD59-A6C34878D82A}">
                    <a16:rowId xmlns:a16="http://schemas.microsoft.com/office/drawing/2014/main" val="4236787195"/>
                  </a:ext>
                </a:extLst>
              </a:tr>
              <a:tr h="196936">
                <a:tc>
                  <a:txBody>
                    <a:bodyPr/>
                    <a:lstStyle/>
                    <a:p>
                      <a:pPr algn="l" fontAlgn="b">
                        <a:buNone/>
                      </a:pPr>
                      <a:r>
                        <a:rPr lang="en-US" sz="1100" b="0" i="0" u="none" strike="noStrike" dirty="0">
                          <a:effectLst/>
                          <a:latin typeface="Aptos Narrow" panose="020B0004020202020204" pitchFamily="34" charset="0"/>
                        </a:rPr>
                        <a:t>['5--055353', '6--4920350', '1--RPPS1308FW', '1--25851']</a:t>
                      </a:r>
                    </a:p>
                  </a:txBody>
                  <a:tcPr marL="6350" marR="6350" marT="6350" marB="0" anchor="b">
                    <a:lnL>
                      <a:noFill/>
                    </a:lnL>
                    <a:lnR>
                      <a:noFill/>
                    </a:lnR>
                    <a:lnT>
                      <a:noFill/>
                    </a:lnT>
                    <a:lnB>
                      <a:noFill/>
                    </a:lnB>
                    <a:noFill/>
                  </a:tcPr>
                </a:tc>
                <a:extLst>
                  <a:ext uri="{0D108BD9-81ED-4DB2-BD59-A6C34878D82A}">
                    <a16:rowId xmlns:a16="http://schemas.microsoft.com/office/drawing/2014/main" val="1921974056"/>
                  </a:ext>
                </a:extLst>
              </a:tr>
            </a:tbl>
          </a:graphicData>
        </a:graphic>
      </p:graphicFrame>
      <p:sp>
        <p:nvSpPr>
          <p:cNvPr id="34" name="MekkoHeaderBox638768827108992923">
            <a:extLst>
              <a:ext uri="{FF2B5EF4-FFF2-40B4-BE49-F238E27FC236}">
                <a16:creationId xmlns:a16="http://schemas.microsoft.com/office/drawing/2014/main" id="{E82A97DE-B0D5-BEF5-0B3F-969A599FCA33}"/>
              </a:ext>
            </a:extLst>
          </p:cNvPr>
          <p:cNvSpPr/>
          <p:nvPr/>
        </p:nvSpPr>
        <p:spPr>
          <a:xfrm>
            <a:off x="493714" y="878177"/>
            <a:ext cx="11255924" cy="392557"/>
          </a:xfrm>
          <a:prstGeom prst="rect">
            <a:avLst/>
          </a:prstGeom>
          <a:blipFill dpi="0" rotWithShape="1">
            <a:blip r:embed="rId7"/>
            <a:srcRect/>
            <a:tile tx="0" ty="0" sx="100000" sy="100000" flip="none" algn="b"/>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1400" b="1" dirty="0">
                <a:solidFill>
                  <a:srgbClr val="000000"/>
                </a:solidFill>
              </a:rPr>
              <a:t>1. Ingest Feedback</a:t>
            </a:r>
          </a:p>
        </p:txBody>
      </p:sp>
      <p:sp>
        <p:nvSpPr>
          <p:cNvPr id="35" name="Arrow: Left 34">
            <a:extLst>
              <a:ext uri="{FF2B5EF4-FFF2-40B4-BE49-F238E27FC236}">
                <a16:creationId xmlns:a16="http://schemas.microsoft.com/office/drawing/2014/main" id="{55661C96-3576-1C69-74D5-5F632020D7B5}"/>
              </a:ext>
            </a:extLst>
          </p:cNvPr>
          <p:cNvSpPr/>
          <p:nvPr/>
        </p:nvSpPr>
        <p:spPr>
          <a:xfrm rot="10800000">
            <a:off x="8980780" y="2073406"/>
            <a:ext cx="436451" cy="523982"/>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1E891C89-4EE2-DE43-8D8B-AE0914C001F6}"/>
              </a:ext>
            </a:extLst>
          </p:cNvPr>
          <p:cNvGrpSpPr/>
          <p:nvPr/>
        </p:nvGrpSpPr>
        <p:grpSpPr>
          <a:xfrm>
            <a:off x="10237565" y="1990113"/>
            <a:ext cx="743513" cy="768631"/>
            <a:chOff x="5477353" y="3153784"/>
            <a:chExt cx="1254759" cy="1254758"/>
          </a:xfrm>
        </p:grpSpPr>
        <p:sp>
          <p:nvSpPr>
            <p:cNvPr id="38" name="Oval 37">
              <a:extLst>
                <a:ext uri="{FF2B5EF4-FFF2-40B4-BE49-F238E27FC236}">
                  <a16:creationId xmlns:a16="http://schemas.microsoft.com/office/drawing/2014/main" id="{F9AB2153-A525-E76E-8A3C-65F979115AC4}"/>
                </a:ext>
              </a:extLst>
            </p:cNvPr>
            <p:cNvSpPr/>
            <p:nvPr/>
          </p:nvSpPr>
          <p:spPr>
            <a:xfrm>
              <a:off x="5477353" y="3153784"/>
              <a:ext cx="1254759" cy="125475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DF3A40EA-50CF-7596-8CF9-24AD950852A4}"/>
                </a:ext>
              </a:extLst>
            </p:cNvPr>
            <p:cNvGrpSpPr/>
            <p:nvPr/>
          </p:nvGrpSpPr>
          <p:grpSpPr>
            <a:xfrm>
              <a:off x="5681174" y="3398501"/>
              <a:ext cx="818163" cy="765326"/>
              <a:chOff x="5653752" y="3426252"/>
              <a:chExt cx="818163" cy="765326"/>
            </a:xfrm>
          </p:grpSpPr>
          <p:pic>
            <p:nvPicPr>
              <p:cNvPr id="40" name="Graphic 39">
                <a:extLst>
                  <a:ext uri="{FF2B5EF4-FFF2-40B4-BE49-F238E27FC236}">
                    <a16:creationId xmlns:a16="http://schemas.microsoft.com/office/drawing/2014/main" id="{0D2C058A-EF1A-E89A-4921-5B0A2054A71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653752" y="3585641"/>
                <a:ext cx="569248" cy="605937"/>
              </a:xfrm>
              <a:prstGeom prst="rect">
                <a:avLst/>
              </a:prstGeom>
            </p:spPr>
          </p:pic>
          <p:pic>
            <p:nvPicPr>
              <p:cNvPr id="41" name="Graphic 40">
                <a:extLst>
                  <a:ext uri="{FF2B5EF4-FFF2-40B4-BE49-F238E27FC236}">
                    <a16:creationId xmlns:a16="http://schemas.microsoft.com/office/drawing/2014/main" id="{D7B22200-3FCB-DED5-9EDB-3DBBCEDBB9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75631" y="3426252"/>
                <a:ext cx="314619" cy="334897"/>
              </a:xfrm>
              <a:prstGeom prst="rect">
                <a:avLst/>
              </a:prstGeom>
            </p:spPr>
          </p:pic>
          <p:pic>
            <p:nvPicPr>
              <p:cNvPr id="42" name="Graphic 41">
                <a:extLst>
                  <a:ext uri="{FF2B5EF4-FFF2-40B4-BE49-F238E27FC236}">
                    <a16:creationId xmlns:a16="http://schemas.microsoft.com/office/drawing/2014/main" id="{0BF9E3D2-E452-CD3B-7EB9-8CABE2F794D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99563" y="3862748"/>
                <a:ext cx="272352" cy="289906"/>
              </a:xfrm>
              <a:prstGeom prst="rect">
                <a:avLst/>
              </a:prstGeom>
            </p:spPr>
          </p:pic>
        </p:grpSp>
      </p:grpSp>
      <p:sp>
        <p:nvSpPr>
          <p:cNvPr id="44" name="TextBox 43">
            <a:extLst>
              <a:ext uri="{FF2B5EF4-FFF2-40B4-BE49-F238E27FC236}">
                <a16:creationId xmlns:a16="http://schemas.microsoft.com/office/drawing/2014/main" id="{E3AAA29F-3392-7E7D-EF2D-E47273AEB394}"/>
              </a:ext>
            </a:extLst>
          </p:cNvPr>
          <p:cNvSpPr txBox="1"/>
          <p:nvPr/>
        </p:nvSpPr>
        <p:spPr>
          <a:xfrm>
            <a:off x="9536514" y="1610116"/>
            <a:ext cx="2145617" cy="1528624"/>
          </a:xfrm>
          <a:prstGeom prst="rect">
            <a:avLst/>
          </a:prstGeom>
          <a:noFill/>
        </p:spPr>
        <p:txBody>
          <a:bodyPr wrap="square">
            <a:spAutoFit/>
          </a:bodyPr>
          <a:lstStyle/>
          <a:p>
            <a:pPr algn="ctr">
              <a:spcAft>
                <a:spcPts val="100"/>
              </a:spcAft>
            </a:pPr>
            <a:r>
              <a:rPr lang="en-US" dirty="0">
                <a:effectLst/>
                <a:ea typeface="Inter" panose="02000503000000020004" pitchFamily="2" charset="0"/>
              </a:rPr>
              <a:t>Summarized</a:t>
            </a:r>
          </a:p>
          <a:p>
            <a:pPr algn="ctr">
              <a:spcAft>
                <a:spcPts val="100"/>
              </a:spcAft>
            </a:pPr>
            <a:endParaRPr lang="en-US" dirty="0">
              <a:ea typeface="Inter" panose="02000503000000020004" pitchFamily="2" charset="0"/>
            </a:endParaRPr>
          </a:p>
          <a:p>
            <a:pPr algn="ctr">
              <a:spcAft>
                <a:spcPts val="100"/>
              </a:spcAft>
            </a:pPr>
            <a:endParaRPr lang="en-US" dirty="0">
              <a:ea typeface="Inter" panose="02000503000000020004" pitchFamily="2" charset="0"/>
            </a:endParaRPr>
          </a:p>
          <a:p>
            <a:pPr algn="ctr">
              <a:spcAft>
                <a:spcPts val="100"/>
              </a:spcAft>
            </a:pPr>
            <a:endParaRPr lang="en-US" dirty="0">
              <a:effectLst/>
              <a:ea typeface="Inter" panose="02000503000000020004" pitchFamily="2" charset="0"/>
            </a:endParaRPr>
          </a:p>
          <a:p>
            <a:pPr algn="ctr">
              <a:spcAft>
                <a:spcPts val="100"/>
              </a:spcAft>
            </a:pPr>
            <a:r>
              <a:rPr lang="en-US" dirty="0">
                <a:effectLst/>
                <a:ea typeface="Inter" panose="02000503000000020004" pitchFamily="2" charset="0"/>
              </a:rPr>
              <a:t> Feedback</a:t>
            </a:r>
            <a:endParaRPr lang="en-US" dirty="0">
              <a:ea typeface="Inter" panose="02000503000000020004" pitchFamily="2" charset="0"/>
            </a:endParaRPr>
          </a:p>
        </p:txBody>
      </p:sp>
    </p:spTree>
    <p:extLst>
      <p:ext uri="{BB962C8B-B14F-4D97-AF65-F5344CB8AC3E}">
        <p14:creationId xmlns:p14="http://schemas.microsoft.com/office/powerpoint/2010/main" val="750579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ED665-259C-568A-3604-EFEB1463803A}"/>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ED490651-82AA-9398-071D-453D6098E098}"/>
              </a:ext>
            </a:extLst>
          </p:cNvPr>
          <p:cNvGraphicFramePr>
            <a:graphicFrameLocks noChangeAspect="1"/>
          </p:cNvGraphicFramePr>
          <p:nvPr>
            <p:custDataLst>
              <p:tags r:id="rId1"/>
            </p:custDataLst>
            <p:extLst>
              <p:ext uri="{D42A27DB-BD31-4B8C-83A1-F6EECF244321}">
                <p14:modId xmlns:p14="http://schemas.microsoft.com/office/powerpoint/2010/main" val="35557872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353" imgH="353" progId="TCLayout.ActiveDocument.1">
                  <p:embed/>
                </p:oleObj>
              </mc:Choice>
              <mc:Fallback>
                <p:oleObj name="think-cell Slide" r:id="rId20" imgW="353" imgH="353" progId="TCLayout.ActiveDocument.1">
                  <p:embed/>
                  <p:pic>
                    <p:nvPicPr>
                      <p:cNvPr id="13" name="think-cell data - do not delete" hidden="1">
                        <a:extLst>
                          <a:ext uri="{FF2B5EF4-FFF2-40B4-BE49-F238E27FC236}">
                            <a16:creationId xmlns:a16="http://schemas.microsoft.com/office/drawing/2014/main" id="{ED490651-82AA-9398-071D-453D6098E098}"/>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E95DE27-1A54-E65F-42DD-27A326F85E0A}"/>
              </a:ext>
            </a:extLst>
          </p:cNvPr>
          <p:cNvSpPr>
            <a:spLocks noGrp="1"/>
          </p:cNvSpPr>
          <p:nvPr>
            <p:ph type="title"/>
          </p:nvPr>
        </p:nvSpPr>
        <p:spPr/>
        <p:txBody>
          <a:bodyPr vert="horz"/>
          <a:lstStyle/>
          <a:p>
            <a:r>
              <a:rPr lang="en-US" dirty="0"/>
              <a:t>Incorporate Feedback - Iterate</a:t>
            </a:r>
          </a:p>
        </p:txBody>
      </p:sp>
      <p:grpSp>
        <p:nvGrpSpPr>
          <p:cNvPr id="6" name="Group 5">
            <a:extLst>
              <a:ext uri="{FF2B5EF4-FFF2-40B4-BE49-F238E27FC236}">
                <a16:creationId xmlns:a16="http://schemas.microsoft.com/office/drawing/2014/main" id="{6BA9B2B5-F6EB-55FA-8571-24BCD5CDB316}"/>
              </a:ext>
            </a:extLst>
          </p:cNvPr>
          <p:cNvGrpSpPr/>
          <p:nvPr>
            <p:custDataLst>
              <p:tags r:id="rId2"/>
            </p:custDataLst>
          </p:nvPr>
        </p:nvGrpSpPr>
        <p:grpSpPr>
          <a:xfrm>
            <a:off x="493713" y="90661"/>
            <a:ext cx="11255925" cy="244777"/>
            <a:chOff x="493714" y="1663700"/>
            <a:chExt cx="9123933" cy="381000"/>
          </a:xfrm>
          <a:solidFill>
            <a:schemeClr val="accent6">
              <a:lumMod val="20000"/>
              <a:lumOff val="80000"/>
            </a:schemeClr>
          </a:solidFill>
        </p:grpSpPr>
        <p:sp>
          <p:nvSpPr>
            <p:cNvPr id="7" name="MekkoValueChainHeader638810835418479876">
              <a:extLst>
                <a:ext uri="{FF2B5EF4-FFF2-40B4-BE49-F238E27FC236}">
                  <a16:creationId xmlns:a16="http://schemas.microsoft.com/office/drawing/2014/main" id="{5D9CB643-828F-029B-3990-8D1351F8BC97}"/>
                </a:ext>
              </a:extLst>
            </p:cNvPr>
            <p:cNvSpPr/>
            <p:nvPr/>
          </p:nvSpPr>
          <p:spPr>
            <a:xfrm>
              <a:off x="493714" y="1663700"/>
              <a:ext cx="2390711" cy="381000"/>
            </a:xfrm>
            <a:prstGeom prst="homePlate">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Taxonomy</a:t>
              </a:r>
            </a:p>
          </p:txBody>
        </p:sp>
        <p:sp>
          <p:nvSpPr>
            <p:cNvPr id="8" name="MekkoValueChainHeader638810835418479876638810835418862802">
              <a:extLst>
                <a:ext uri="{FF2B5EF4-FFF2-40B4-BE49-F238E27FC236}">
                  <a16:creationId xmlns:a16="http://schemas.microsoft.com/office/drawing/2014/main" id="{86FCFC51-F768-D883-BC39-EB12612EC56D}"/>
                </a:ext>
              </a:extLst>
            </p:cNvPr>
            <p:cNvSpPr/>
            <p:nvPr/>
          </p:nvSpPr>
          <p:spPr>
            <a:xfrm>
              <a:off x="2738121" y="1663700"/>
              <a:ext cx="2390711" cy="381000"/>
            </a:xfrm>
            <a:prstGeom prst="chevron">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Suggest Subs</a:t>
              </a:r>
            </a:p>
          </p:txBody>
        </p:sp>
        <p:sp>
          <p:nvSpPr>
            <p:cNvPr id="11" name="MekkoValueChainHeader638810835418479876638810835418862802638810835419123947">
              <a:extLst>
                <a:ext uri="{FF2B5EF4-FFF2-40B4-BE49-F238E27FC236}">
                  <a16:creationId xmlns:a16="http://schemas.microsoft.com/office/drawing/2014/main" id="{2943C9A6-BB4E-1285-213A-F070A5CA9EBE}"/>
                </a:ext>
              </a:extLst>
            </p:cNvPr>
            <p:cNvSpPr/>
            <p:nvPr/>
          </p:nvSpPr>
          <p:spPr>
            <a:xfrm>
              <a:off x="4982529" y="1663700"/>
              <a:ext cx="2390711" cy="381000"/>
            </a:xfrm>
            <a:prstGeom prst="chevron">
              <a:avLst>
                <a:gd name="adj" fmla="val 38400"/>
              </a:avLst>
            </a:prstGeom>
            <a:solidFill>
              <a:schemeClr val="accent1"/>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Incorporate Feedback</a:t>
              </a:r>
            </a:p>
          </p:txBody>
        </p:sp>
        <p:sp>
          <p:nvSpPr>
            <p:cNvPr id="12" name="MekkoValueChainHeader638810835418479876638810835418862802638810835419123947638810835419383009">
              <a:extLst>
                <a:ext uri="{FF2B5EF4-FFF2-40B4-BE49-F238E27FC236}">
                  <a16:creationId xmlns:a16="http://schemas.microsoft.com/office/drawing/2014/main" id="{19BBF8F9-5FA1-3CA6-2C2C-1CFA4929BD7E}"/>
                </a:ext>
              </a:extLst>
            </p:cNvPr>
            <p:cNvSpPr/>
            <p:nvPr/>
          </p:nvSpPr>
          <p:spPr>
            <a:xfrm>
              <a:off x="7226936" y="1663700"/>
              <a:ext cx="2390711" cy="381000"/>
            </a:xfrm>
            <a:prstGeom prst="chevron">
              <a:avLst>
                <a:gd name="adj" fmla="val 38400"/>
              </a:avLst>
            </a:prstGeom>
            <a:grp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Optimization</a:t>
              </a:r>
            </a:p>
          </p:txBody>
        </p:sp>
      </p:grpSp>
      <p:graphicFrame>
        <p:nvGraphicFramePr>
          <p:cNvPr id="89" name="Chart 88">
            <a:extLst>
              <a:ext uri="{FF2B5EF4-FFF2-40B4-BE49-F238E27FC236}">
                <a16:creationId xmlns:a16="http://schemas.microsoft.com/office/drawing/2014/main" id="{576DA3B7-0E16-C872-532A-329E8CC36328}"/>
              </a:ext>
            </a:extLst>
          </p:cNvPr>
          <p:cNvGraphicFramePr/>
          <p:nvPr>
            <p:custDataLst>
              <p:tags r:id="rId3"/>
            </p:custDataLst>
            <p:extLst>
              <p:ext uri="{D42A27DB-BD31-4B8C-83A1-F6EECF244321}">
                <p14:modId xmlns:p14="http://schemas.microsoft.com/office/powerpoint/2010/main" val="3808801799"/>
              </p:ext>
            </p:extLst>
          </p:nvPr>
        </p:nvGraphicFramePr>
        <p:xfrm>
          <a:off x="2762250" y="1481138"/>
          <a:ext cx="7188200" cy="4886325"/>
        </p:xfrm>
        <a:graphic>
          <a:graphicData uri="http://schemas.openxmlformats.org/drawingml/2006/chart">
            <c:chart xmlns:c="http://schemas.openxmlformats.org/drawingml/2006/chart" xmlns:r="http://schemas.openxmlformats.org/officeDocument/2006/relationships" r:id="rId22"/>
          </a:graphicData>
        </a:graphic>
      </p:graphicFrame>
      <p:sp>
        <p:nvSpPr>
          <p:cNvPr id="16" name="Text Placeholder 2">
            <a:extLst>
              <a:ext uri="{FF2B5EF4-FFF2-40B4-BE49-F238E27FC236}">
                <a16:creationId xmlns:a16="http://schemas.microsoft.com/office/drawing/2014/main" id="{8A05E322-12CE-728F-9B9E-B3FD22B212A0}"/>
              </a:ext>
            </a:extLst>
          </p:cNvPr>
          <p:cNvSpPr>
            <a:spLocks noGrp="1"/>
          </p:cNvSpPr>
          <p:nvPr>
            <p:custDataLst>
              <p:tags r:id="rId4"/>
            </p:custDataLst>
          </p:nvPr>
        </p:nvSpPr>
        <p:spPr bwMode="gray">
          <a:xfrm>
            <a:off x="3497263" y="1539875"/>
            <a:ext cx="4492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lgn="ctr">
              <a:spcBef>
                <a:spcPct val="0"/>
              </a:spcBef>
              <a:spcAft>
                <a:spcPct val="0"/>
              </a:spcAft>
            </a:pPr>
            <a:fld id="{429D91D4-0BFB-4018-BBFE-D27E9CADE8D6}" type="datetime'1''''''''''''''''0''''''''''''''''''0''%'''''''''">
              <a:rPr lang="en-US" altLang="en-US" sz="1200" smtClean="0"/>
              <a:pPr/>
              <a:t>100%</a:t>
            </a:fld>
            <a:endParaRPr lang="en-US" sz="1200" noProof="0" dirty="0"/>
          </a:p>
        </p:txBody>
      </p:sp>
      <p:sp>
        <p:nvSpPr>
          <p:cNvPr id="17" name="Text Placeholder 2">
            <a:extLst>
              <a:ext uri="{FF2B5EF4-FFF2-40B4-BE49-F238E27FC236}">
                <a16:creationId xmlns:a16="http://schemas.microsoft.com/office/drawing/2014/main" id="{2FA66137-975B-179D-9B2E-59F153EF0755}"/>
              </a:ext>
            </a:extLst>
          </p:cNvPr>
          <p:cNvSpPr>
            <a:spLocks noGrp="1"/>
          </p:cNvSpPr>
          <p:nvPr>
            <p:custDataLst>
              <p:tags r:id="rId5"/>
            </p:custDataLst>
          </p:nvPr>
        </p:nvSpPr>
        <p:spPr bwMode="gray">
          <a:xfrm>
            <a:off x="5253038" y="1539875"/>
            <a:ext cx="4492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lgn="ctr">
              <a:spcBef>
                <a:spcPct val="0"/>
              </a:spcBef>
              <a:spcAft>
                <a:spcPct val="0"/>
              </a:spcAft>
            </a:pPr>
            <a:fld id="{B2A9B549-5840-42E3-B826-044E0D6213C3}" type="datetime'''''''''100''''''''''''%'''''''''''''''">
              <a:rPr lang="en-US" altLang="en-US" sz="1200" smtClean="0"/>
              <a:pPr/>
              <a:t>100%</a:t>
            </a:fld>
            <a:endParaRPr lang="en-US" sz="1200" noProof="0" dirty="0"/>
          </a:p>
        </p:txBody>
      </p:sp>
      <p:sp>
        <p:nvSpPr>
          <p:cNvPr id="18" name="Text Placeholder 2">
            <a:extLst>
              <a:ext uri="{FF2B5EF4-FFF2-40B4-BE49-F238E27FC236}">
                <a16:creationId xmlns:a16="http://schemas.microsoft.com/office/drawing/2014/main" id="{6C9E0CFE-7042-08AC-04DE-16B102C036A4}"/>
              </a:ext>
            </a:extLst>
          </p:cNvPr>
          <p:cNvSpPr>
            <a:spLocks noGrp="1"/>
          </p:cNvSpPr>
          <p:nvPr>
            <p:custDataLst>
              <p:tags r:id="rId6"/>
            </p:custDataLst>
          </p:nvPr>
        </p:nvSpPr>
        <p:spPr bwMode="gray">
          <a:xfrm>
            <a:off x="7042150" y="3149600"/>
            <a:ext cx="38258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lgn="ctr">
              <a:spcBef>
                <a:spcPct val="0"/>
              </a:spcBef>
              <a:spcAft>
                <a:spcPct val="0"/>
              </a:spcAft>
            </a:pPr>
            <a:fld id="{C4044082-7196-4B6A-AD42-B203FE0269AC}" type="datetime'''''6''''''''''''''''''''''''''''''''3''''''''''%'">
              <a:rPr lang="en-US" altLang="en-US" sz="1200" smtClean="0"/>
              <a:pPr/>
              <a:t>63%</a:t>
            </a:fld>
            <a:endParaRPr lang="en-US" sz="1200" noProof="0" dirty="0"/>
          </a:p>
        </p:txBody>
      </p:sp>
      <p:sp>
        <p:nvSpPr>
          <p:cNvPr id="26" name="Text Placeholder 2">
            <a:extLst>
              <a:ext uri="{FF2B5EF4-FFF2-40B4-BE49-F238E27FC236}">
                <a16:creationId xmlns:a16="http://schemas.microsoft.com/office/drawing/2014/main" id="{40C6DA0B-C161-0E22-EFF1-2C911C42BD78}"/>
              </a:ext>
            </a:extLst>
          </p:cNvPr>
          <p:cNvSpPr>
            <a:spLocks noGrp="1"/>
          </p:cNvSpPr>
          <p:nvPr>
            <p:custDataLst>
              <p:tags r:id="rId7"/>
            </p:custDataLst>
          </p:nvPr>
        </p:nvSpPr>
        <p:spPr bwMode="gray">
          <a:xfrm>
            <a:off x="8818563" y="2801938"/>
            <a:ext cx="34131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lgn="ctr">
              <a:spcBef>
                <a:spcPct val="0"/>
              </a:spcBef>
              <a:spcAft>
                <a:spcPct val="0"/>
              </a:spcAft>
            </a:pPr>
            <a:fld id="{1C11344D-2172-4C34-896A-B9E6CAAE73F6}" type="datetime'''''''''''''''''''''''''''''''7''1''''''''''%'">
              <a:rPr lang="en-US" altLang="en-US" sz="1200" smtClean="0"/>
              <a:pPr/>
              <a:t>71%</a:t>
            </a:fld>
            <a:endParaRPr lang="en-US" sz="1200" noProof="0" dirty="0">
              <a:ea typeface="Inter" panose="02000503000000020004" pitchFamily="2" charset="0"/>
            </a:endParaRPr>
          </a:p>
        </p:txBody>
      </p:sp>
      <p:graphicFrame>
        <p:nvGraphicFramePr>
          <p:cNvPr id="107" name="Chart 106">
            <a:extLst>
              <a:ext uri="{FF2B5EF4-FFF2-40B4-BE49-F238E27FC236}">
                <a16:creationId xmlns:a16="http://schemas.microsoft.com/office/drawing/2014/main" id="{3E3C9BDE-12F8-7A3B-05A3-CFD65E9BD9F3}"/>
              </a:ext>
            </a:extLst>
          </p:cNvPr>
          <p:cNvGraphicFramePr/>
          <p:nvPr>
            <p:custDataLst>
              <p:tags r:id="rId8"/>
            </p:custDataLst>
            <p:extLst>
              <p:ext uri="{D42A27DB-BD31-4B8C-83A1-F6EECF244321}">
                <p14:modId xmlns:p14="http://schemas.microsoft.com/office/powerpoint/2010/main" val="3361757221"/>
              </p:ext>
            </p:extLst>
          </p:nvPr>
        </p:nvGraphicFramePr>
        <p:xfrm>
          <a:off x="2198688" y="1547813"/>
          <a:ext cx="7188200" cy="4819650"/>
        </p:xfrm>
        <a:graphic>
          <a:graphicData uri="http://schemas.openxmlformats.org/drawingml/2006/chart">
            <c:chart xmlns:c="http://schemas.openxmlformats.org/drawingml/2006/chart" xmlns:r="http://schemas.openxmlformats.org/officeDocument/2006/relationships" r:id="rId23"/>
          </a:graphicData>
        </a:graphic>
      </p:graphicFrame>
      <p:sp>
        <p:nvSpPr>
          <p:cNvPr id="57" name="Text Placeholder 2">
            <a:extLst>
              <a:ext uri="{FF2B5EF4-FFF2-40B4-BE49-F238E27FC236}">
                <a16:creationId xmlns:a16="http://schemas.microsoft.com/office/drawing/2014/main" id="{61CAC50D-2439-5EC7-E6F6-1FE7708DB44B}"/>
              </a:ext>
            </a:extLst>
          </p:cNvPr>
          <p:cNvSpPr>
            <a:spLocks noGrp="1"/>
          </p:cNvSpPr>
          <p:nvPr>
            <p:custDataLst>
              <p:tags r:id="rId9"/>
            </p:custDataLst>
          </p:nvPr>
        </p:nvSpPr>
        <p:spPr bwMode="auto">
          <a:xfrm>
            <a:off x="2305050" y="4397375"/>
            <a:ext cx="5111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lgn="r">
              <a:spcBef>
                <a:spcPct val="0"/>
              </a:spcBef>
              <a:spcAft>
                <a:spcPct val="0"/>
              </a:spcAft>
            </a:pPr>
            <a:fld id="{767A3433-E9D2-4D00-84ED-D8AB8C20A2FE}" type="datetime'A''c''''''''c''''''''''''''e''''''pt'''''''''''''">
              <a:rPr lang="en-US" altLang="en-US" sz="1200" smtClean="0"/>
              <a:pPr/>
              <a:t>Accept</a:t>
            </a:fld>
            <a:endParaRPr lang="en-US" sz="1200" noProof="0" dirty="0"/>
          </a:p>
        </p:txBody>
      </p:sp>
      <p:sp>
        <p:nvSpPr>
          <p:cNvPr id="58" name="Text Placeholder 2">
            <a:extLst>
              <a:ext uri="{FF2B5EF4-FFF2-40B4-BE49-F238E27FC236}">
                <a16:creationId xmlns:a16="http://schemas.microsoft.com/office/drawing/2014/main" id="{64E40B78-C856-5D2D-F400-88935A9B7570}"/>
              </a:ext>
            </a:extLst>
          </p:cNvPr>
          <p:cNvSpPr>
            <a:spLocks noGrp="1"/>
          </p:cNvSpPr>
          <p:nvPr>
            <p:custDataLst>
              <p:tags r:id="rId10"/>
            </p:custDataLst>
          </p:nvPr>
        </p:nvSpPr>
        <p:spPr bwMode="auto">
          <a:xfrm>
            <a:off x="2165350" y="2254250"/>
            <a:ext cx="6508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lgn="r">
              <a:spcBef>
                <a:spcPct val="0"/>
              </a:spcBef>
              <a:spcAft>
                <a:spcPct val="0"/>
              </a:spcAft>
            </a:pPr>
            <a:fld id="{DE47F6AE-0C7F-467C-9D43-3E515EB4F3E7}" type="datetime'''C''''''''''''''on''s''''''''''''''i''''''der'''">
              <a:rPr lang="en-US" altLang="en-US" sz="1200" smtClean="0"/>
              <a:pPr/>
              <a:t>Consider</a:t>
            </a:fld>
            <a:endParaRPr lang="en-US" sz="1200" noProof="0" dirty="0"/>
          </a:p>
        </p:txBody>
      </p:sp>
      <p:sp>
        <p:nvSpPr>
          <p:cNvPr id="59" name="Text Placeholder 2">
            <a:extLst>
              <a:ext uri="{FF2B5EF4-FFF2-40B4-BE49-F238E27FC236}">
                <a16:creationId xmlns:a16="http://schemas.microsoft.com/office/drawing/2014/main" id="{4089512B-8BCB-0690-77AE-AA8E8775F212}"/>
              </a:ext>
            </a:extLst>
          </p:cNvPr>
          <p:cNvSpPr>
            <a:spLocks noGrp="1"/>
          </p:cNvSpPr>
          <p:nvPr>
            <p:custDataLst>
              <p:tags r:id="rId11"/>
            </p:custDataLst>
          </p:nvPr>
        </p:nvSpPr>
        <p:spPr bwMode="gray">
          <a:xfrm>
            <a:off x="2970213" y="1606550"/>
            <a:ext cx="3746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lgn="ctr">
              <a:spcBef>
                <a:spcPct val="0"/>
              </a:spcBef>
              <a:spcAft>
                <a:spcPct val="0"/>
              </a:spcAft>
            </a:pPr>
            <a:fld id="{8E305CD4-03A6-4062-AA5C-F7AF96969855}" type="datetime'''''''''9''''''''''''7''''%'''''''''''''''''''">
              <a:rPr lang="en-US" altLang="en-US" sz="1200" smtClean="0"/>
              <a:pPr/>
              <a:t>97%</a:t>
            </a:fld>
            <a:endParaRPr lang="en-US" sz="1200" noProof="0" dirty="0"/>
          </a:p>
        </p:txBody>
      </p:sp>
      <p:sp>
        <p:nvSpPr>
          <p:cNvPr id="60" name="Text Placeholder 2">
            <a:extLst>
              <a:ext uri="{FF2B5EF4-FFF2-40B4-BE49-F238E27FC236}">
                <a16:creationId xmlns:a16="http://schemas.microsoft.com/office/drawing/2014/main" id="{A882E456-B8DC-AF48-A7C7-B6A3C5435AA6}"/>
              </a:ext>
            </a:extLst>
          </p:cNvPr>
          <p:cNvSpPr>
            <a:spLocks noGrp="1"/>
          </p:cNvSpPr>
          <p:nvPr>
            <p:custDataLst>
              <p:tags r:id="rId12"/>
            </p:custDataLst>
          </p:nvPr>
        </p:nvSpPr>
        <p:spPr bwMode="gray">
          <a:xfrm>
            <a:off x="4721225" y="1916113"/>
            <a:ext cx="3857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lgn="ctr">
              <a:spcBef>
                <a:spcPct val="0"/>
              </a:spcBef>
              <a:spcAft>
                <a:spcPct val="0"/>
              </a:spcAft>
            </a:pPr>
            <a:fld id="{4B4BC23C-D138-4135-AC43-A6328A963E0A}" type="datetime'''''''''''''9''''''''''''''0%'''''''''''''">
              <a:rPr lang="en-US" altLang="en-US" sz="1200" smtClean="0"/>
              <a:pPr/>
              <a:t>90%</a:t>
            </a:fld>
            <a:endParaRPr lang="en-US" sz="1200" noProof="0" dirty="0"/>
          </a:p>
        </p:txBody>
      </p:sp>
      <p:sp>
        <p:nvSpPr>
          <p:cNvPr id="61" name="Text Placeholder 2">
            <a:extLst>
              <a:ext uri="{FF2B5EF4-FFF2-40B4-BE49-F238E27FC236}">
                <a16:creationId xmlns:a16="http://schemas.microsoft.com/office/drawing/2014/main" id="{CF595197-9419-F175-EBC3-D166A3AC6204}"/>
              </a:ext>
            </a:extLst>
          </p:cNvPr>
          <p:cNvSpPr>
            <a:spLocks noGrp="1"/>
          </p:cNvSpPr>
          <p:nvPr>
            <p:custDataLst>
              <p:tags r:id="rId13"/>
            </p:custDataLst>
          </p:nvPr>
        </p:nvSpPr>
        <p:spPr bwMode="gray">
          <a:xfrm>
            <a:off x="6480175" y="4346575"/>
            <a:ext cx="37941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lgn="ctr">
              <a:spcBef>
                <a:spcPct val="0"/>
              </a:spcBef>
              <a:spcAft>
                <a:spcPct val="0"/>
              </a:spcAft>
            </a:pPr>
            <a:fld id="{F44D2F11-D4D0-4E44-9242-63E3D486EBEA}" type="datetime'''3''5''''''''''''''''%'''''">
              <a:rPr lang="en-US" altLang="en-US" sz="1200" smtClean="0"/>
              <a:pPr/>
              <a:t>35%</a:t>
            </a:fld>
            <a:endParaRPr lang="en-US" sz="1200" noProof="0" dirty="0"/>
          </a:p>
        </p:txBody>
      </p:sp>
      <p:sp>
        <p:nvSpPr>
          <p:cNvPr id="63" name="Text Placeholder 2">
            <a:extLst>
              <a:ext uri="{FF2B5EF4-FFF2-40B4-BE49-F238E27FC236}">
                <a16:creationId xmlns:a16="http://schemas.microsoft.com/office/drawing/2014/main" id="{6EA15F32-14A5-8B6F-C1BA-2AC219FA089B}"/>
              </a:ext>
            </a:extLst>
          </p:cNvPr>
          <p:cNvSpPr>
            <a:spLocks noGrp="1"/>
          </p:cNvSpPr>
          <p:nvPr>
            <p:custDataLst>
              <p:tags r:id="rId14"/>
            </p:custDataLst>
          </p:nvPr>
        </p:nvSpPr>
        <p:spPr bwMode="gray">
          <a:xfrm>
            <a:off x="8234363" y="3152775"/>
            <a:ext cx="38258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lgn="ctr">
              <a:spcBef>
                <a:spcPct val="0"/>
              </a:spcBef>
              <a:spcAft>
                <a:spcPct val="0"/>
              </a:spcAft>
            </a:pPr>
            <a:fld id="{33B07752-47C4-4C15-BB7A-4F9694D3BD9C}" type="datetime'''''''''''''''6''''''''2''%'''">
              <a:rPr lang="en-US" altLang="en-US" sz="1200" smtClean="0"/>
              <a:pPr/>
              <a:t>62%</a:t>
            </a:fld>
            <a:endParaRPr lang="en-US" sz="1200" noProof="0" dirty="0">
              <a:ea typeface="Inter" panose="02000503000000020004" pitchFamily="2" charset="0"/>
            </a:endParaRPr>
          </a:p>
        </p:txBody>
      </p:sp>
      <p:sp>
        <p:nvSpPr>
          <p:cNvPr id="85" name="TextBox 84">
            <a:extLst>
              <a:ext uri="{FF2B5EF4-FFF2-40B4-BE49-F238E27FC236}">
                <a16:creationId xmlns:a16="http://schemas.microsoft.com/office/drawing/2014/main" id="{C502B7B1-8F52-6B4C-3884-DDC38AA12C66}"/>
              </a:ext>
            </a:extLst>
          </p:cNvPr>
          <p:cNvSpPr txBox="1"/>
          <p:nvPr>
            <p:custDataLst>
              <p:tags r:id="rId15"/>
            </p:custDataLst>
          </p:nvPr>
        </p:nvSpPr>
        <p:spPr>
          <a:xfrm>
            <a:off x="5906891" y="6100763"/>
            <a:ext cx="2101850" cy="246063"/>
          </a:xfrm>
          <a:prstGeom prst="rect">
            <a:avLst/>
          </a:prstGeom>
          <a:noFill/>
        </p:spPr>
        <p:txBody>
          <a:bodyPr wrap="square" lIns="0" tIns="0" rIns="0" bIns="0">
            <a:spAutoFit/>
          </a:bodyPr>
          <a:lstStyle/>
          <a:p>
            <a:pPr algn="ctr"/>
            <a:r>
              <a:rPr lang="en-US" sz="1600" dirty="0"/>
              <a:t>Kits</a:t>
            </a:r>
          </a:p>
        </p:txBody>
      </p:sp>
      <p:sp>
        <p:nvSpPr>
          <p:cNvPr id="86" name="TextBox 85">
            <a:extLst>
              <a:ext uri="{FF2B5EF4-FFF2-40B4-BE49-F238E27FC236}">
                <a16:creationId xmlns:a16="http://schemas.microsoft.com/office/drawing/2014/main" id="{7C8A0D35-5991-399F-5D6F-57116D6FEBF5}"/>
              </a:ext>
            </a:extLst>
          </p:cNvPr>
          <p:cNvSpPr txBox="1"/>
          <p:nvPr>
            <p:custDataLst>
              <p:tags r:id="rId16"/>
            </p:custDataLst>
          </p:nvPr>
        </p:nvSpPr>
        <p:spPr>
          <a:xfrm>
            <a:off x="2381893" y="6100763"/>
            <a:ext cx="2103438" cy="246063"/>
          </a:xfrm>
          <a:prstGeom prst="rect">
            <a:avLst/>
          </a:prstGeom>
          <a:noFill/>
        </p:spPr>
        <p:txBody>
          <a:bodyPr wrap="square" lIns="0" tIns="0" rIns="0" bIns="0">
            <a:spAutoFit/>
          </a:bodyPr>
          <a:lstStyle/>
          <a:p>
            <a:pPr algn="ctr"/>
            <a:r>
              <a:rPr lang="en-US" sz="1600" dirty="0"/>
              <a:t>Forks</a:t>
            </a:r>
          </a:p>
        </p:txBody>
      </p:sp>
      <p:sp>
        <p:nvSpPr>
          <p:cNvPr id="87" name="TextBox 86">
            <a:extLst>
              <a:ext uri="{FF2B5EF4-FFF2-40B4-BE49-F238E27FC236}">
                <a16:creationId xmlns:a16="http://schemas.microsoft.com/office/drawing/2014/main" id="{0059D367-4BB6-CA47-8B7F-4D4748E9F841}"/>
              </a:ext>
            </a:extLst>
          </p:cNvPr>
          <p:cNvSpPr txBox="1"/>
          <p:nvPr>
            <p:custDataLst>
              <p:tags r:id="rId17"/>
            </p:custDataLst>
          </p:nvPr>
        </p:nvSpPr>
        <p:spPr>
          <a:xfrm>
            <a:off x="4141591" y="6100763"/>
            <a:ext cx="2101850" cy="246063"/>
          </a:xfrm>
          <a:prstGeom prst="rect">
            <a:avLst/>
          </a:prstGeom>
          <a:noFill/>
        </p:spPr>
        <p:txBody>
          <a:bodyPr wrap="square" lIns="0" tIns="0" rIns="0" bIns="0">
            <a:spAutoFit/>
          </a:bodyPr>
          <a:lstStyle/>
          <a:p>
            <a:pPr algn="ctr"/>
            <a:r>
              <a:rPr lang="en-US" sz="1600" dirty="0"/>
              <a:t>Spoons</a:t>
            </a:r>
          </a:p>
        </p:txBody>
      </p:sp>
      <p:sp>
        <p:nvSpPr>
          <p:cNvPr id="88" name="TextBox 87">
            <a:extLst>
              <a:ext uri="{FF2B5EF4-FFF2-40B4-BE49-F238E27FC236}">
                <a16:creationId xmlns:a16="http://schemas.microsoft.com/office/drawing/2014/main" id="{065E7F64-D543-78A5-42C9-E731CAC7F3BF}"/>
              </a:ext>
            </a:extLst>
          </p:cNvPr>
          <p:cNvSpPr txBox="1"/>
          <p:nvPr>
            <p:custDataLst>
              <p:tags r:id="rId18"/>
            </p:custDataLst>
          </p:nvPr>
        </p:nvSpPr>
        <p:spPr>
          <a:xfrm>
            <a:off x="7655476" y="6100763"/>
            <a:ext cx="2101850" cy="246063"/>
          </a:xfrm>
          <a:prstGeom prst="rect">
            <a:avLst/>
          </a:prstGeom>
          <a:noFill/>
        </p:spPr>
        <p:txBody>
          <a:bodyPr wrap="square" lIns="0" tIns="0" rIns="0" bIns="0">
            <a:spAutoFit/>
          </a:bodyPr>
          <a:lstStyle/>
          <a:p>
            <a:pPr algn="ctr"/>
            <a:r>
              <a:rPr lang="en-US" sz="1600" dirty="0"/>
              <a:t>Overall</a:t>
            </a:r>
          </a:p>
        </p:txBody>
      </p:sp>
      <p:sp>
        <p:nvSpPr>
          <p:cNvPr id="92" name="MekkoHeaderBox638768827108992923">
            <a:extLst>
              <a:ext uri="{FF2B5EF4-FFF2-40B4-BE49-F238E27FC236}">
                <a16:creationId xmlns:a16="http://schemas.microsoft.com/office/drawing/2014/main" id="{EA19BB16-59EA-DCF5-80DE-D3E44085CDDF}"/>
              </a:ext>
            </a:extLst>
          </p:cNvPr>
          <p:cNvSpPr/>
          <p:nvPr/>
        </p:nvSpPr>
        <p:spPr>
          <a:xfrm>
            <a:off x="493714" y="878177"/>
            <a:ext cx="11255924" cy="392557"/>
          </a:xfrm>
          <a:prstGeom prst="rect">
            <a:avLst/>
          </a:prstGeom>
          <a:blipFill dpi="0" rotWithShape="1">
            <a:blip r:embed="rId24"/>
            <a:srcRect/>
            <a:tile tx="0" ty="0" sx="100000" sy="100000" flip="none" algn="b"/>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1400" b="1" dirty="0">
                <a:solidFill>
                  <a:srgbClr val="000000"/>
                </a:solidFill>
              </a:rPr>
              <a:t>Cutlery Results – Initial Results vs Incorporating Feedback</a:t>
            </a:r>
          </a:p>
        </p:txBody>
      </p:sp>
      <p:sp>
        <p:nvSpPr>
          <p:cNvPr id="108" name="TextBox 107">
            <a:extLst>
              <a:ext uri="{FF2B5EF4-FFF2-40B4-BE49-F238E27FC236}">
                <a16:creationId xmlns:a16="http://schemas.microsoft.com/office/drawing/2014/main" id="{806C00C4-A62E-8C02-7BBB-661F9E405545}"/>
              </a:ext>
            </a:extLst>
          </p:cNvPr>
          <p:cNvSpPr txBox="1"/>
          <p:nvPr/>
        </p:nvSpPr>
        <p:spPr>
          <a:xfrm>
            <a:off x="9688378" y="2176457"/>
            <a:ext cx="2061260" cy="862578"/>
          </a:xfrm>
          <a:prstGeom prst="rect">
            <a:avLst/>
          </a:prstGeom>
          <a:solidFill>
            <a:schemeClr val="accent4">
              <a:lumMod val="20000"/>
              <a:lumOff val="80000"/>
            </a:schemeClr>
          </a:solidFill>
          <a:ln>
            <a:solidFill>
              <a:schemeClr val="accent3"/>
            </a:solidFill>
          </a:ln>
        </p:spPr>
        <p:txBody>
          <a:bodyPr wrap="square" lIns="0" tIns="0" rIns="0" bIns="0" rtlCol="0" anchor="ctr">
            <a:noAutofit/>
          </a:bodyPr>
          <a:lstStyle/>
          <a:p>
            <a:pPr algn="ctr"/>
            <a:r>
              <a:rPr lang="en-US" sz="1100" dirty="0">
                <a:effectLst/>
                <a:ea typeface="Inter" panose="02000503000000020004" pitchFamily="2" charset="0"/>
              </a:rPr>
              <a:t>+9.5% Accept/Consider Improvement with Feedback</a:t>
            </a:r>
          </a:p>
        </p:txBody>
      </p:sp>
      <p:cxnSp>
        <p:nvCxnSpPr>
          <p:cNvPr id="109" name="Connector: Elbow 108">
            <a:extLst>
              <a:ext uri="{FF2B5EF4-FFF2-40B4-BE49-F238E27FC236}">
                <a16:creationId xmlns:a16="http://schemas.microsoft.com/office/drawing/2014/main" id="{AC80B0EB-019B-7100-A551-54068232401E}"/>
              </a:ext>
            </a:extLst>
          </p:cNvPr>
          <p:cNvCxnSpPr>
            <a:cxnSpLocks/>
            <a:stCxn id="107" idx="3"/>
            <a:endCxn id="108" idx="1"/>
          </p:cNvCxnSpPr>
          <p:nvPr/>
        </p:nvCxnSpPr>
        <p:spPr>
          <a:xfrm flipV="1">
            <a:off x="9386888" y="2607746"/>
            <a:ext cx="301490" cy="1349892"/>
          </a:xfrm>
          <a:prstGeom prst="bentConnector3">
            <a:avLst>
              <a:gd name="adj1" fmla="val 50000"/>
            </a:avLst>
          </a:prstGeom>
          <a:ln w="9525">
            <a:solidFill>
              <a:schemeClr val="accent3"/>
            </a:solidFill>
            <a:headEnd type="oval" w="med" len="med"/>
            <a:tailEnd type="oval" w="med" len="med"/>
          </a:ln>
          <a:effectLst/>
        </p:spPr>
        <p:style>
          <a:lnRef idx="2">
            <a:schemeClr val="accent1"/>
          </a:lnRef>
          <a:fillRef idx="0">
            <a:schemeClr val="accent1"/>
          </a:fillRef>
          <a:effectRef idx="1">
            <a:schemeClr val="accent1"/>
          </a:effectRef>
          <a:fontRef idx="minor">
            <a:schemeClr val="tx1"/>
          </a:fontRef>
        </p:style>
      </p:cxnSp>
      <p:sp>
        <p:nvSpPr>
          <p:cNvPr id="112" name="Rectangle: Rounded Corners 111">
            <a:extLst>
              <a:ext uri="{FF2B5EF4-FFF2-40B4-BE49-F238E27FC236}">
                <a16:creationId xmlns:a16="http://schemas.microsoft.com/office/drawing/2014/main" id="{3CACE90D-0B0D-EEA6-AAAE-15C052AF3F42}"/>
              </a:ext>
            </a:extLst>
          </p:cNvPr>
          <p:cNvSpPr/>
          <p:nvPr/>
        </p:nvSpPr>
        <p:spPr>
          <a:xfrm>
            <a:off x="8129109" y="2682688"/>
            <a:ext cx="1156084" cy="3791992"/>
          </a:xfrm>
          <a:prstGeom prst="round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6006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9E17B-514A-C195-2DB3-70984BE98D8E}"/>
            </a:ext>
          </a:extLst>
        </p:cNvPr>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E9744172-22EF-2267-D04E-E58572A31D6B}"/>
              </a:ext>
            </a:extLst>
          </p:cNvPr>
          <p:cNvGraphicFramePr>
            <a:graphicFrameLocks noChangeAspect="1"/>
          </p:cNvGraphicFramePr>
          <p:nvPr>
            <p:custDataLst>
              <p:tags r:id="rId1"/>
            </p:custDataLst>
            <p:extLst>
              <p:ext uri="{D42A27DB-BD31-4B8C-83A1-F6EECF244321}">
                <p14:modId xmlns:p14="http://schemas.microsoft.com/office/powerpoint/2010/main" val="2017459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53" imgH="353" progId="TCLayout.ActiveDocument.1">
                  <p:embed/>
                </p:oleObj>
              </mc:Choice>
              <mc:Fallback>
                <p:oleObj name="think-cell Slide" r:id="rId4" imgW="353" imgH="353" progId="TCLayout.ActiveDocument.1">
                  <p:embed/>
                  <p:pic>
                    <p:nvPicPr>
                      <p:cNvPr id="13" name="think-cell data - do not delete" hidden="1">
                        <a:extLst>
                          <a:ext uri="{FF2B5EF4-FFF2-40B4-BE49-F238E27FC236}">
                            <a16:creationId xmlns:a16="http://schemas.microsoft.com/office/drawing/2014/main" id="{E9744172-22EF-2267-D04E-E58572A31D6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167D0A6-1E76-0C77-B600-63DD6108ACB0}"/>
              </a:ext>
            </a:extLst>
          </p:cNvPr>
          <p:cNvSpPr>
            <a:spLocks noGrp="1"/>
          </p:cNvSpPr>
          <p:nvPr>
            <p:ph type="title"/>
          </p:nvPr>
        </p:nvSpPr>
        <p:spPr/>
        <p:txBody>
          <a:bodyPr vert="horz"/>
          <a:lstStyle/>
          <a:p>
            <a:r>
              <a:rPr lang="en-US" dirty="0"/>
              <a:t>Optimization</a:t>
            </a:r>
          </a:p>
        </p:txBody>
      </p:sp>
      <p:grpSp>
        <p:nvGrpSpPr>
          <p:cNvPr id="6" name="Group 5">
            <a:extLst>
              <a:ext uri="{FF2B5EF4-FFF2-40B4-BE49-F238E27FC236}">
                <a16:creationId xmlns:a16="http://schemas.microsoft.com/office/drawing/2014/main" id="{60C18F35-F4BD-7255-36FB-E99E56B5E710}"/>
              </a:ext>
            </a:extLst>
          </p:cNvPr>
          <p:cNvGrpSpPr/>
          <p:nvPr>
            <p:custDataLst>
              <p:tags r:id="rId2"/>
            </p:custDataLst>
          </p:nvPr>
        </p:nvGrpSpPr>
        <p:grpSpPr>
          <a:xfrm>
            <a:off x="493713" y="90661"/>
            <a:ext cx="11255925" cy="244777"/>
            <a:chOff x="493714" y="1663700"/>
            <a:chExt cx="9123933" cy="381000"/>
          </a:xfrm>
          <a:solidFill>
            <a:schemeClr val="accent6">
              <a:lumMod val="20000"/>
              <a:lumOff val="80000"/>
            </a:schemeClr>
          </a:solidFill>
        </p:grpSpPr>
        <p:sp>
          <p:nvSpPr>
            <p:cNvPr id="7" name="MekkoValueChainHeader638810835418479876">
              <a:extLst>
                <a:ext uri="{FF2B5EF4-FFF2-40B4-BE49-F238E27FC236}">
                  <a16:creationId xmlns:a16="http://schemas.microsoft.com/office/drawing/2014/main" id="{B89F860E-F49E-252C-6E98-892C6222AF6A}"/>
                </a:ext>
              </a:extLst>
            </p:cNvPr>
            <p:cNvSpPr/>
            <p:nvPr/>
          </p:nvSpPr>
          <p:spPr>
            <a:xfrm>
              <a:off x="493714" y="1663700"/>
              <a:ext cx="2390711" cy="381000"/>
            </a:xfrm>
            <a:prstGeom prst="homePlate">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Taxonomy</a:t>
              </a:r>
            </a:p>
          </p:txBody>
        </p:sp>
        <p:sp>
          <p:nvSpPr>
            <p:cNvPr id="8" name="MekkoValueChainHeader638810835418479876638810835418862802">
              <a:extLst>
                <a:ext uri="{FF2B5EF4-FFF2-40B4-BE49-F238E27FC236}">
                  <a16:creationId xmlns:a16="http://schemas.microsoft.com/office/drawing/2014/main" id="{625FBCCB-8891-9273-AC35-27E45291D583}"/>
                </a:ext>
              </a:extLst>
            </p:cNvPr>
            <p:cNvSpPr/>
            <p:nvPr/>
          </p:nvSpPr>
          <p:spPr>
            <a:xfrm>
              <a:off x="2738121" y="1663700"/>
              <a:ext cx="2390711" cy="381000"/>
            </a:xfrm>
            <a:prstGeom prst="chevron">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Suggest Subs</a:t>
              </a:r>
            </a:p>
          </p:txBody>
        </p:sp>
        <p:sp>
          <p:nvSpPr>
            <p:cNvPr id="11" name="MekkoValueChainHeader638810835418479876638810835418862802638810835419123947">
              <a:extLst>
                <a:ext uri="{FF2B5EF4-FFF2-40B4-BE49-F238E27FC236}">
                  <a16:creationId xmlns:a16="http://schemas.microsoft.com/office/drawing/2014/main" id="{A8CBCCAB-51AA-D847-E98B-F451468E4781}"/>
                </a:ext>
              </a:extLst>
            </p:cNvPr>
            <p:cNvSpPr/>
            <p:nvPr/>
          </p:nvSpPr>
          <p:spPr>
            <a:xfrm>
              <a:off x="4982529" y="1663700"/>
              <a:ext cx="2390711" cy="381000"/>
            </a:xfrm>
            <a:prstGeom prst="chevron">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Incorporate Feedback</a:t>
              </a:r>
            </a:p>
          </p:txBody>
        </p:sp>
        <p:sp>
          <p:nvSpPr>
            <p:cNvPr id="12" name="MekkoValueChainHeader638810835418479876638810835418862802638810835419123947638810835419383009">
              <a:extLst>
                <a:ext uri="{FF2B5EF4-FFF2-40B4-BE49-F238E27FC236}">
                  <a16:creationId xmlns:a16="http://schemas.microsoft.com/office/drawing/2014/main" id="{081BD325-8EE0-A84F-8026-0A1D42E5C71F}"/>
                </a:ext>
              </a:extLst>
            </p:cNvPr>
            <p:cNvSpPr/>
            <p:nvPr/>
          </p:nvSpPr>
          <p:spPr>
            <a:xfrm>
              <a:off x="7226936" y="1663700"/>
              <a:ext cx="2390711" cy="381000"/>
            </a:xfrm>
            <a:prstGeom prst="chevron">
              <a:avLst>
                <a:gd name="adj" fmla="val 38400"/>
              </a:avLst>
            </a:prstGeom>
            <a:solidFill>
              <a:schemeClr val="accent1"/>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Optimization</a:t>
              </a:r>
            </a:p>
          </p:txBody>
        </p:sp>
      </p:grpSp>
      <p:sp>
        <p:nvSpPr>
          <p:cNvPr id="3" name="MekkoHeaderBox638768827108992923">
            <a:extLst>
              <a:ext uri="{FF2B5EF4-FFF2-40B4-BE49-F238E27FC236}">
                <a16:creationId xmlns:a16="http://schemas.microsoft.com/office/drawing/2014/main" id="{859B911B-28A7-18AE-8B80-51B60A39A7BB}"/>
              </a:ext>
            </a:extLst>
          </p:cNvPr>
          <p:cNvSpPr/>
          <p:nvPr/>
        </p:nvSpPr>
        <p:spPr>
          <a:xfrm>
            <a:off x="7640818" y="991192"/>
            <a:ext cx="3809359" cy="393700"/>
          </a:xfrm>
          <a:prstGeom prst="rect">
            <a:avLst/>
          </a:prstGeom>
          <a:blipFill dpi="0" rotWithShape="1">
            <a:blip r:embed="rId6"/>
            <a:srcRect/>
            <a:tile tx="0" ty="0" sx="100000" sy="100000" flip="none" algn="b"/>
          </a:bli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1400" b="1" dirty="0">
                <a:solidFill>
                  <a:srgbClr val="000000"/>
                </a:solidFill>
              </a:rPr>
              <a:t>Cost Data</a:t>
            </a:r>
          </a:p>
        </p:txBody>
      </p:sp>
      <p:graphicFrame>
        <p:nvGraphicFramePr>
          <p:cNvPr id="9" name="Table 8">
            <a:extLst>
              <a:ext uri="{FF2B5EF4-FFF2-40B4-BE49-F238E27FC236}">
                <a16:creationId xmlns:a16="http://schemas.microsoft.com/office/drawing/2014/main" id="{F8EC2FDF-9D98-5A09-1F0A-81E3FC343EF3}"/>
              </a:ext>
            </a:extLst>
          </p:cNvPr>
          <p:cNvGraphicFramePr>
            <a:graphicFrameLocks noGrp="1"/>
          </p:cNvGraphicFramePr>
          <p:nvPr>
            <p:extLst>
              <p:ext uri="{D42A27DB-BD31-4B8C-83A1-F6EECF244321}">
                <p14:modId xmlns:p14="http://schemas.microsoft.com/office/powerpoint/2010/main" val="2351067193"/>
              </p:ext>
            </p:extLst>
          </p:nvPr>
        </p:nvGraphicFramePr>
        <p:xfrm>
          <a:off x="7640818" y="1470763"/>
          <a:ext cx="3809360" cy="2064114"/>
        </p:xfrm>
        <a:graphic>
          <a:graphicData uri="http://schemas.openxmlformats.org/drawingml/2006/table">
            <a:tbl>
              <a:tblPr/>
              <a:tblGrid>
                <a:gridCol w="761872">
                  <a:extLst>
                    <a:ext uri="{9D8B030D-6E8A-4147-A177-3AD203B41FA5}">
                      <a16:colId xmlns:a16="http://schemas.microsoft.com/office/drawing/2014/main" val="4262718365"/>
                    </a:ext>
                  </a:extLst>
                </a:gridCol>
                <a:gridCol w="761872">
                  <a:extLst>
                    <a:ext uri="{9D8B030D-6E8A-4147-A177-3AD203B41FA5}">
                      <a16:colId xmlns:a16="http://schemas.microsoft.com/office/drawing/2014/main" val="3177740999"/>
                    </a:ext>
                  </a:extLst>
                </a:gridCol>
                <a:gridCol w="761872">
                  <a:extLst>
                    <a:ext uri="{9D8B030D-6E8A-4147-A177-3AD203B41FA5}">
                      <a16:colId xmlns:a16="http://schemas.microsoft.com/office/drawing/2014/main" val="3637616447"/>
                    </a:ext>
                  </a:extLst>
                </a:gridCol>
                <a:gridCol w="761872">
                  <a:extLst>
                    <a:ext uri="{9D8B030D-6E8A-4147-A177-3AD203B41FA5}">
                      <a16:colId xmlns:a16="http://schemas.microsoft.com/office/drawing/2014/main" val="1176002683"/>
                    </a:ext>
                  </a:extLst>
                </a:gridCol>
                <a:gridCol w="761872">
                  <a:extLst>
                    <a:ext uri="{9D8B030D-6E8A-4147-A177-3AD203B41FA5}">
                      <a16:colId xmlns:a16="http://schemas.microsoft.com/office/drawing/2014/main" val="234366326"/>
                    </a:ext>
                  </a:extLst>
                </a:gridCol>
              </a:tblGrid>
              <a:tr h="171109">
                <a:tc>
                  <a:txBody>
                    <a:bodyPr/>
                    <a:lstStyle/>
                    <a:p>
                      <a:pPr algn="l" fontAlgn="b"/>
                      <a:r>
                        <a:rPr lang="en-US" sz="1100" b="1" i="0" u="none" strike="noStrike" dirty="0">
                          <a:solidFill>
                            <a:srgbClr val="FFFFFF"/>
                          </a:solidFill>
                          <a:effectLst/>
                          <a:latin typeface="Inter" panose="02000503000000020004" pitchFamily="2" charset="0"/>
                        </a:rPr>
                        <a:t>PO Cost</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Gross Cost</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Net Cost</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Qty</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POD</a:t>
                      </a:r>
                    </a:p>
                  </a:txBody>
                  <a:tcPr marL="0" marR="0" marT="0" marB="0" anchor="b">
                    <a:lnL>
                      <a:noFill/>
                    </a:lnL>
                    <a:lnR>
                      <a:noFill/>
                    </a:lnR>
                    <a:lnT>
                      <a:noFill/>
                    </a:lnT>
                    <a:lnB>
                      <a:noFill/>
                    </a:lnB>
                    <a:solidFill>
                      <a:srgbClr val="022479"/>
                    </a:solidFill>
                  </a:tcPr>
                </a:tc>
                <a:extLst>
                  <a:ext uri="{0D108BD9-81ED-4DB2-BD59-A6C34878D82A}">
                    <a16:rowId xmlns:a16="http://schemas.microsoft.com/office/drawing/2014/main" val="2046818912"/>
                  </a:ext>
                </a:extLst>
              </a:tr>
              <a:tr h="177590">
                <a:tc>
                  <a:txBody>
                    <a:bodyPr/>
                    <a:lstStyle/>
                    <a:p>
                      <a:pPr algn="l" fontAlgn="b">
                        <a:buNone/>
                      </a:pPr>
                      <a:r>
                        <a:rPr lang="en-US" sz="1100" b="0" i="0" u="none" strike="noStrike" dirty="0">
                          <a:effectLst/>
                          <a:latin typeface="Aptos Narrow" panose="020B0004020202020204" pitchFamily="34" charset="0"/>
                        </a:rPr>
                        <a:t> $       4.00 </a:t>
                      </a:r>
                    </a:p>
                  </a:txBody>
                  <a:tcPr marL="6350" marR="6350" marT="6350" marB="0" anchor="b">
                    <a:lnL>
                      <a:noFill/>
                    </a:lnL>
                    <a:lnR>
                      <a:noFill/>
                    </a:lnR>
                    <a:lnT>
                      <a:noFill/>
                    </a:lnT>
                    <a:lnB>
                      <a:noFill/>
                    </a:lnB>
                    <a:noFill/>
                  </a:tcPr>
                </a:tc>
                <a:tc>
                  <a:txBody>
                    <a:bodyPr/>
                    <a:lstStyle/>
                    <a:p>
                      <a:pPr algn="r" fontAlgn="b">
                        <a:buNone/>
                      </a:pPr>
                      <a:r>
                        <a:rPr lang="en-US" sz="1100" b="0" i="0" u="none" strike="noStrike" dirty="0">
                          <a:effectLst/>
                          <a:latin typeface="Aptos Narrow" panose="020B0004020202020204" pitchFamily="34" charset="0"/>
                        </a:rPr>
                        <a:t>16</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18</a:t>
                      </a:r>
                    </a:p>
                  </a:txBody>
                  <a:tcPr marL="6350" marR="6350" marT="6350" marB="0" anchor="b">
                    <a:lnL>
                      <a:noFill/>
                    </a:lnL>
                    <a:lnR>
                      <a:noFill/>
                    </a:lnR>
                    <a:lnT>
                      <a:noFill/>
                    </a:lnT>
                    <a:lnB>
                      <a:noFill/>
                    </a:lnB>
                    <a:noFill/>
                  </a:tcPr>
                </a:tc>
                <a:tc>
                  <a:txBody>
                    <a:bodyPr/>
                    <a:lstStyle/>
                    <a:p>
                      <a:pPr algn="r" fontAlgn="b">
                        <a:buNone/>
                      </a:pPr>
                      <a:r>
                        <a:rPr lang="en-US" sz="1100" b="0" i="0" u="none" strike="noStrike" dirty="0">
                          <a:effectLst/>
                          <a:latin typeface="Aptos Narrow" panose="020B0004020202020204" pitchFamily="34" charset="0"/>
                        </a:rPr>
                        <a:t>4</a:t>
                      </a:r>
                    </a:p>
                  </a:txBody>
                  <a:tcPr marL="6350" marR="6350" marT="6350" marB="0" anchor="b">
                    <a:lnL>
                      <a:noFill/>
                    </a:lnL>
                    <a:lnR>
                      <a:noFill/>
                    </a:lnR>
                    <a:lnT>
                      <a:noFill/>
                    </a:lnT>
                    <a:lnB>
                      <a:noFill/>
                    </a:lnB>
                    <a:noFill/>
                  </a:tcPr>
                </a:tc>
                <a:tc>
                  <a:txBody>
                    <a:bodyPr/>
                    <a:lstStyle/>
                    <a:p>
                      <a:pPr algn="l" fontAlgn="b">
                        <a:buNone/>
                      </a:pPr>
                      <a:r>
                        <a:rPr lang="en-US" sz="1100" b="0" i="0" u="none" strike="noStrike" dirty="0">
                          <a:effectLst/>
                          <a:latin typeface="Aptos Narrow" panose="020B0004020202020204" pitchFamily="34" charset="0"/>
                        </a:rPr>
                        <a:t>N</a:t>
                      </a:r>
                    </a:p>
                  </a:txBody>
                  <a:tcPr marL="6350" marR="6350" marT="6350" marB="0" anchor="b">
                    <a:lnL>
                      <a:noFill/>
                    </a:lnL>
                    <a:lnR>
                      <a:noFill/>
                    </a:lnR>
                    <a:lnT>
                      <a:noFill/>
                    </a:lnT>
                    <a:lnB>
                      <a:noFill/>
                    </a:lnB>
                    <a:noFill/>
                  </a:tcPr>
                </a:tc>
                <a:extLst>
                  <a:ext uri="{0D108BD9-81ED-4DB2-BD59-A6C34878D82A}">
                    <a16:rowId xmlns:a16="http://schemas.microsoft.com/office/drawing/2014/main" val="2584855757"/>
                  </a:ext>
                </a:extLst>
              </a:tr>
              <a:tr h="177590">
                <a:tc>
                  <a:txBody>
                    <a:bodyPr/>
                    <a:lstStyle/>
                    <a:p>
                      <a:pPr algn="l" fontAlgn="b">
                        <a:buNone/>
                      </a:pPr>
                      <a:r>
                        <a:rPr lang="en-US" sz="1100" b="0" i="0" u="none" strike="noStrike">
                          <a:effectLst/>
                          <a:latin typeface="Aptos Narrow" panose="020B0004020202020204" pitchFamily="34" charset="0"/>
                        </a:rPr>
                        <a:t> $       5.75 </a:t>
                      </a:r>
                    </a:p>
                  </a:txBody>
                  <a:tcPr marL="6350" marR="6350" marT="6350" marB="0" anchor="b">
                    <a:lnL>
                      <a:noFill/>
                    </a:lnL>
                    <a:lnR>
                      <a:noFill/>
                    </a:lnR>
                    <a:lnT>
                      <a:noFill/>
                    </a:lnT>
                    <a:lnB>
                      <a:noFill/>
                    </a:lnB>
                    <a:noFill/>
                  </a:tcPr>
                </a:tc>
                <a:tc>
                  <a:txBody>
                    <a:bodyPr/>
                    <a:lstStyle/>
                    <a:p>
                      <a:pPr algn="r" fontAlgn="b">
                        <a:buNone/>
                      </a:pPr>
                      <a:r>
                        <a:rPr lang="en-US" sz="1100" b="0" i="0" u="none" strike="noStrike" dirty="0">
                          <a:effectLst/>
                          <a:latin typeface="Aptos Narrow" panose="020B0004020202020204" pitchFamily="34" charset="0"/>
                        </a:rPr>
                        <a:t>23</a:t>
                      </a:r>
                    </a:p>
                  </a:txBody>
                  <a:tcPr marL="6350" marR="6350" marT="6350" marB="0" anchor="b">
                    <a:lnL>
                      <a:noFill/>
                    </a:lnL>
                    <a:lnR>
                      <a:noFill/>
                    </a:lnR>
                    <a:lnT>
                      <a:noFill/>
                    </a:lnT>
                    <a:lnB>
                      <a:noFill/>
                    </a:lnB>
                    <a:noFill/>
                  </a:tcPr>
                </a:tc>
                <a:tc>
                  <a:txBody>
                    <a:bodyPr/>
                    <a:lstStyle/>
                    <a:p>
                      <a:pPr algn="r" fontAlgn="b">
                        <a:buNone/>
                      </a:pPr>
                      <a:r>
                        <a:rPr lang="en-US" sz="1100" b="0" i="0" u="none" strike="noStrike" dirty="0">
                          <a:effectLst/>
                          <a:latin typeface="Aptos Narrow" panose="020B0004020202020204" pitchFamily="34" charset="0"/>
                        </a:rPr>
                        <a:t>18</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4</a:t>
                      </a:r>
                    </a:p>
                  </a:txBody>
                  <a:tcPr marL="6350" marR="6350" marT="6350" marB="0" anchor="b">
                    <a:lnL>
                      <a:noFill/>
                    </a:lnL>
                    <a:lnR>
                      <a:noFill/>
                    </a:lnR>
                    <a:lnT>
                      <a:noFill/>
                    </a:lnT>
                    <a:lnB>
                      <a:noFill/>
                    </a:lnB>
                    <a:noFill/>
                  </a:tcPr>
                </a:tc>
                <a:tc>
                  <a:txBody>
                    <a:bodyPr/>
                    <a:lstStyle/>
                    <a:p>
                      <a:pPr algn="l" fontAlgn="b">
                        <a:buNone/>
                      </a:pPr>
                      <a:r>
                        <a:rPr lang="en-US" sz="1100" b="0" i="0" u="none" strike="noStrike">
                          <a:effectLst/>
                          <a:latin typeface="Aptos Narrow" panose="020B0004020202020204" pitchFamily="34" charset="0"/>
                        </a:rPr>
                        <a:t>Y</a:t>
                      </a:r>
                    </a:p>
                  </a:txBody>
                  <a:tcPr marL="6350" marR="6350" marT="6350" marB="0" anchor="b">
                    <a:lnL>
                      <a:noFill/>
                    </a:lnL>
                    <a:lnR>
                      <a:noFill/>
                    </a:lnR>
                    <a:lnT>
                      <a:noFill/>
                    </a:lnT>
                    <a:lnB>
                      <a:noFill/>
                    </a:lnB>
                    <a:noFill/>
                  </a:tcPr>
                </a:tc>
                <a:extLst>
                  <a:ext uri="{0D108BD9-81ED-4DB2-BD59-A6C34878D82A}">
                    <a16:rowId xmlns:a16="http://schemas.microsoft.com/office/drawing/2014/main" val="668084506"/>
                  </a:ext>
                </a:extLst>
              </a:tr>
              <a:tr h="177590">
                <a:tc>
                  <a:txBody>
                    <a:bodyPr/>
                    <a:lstStyle/>
                    <a:p>
                      <a:pPr algn="l" fontAlgn="b">
                        <a:buNone/>
                      </a:pPr>
                      <a:r>
                        <a:rPr lang="en-US" sz="1100" b="0" i="0" u="none" strike="noStrike">
                          <a:effectLst/>
                          <a:latin typeface="Aptos Narrow" panose="020B0004020202020204" pitchFamily="34" charset="0"/>
                        </a:rPr>
                        <a:t> $       6.50 </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13</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16</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2</a:t>
                      </a:r>
                    </a:p>
                  </a:txBody>
                  <a:tcPr marL="6350" marR="6350" marT="6350" marB="0" anchor="b">
                    <a:lnL>
                      <a:noFill/>
                    </a:lnL>
                    <a:lnR>
                      <a:noFill/>
                    </a:lnR>
                    <a:lnT>
                      <a:noFill/>
                    </a:lnT>
                    <a:lnB>
                      <a:noFill/>
                    </a:lnB>
                    <a:noFill/>
                  </a:tcPr>
                </a:tc>
                <a:tc>
                  <a:txBody>
                    <a:bodyPr/>
                    <a:lstStyle/>
                    <a:p>
                      <a:pPr algn="l" fontAlgn="b">
                        <a:buNone/>
                      </a:pPr>
                      <a:r>
                        <a:rPr lang="en-US" sz="1100" b="0" i="0" u="none" strike="noStrike">
                          <a:effectLst/>
                          <a:latin typeface="Aptos Narrow" panose="020B0004020202020204" pitchFamily="34" charset="0"/>
                        </a:rPr>
                        <a:t>N</a:t>
                      </a:r>
                    </a:p>
                  </a:txBody>
                  <a:tcPr marL="6350" marR="6350" marT="6350" marB="0" anchor="b">
                    <a:lnL>
                      <a:noFill/>
                    </a:lnL>
                    <a:lnR>
                      <a:noFill/>
                    </a:lnR>
                    <a:lnT>
                      <a:noFill/>
                    </a:lnT>
                    <a:lnB>
                      <a:noFill/>
                    </a:lnB>
                    <a:noFill/>
                  </a:tcPr>
                </a:tc>
                <a:extLst>
                  <a:ext uri="{0D108BD9-81ED-4DB2-BD59-A6C34878D82A}">
                    <a16:rowId xmlns:a16="http://schemas.microsoft.com/office/drawing/2014/main" val="4240652195"/>
                  </a:ext>
                </a:extLst>
              </a:tr>
              <a:tr h="177590">
                <a:tc>
                  <a:txBody>
                    <a:bodyPr/>
                    <a:lstStyle/>
                    <a:p>
                      <a:pPr algn="l" fontAlgn="b">
                        <a:buNone/>
                      </a:pPr>
                      <a:r>
                        <a:rPr lang="en-US" sz="1100" b="0" i="0" u="none" strike="noStrike">
                          <a:effectLst/>
                          <a:latin typeface="Aptos Narrow" panose="020B0004020202020204" pitchFamily="34" charset="0"/>
                        </a:rPr>
                        <a:t> $       4.00 </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32</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36</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8</a:t>
                      </a:r>
                    </a:p>
                  </a:txBody>
                  <a:tcPr marL="6350" marR="6350" marT="6350" marB="0" anchor="b">
                    <a:lnL>
                      <a:noFill/>
                    </a:lnL>
                    <a:lnR>
                      <a:noFill/>
                    </a:lnR>
                    <a:lnT>
                      <a:noFill/>
                    </a:lnT>
                    <a:lnB>
                      <a:noFill/>
                    </a:lnB>
                    <a:noFill/>
                  </a:tcPr>
                </a:tc>
                <a:tc>
                  <a:txBody>
                    <a:bodyPr/>
                    <a:lstStyle/>
                    <a:p>
                      <a:pPr algn="l" fontAlgn="b">
                        <a:buNone/>
                      </a:pPr>
                      <a:r>
                        <a:rPr lang="en-US" sz="1100" b="0" i="0" u="none" strike="noStrike">
                          <a:effectLst/>
                          <a:latin typeface="Aptos Narrow" panose="020B0004020202020204" pitchFamily="34" charset="0"/>
                        </a:rPr>
                        <a:t>N</a:t>
                      </a:r>
                    </a:p>
                  </a:txBody>
                  <a:tcPr marL="6350" marR="6350" marT="6350" marB="0" anchor="b">
                    <a:lnL>
                      <a:noFill/>
                    </a:lnL>
                    <a:lnR>
                      <a:noFill/>
                    </a:lnR>
                    <a:lnT>
                      <a:noFill/>
                    </a:lnT>
                    <a:lnB>
                      <a:noFill/>
                    </a:lnB>
                    <a:noFill/>
                  </a:tcPr>
                </a:tc>
                <a:extLst>
                  <a:ext uri="{0D108BD9-81ED-4DB2-BD59-A6C34878D82A}">
                    <a16:rowId xmlns:a16="http://schemas.microsoft.com/office/drawing/2014/main" val="503462822"/>
                  </a:ext>
                </a:extLst>
              </a:tr>
              <a:tr h="177590">
                <a:tc>
                  <a:txBody>
                    <a:bodyPr/>
                    <a:lstStyle/>
                    <a:p>
                      <a:pPr algn="l" fontAlgn="b">
                        <a:buNone/>
                      </a:pPr>
                      <a:r>
                        <a:rPr lang="en-US" sz="1100" b="0" i="0" u="none" strike="noStrike">
                          <a:effectLst/>
                          <a:latin typeface="Aptos Narrow" panose="020B0004020202020204" pitchFamily="34" charset="0"/>
                        </a:rPr>
                        <a:t> $     43.00 </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43</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43</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1</a:t>
                      </a:r>
                    </a:p>
                  </a:txBody>
                  <a:tcPr marL="6350" marR="6350" marT="6350" marB="0" anchor="b">
                    <a:lnL>
                      <a:noFill/>
                    </a:lnL>
                    <a:lnR>
                      <a:noFill/>
                    </a:lnR>
                    <a:lnT>
                      <a:noFill/>
                    </a:lnT>
                    <a:lnB>
                      <a:noFill/>
                    </a:lnB>
                    <a:noFill/>
                  </a:tcPr>
                </a:tc>
                <a:tc>
                  <a:txBody>
                    <a:bodyPr/>
                    <a:lstStyle/>
                    <a:p>
                      <a:pPr algn="l" fontAlgn="b">
                        <a:buNone/>
                      </a:pPr>
                      <a:r>
                        <a:rPr lang="en-US" sz="1100" b="0" i="0" u="none" strike="noStrike" dirty="0">
                          <a:effectLst/>
                          <a:latin typeface="Aptos Narrow" panose="020B0004020202020204" pitchFamily="34" charset="0"/>
                        </a:rPr>
                        <a:t>N</a:t>
                      </a:r>
                    </a:p>
                  </a:txBody>
                  <a:tcPr marL="6350" marR="6350" marT="6350" marB="0" anchor="b">
                    <a:lnL>
                      <a:noFill/>
                    </a:lnL>
                    <a:lnR>
                      <a:noFill/>
                    </a:lnR>
                    <a:lnT>
                      <a:noFill/>
                    </a:lnT>
                    <a:lnB>
                      <a:noFill/>
                    </a:lnB>
                    <a:noFill/>
                  </a:tcPr>
                </a:tc>
                <a:extLst>
                  <a:ext uri="{0D108BD9-81ED-4DB2-BD59-A6C34878D82A}">
                    <a16:rowId xmlns:a16="http://schemas.microsoft.com/office/drawing/2014/main" val="2418204722"/>
                  </a:ext>
                </a:extLst>
              </a:tr>
              <a:tr h="201011">
                <a:tc>
                  <a:txBody>
                    <a:bodyPr/>
                    <a:lstStyle/>
                    <a:p>
                      <a:pPr algn="l" fontAlgn="b">
                        <a:buNone/>
                      </a:pPr>
                      <a:r>
                        <a:rPr lang="en-US" sz="1100" b="0" i="0" u="none" strike="noStrike">
                          <a:effectLst/>
                          <a:latin typeface="Aptos Narrow" panose="020B0004020202020204" pitchFamily="34" charset="0"/>
                        </a:rPr>
                        <a:t> $     44.00 </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220</a:t>
                      </a:r>
                    </a:p>
                  </a:txBody>
                  <a:tcPr marL="6350" marR="6350" marT="6350" marB="0" anchor="b">
                    <a:lnL>
                      <a:noFill/>
                    </a:lnL>
                    <a:lnR>
                      <a:noFill/>
                    </a:lnR>
                    <a:lnT>
                      <a:noFill/>
                    </a:lnT>
                    <a:lnB>
                      <a:noFill/>
                    </a:lnB>
                    <a:noFill/>
                  </a:tcPr>
                </a:tc>
                <a:tc>
                  <a:txBody>
                    <a:bodyPr/>
                    <a:lstStyle/>
                    <a:p>
                      <a:pPr algn="r" fontAlgn="b">
                        <a:buNone/>
                      </a:pPr>
                      <a:r>
                        <a:rPr lang="en-US" sz="1100" b="0" i="0" u="none" strike="noStrike" dirty="0">
                          <a:effectLst/>
                          <a:latin typeface="Aptos Narrow" panose="020B0004020202020204" pitchFamily="34" charset="0"/>
                        </a:rPr>
                        <a:t>220</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5</a:t>
                      </a:r>
                    </a:p>
                  </a:txBody>
                  <a:tcPr marL="6350" marR="6350" marT="6350" marB="0" anchor="b">
                    <a:lnL>
                      <a:noFill/>
                    </a:lnL>
                    <a:lnR>
                      <a:noFill/>
                    </a:lnR>
                    <a:lnT>
                      <a:noFill/>
                    </a:lnT>
                    <a:lnB>
                      <a:noFill/>
                    </a:lnB>
                    <a:noFill/>
                  </a:tcPr>
                </a:tc>
                <a:tc>
                  <a:txBody>
                    <a:bodyPr/>
                    <a:lstStyle/>
                    <a:p>
                      <a:pPr algn="l" fontAlgn="b">
                        <a:buNone/>
                      </a:pPr>
                      <a:r>
                        <a:rPr lang="en-US" sz="1100" b="0" i="0" u="none" strike="noStrike">
                          <a:effectLst/>
                          <a:latin typeface="Aptos Narrow" panose="020B0004020202020204" pitchFamily="34" charset="0"/>
                        </a:rPr>
                        <a:t>N</a:t>
                      </a:r>
                    </a:p>
                  </a:txBody>
                  <a:tcPr marL="6350" marR="6350" marT="6350" marB="0" anchor="b">
                    <a:lnL>
                      <a:noFill/>
                    </a:lnL>
                    <a:lnR>
                      <a:noFill/>
                    </a:lnR>
                    <a:lnT>
                      <a:noFill/>
                    </a:lnT>
                    <a:lnB>
                      <a:noFill/>
                    </a:lnB>
                    <a:noFill/>
                  </a:tcPr>
                </a:tc>
                <a:extLst>
                  <a:ext uri="{0D108BD9-81ED-4DB2-BD59-A6C34878D82A}">
                    <a16:rowId xmlns:a16="http://schemas.microsoft.com/office/drawing/2014/main" val="1094565097"/>
                  </a:ext>
                </a:extLst>
              </a:tr>
              <a:tr h="201011">
                <a:tc>
                  <a:txBody>
                    <a:bodyPr/>
                    <a:lstStyle/>
                    <a:p>
                      <a:pPr algn="l" fontAlgn="b">
                        <a:buNone/>
                      </a:pPr>
                      <a:r>
                        <a:rPr lang="en-US" sz="1100" b="0" i="0" u="none" strike="noStrike">
                          <a:effectLst/>
                          <a:latin typeface="Aptos Narrow" panose="020B0004020202020204" pitchFamily="34" charset="0"/>
                        </a:rPr>
                        <a:t> $     44.00 </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44</a:t>
                      </a:r>
                    </a:p>
                  </a:txBody>
                  <a:tcPr marL="6350" marR="6350" marT="6350" marB="0" anchor="b">
                    <a:lnL>
                      <a:noFill/>
                    </a:lnL>
                    <a:lnR>
                      <a:noFill/>
                    </a:lnR>
                    <a:lnT>
                      <a:noFill/>
                    </a:lnT>
                    <a:lnB>
                      <a:noFill/>
                    </a:lnB>
                    <a:noFill/>
                  </a:tcPr>
                </a:tc>
                <a:tc>
                  <a:txBody>
                    <a:bodyPr/>
                    <a:lstStyle/>
                    <a:p>
                      <a:pPr algn="r" fontAlgn="b">
                        <a:buNone/>
                      </a:pPr>
                      <a:r>
                        <a:rPr lang="en-US" sz="1100" b="0" i="0" u="none" strike="noStrike" dirty="0">
                          <a:effectLst/>
                          <a:latin typeface="Aptos Narrow" panose="020B0004020202020204" pitchFamily="34" charset="0"/>
                        </a:rPr>
                        <a:t>44</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1</a:t>
                      </a:r>
                    </a:p>
                  </a:txBody>
                  <a:tcPr marL="6350" marR="6350" marT="6350" marB="0" anchor="b">
                    <a:lnL>
                      <a:noFill/>
                    </a:lnL>
                    <a:lnR>
                      <a:noFill/>
                    </a:lnR>
                    <a:lnT>
                      <a:noFill/>
                    </a:lnT>
                    <a:lnB>
                      <a:noFill/>
                    </a:lnB>
                    <a:noFill/>
                  </a:tcPr>
                </a:tc>
                <a:tc>
                  <a:txBody>
                    <a:bodyPr/>
                    <a:lstStyle/>
                    <a:p>
                      <a:pPr algn="l" fontAlgn="b">
                        <a:buNone/>
                      </a:pPr>
                      <a:r>
                        <a:rPr lang="en-US" sz="1100" b="0" i="0" u="none" strike="noStrike" dirty="0">
                          <a:effectLst/>
                          <a:latin typeface="Aptos Narrow" panose="020B0004020202020204" pitchFamily="34" charset="0"/>
                        </a:rPr>
                        <a:t>N</a:t>
                      </a:r>
                    </a:p>
                  </a:txBody>
                  <a:tcPr marL="6350" marR="6350" marT="6350" marB="0" anchor="b">
                    <a:lnL>
                      <a:noFill/>
                    </a:lnL>
                    <a:lnR>
                      <a:noFill/>
                    </a:lnR>
                    <a:lnT>
                      <a:noFill/>
                    </a:lnT>
                    <a:lnB>
                      <a:noFill/>
                    </a:lnB>
                    <a:noFill/>
                  </a:tcPr>
                </a:tc>
                <a:extLst>
                  <a:ext uri="{0D108BD9-81ED-4DB2-BD59-A6C34878D82A}">
                    <a16:rowId xmlns:a16="http://schemas.microsoft.com/office/drawing/2014/main" val="2783548831"/>
                  </a:ext>
                </a:extLst>
              </a:tr>
              <a:tr h="201011">
                <a:tc>
                  <a:txBody>
                    <a:bodyPr/>
                    <a:lstStyle/>
                    <a:p>
                      <a:pPr algn="l" fontAlgn="b">
                        <a:buNone/>
                      </a:pPr>
                      <a:r>
                        <a:rPr lang="en-US" sz="1100" b="0" i="0" u="none" strike="noStrike">
                          <a:effectLst/>
                          <a:latin typeface="Aptos Narrow" panose="020B0004020202020204" pitchFamily="34" charset="0"/>
                        </a:rPr>
                        <a:t> $     44.00 </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132</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132</a:t>
                      </a:r>
                    </a:p>
                  </a:txBody>
                  <a:tcPr marL="6350" marR="6350" marT="6350" marB="0" anchor="b">
                    <a:lnL>
                      <a:noFill/>
                    </a:lnL>
                    <a:lnR>
                      <a:noFill/>
                    </a:lnR>
                    <a:lnT>
                      <a:noFill/>
                    </a:lnT>
                    <a:lnB>
                      <a:noFill/>
                    </a:lnB>
                    <a:noFill/>
                  </a:tcPr>
                </a:tc>
                <a:tc>
                  <a:txBody>
                    <a:bodyPr/>
                    <a:lstStyle/>
                    <a:p>
                      <a:pPr algn="r" fontAlgn="b">
                        <a:buNone/>
                      </a:pPr>
                      <a:r>
                        <a:rPr lang="en-US" sz="1100" b="0" i="0" u="none" strike="noStrike" dirty="0">
                          <a:effectLst/>
                          <a:latin typeface="Aptos Narrow" panose="020B0004020202020204" pitchFamily="34" charset="0"/>
                        </a:rPr>
                        <a:t>3</a:t>
                      </a:r>
                    </a:p>
                  </a:txBody>
                  <a:tcPr marL="6350" marR="6350" marT="6350" marB="0" anchor="b">
                    <a:lnL>
                      <a:noFill/>
                    </a:lnL>
                    <a:lnR>
                      <a:noFill/>
                    </a:lnR>
                    <a:lnT>
                      <a:noFill/>
                    </a:lnT>
                    <a:lnB>
                      <a:noFill/>
                    </a:lnB>
                    <a:noFill/>
                  </a:tcPr>
                </a:tc>
                <a:tc>
                  <a:txBody>
                    <a:bodyPr/>
                    <a:lstStyle/>
                    <a:p>
                      <a:pPr algn="l" fontAlgn="b">
                        <a:buNone/>
                      </a:pPr>
                      <a:r>
                        <a:rPr lang="en-US" sz="1100" b="0" i="0" u="none" strike="noStrike">
                          <a:effectLst/>
                          <a:latin typeface="Aptos Narrow" panose="020B0004020202020204" pitchFamily="34" charset="0"/>
                        </a:rPr>
                        <a:t>N</a:t>
                      </a:r>
                    </a:p>
                  </a:txBody>
                  <a:tcPr marL="6350" marR="6350" marT="6350" marB="0" anchor="b">
                    <a:lnL>
                      <a:noFill/>
                    </a:lnL>
                    <a:lnR>
                      <a:noFill/>
                    </a:lnR>
                    <a:lnT>
                      <a:noFill/>
                    </a:lnT>
                    <a:lnB>
                      <a:noFill/>
                    </a:lnB>
                    <a:noFill/>
                  </a:tcPr>
                </a:tc>
                <a:extLst>
                  <a:ext uri="{0D108BD9-81ED-4DB2-BD59-A6C34878D82A}">
                    <a16:rowId xmlns:a16="http://schemas.microsoft.com/office/drawing/2014/main" val="2436610751"/>
                  </a:ext>
                </a:extLst>
              </a:tr>
              <a:tr h="201011">
                <a:tc>
                  <a:txBody>
                    <a:bodyPr/>
                    <a:lstStyle/>
                    <a:p>
                      <a:pPr algn="l" fontAlgn="b">
                        <a:buNone/>
                      </a:pPr>
                      <a:r>
                        <a:rPr lang="en-US" sz="1100" b="0" i="0" u="none" strike="noStrike">
                          <a:effectLst/>
                          <a:latin typeface="Aptos Narrow" panose="020B0004020202020204" pitchFamily="34" charset="0"/>
                        </a:rPr>
                        <a:t> $     19.33 </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58</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51</a:t>
                      </a:r>
                    </a:p>
                  </a:txBody>
                  <a:tcPr marL="6350" marR="6350" marT="6350" marB="0" anchor="b">
                    <a:lnL>
                      <a:noFill/>
                    </a:lnL>
                    <a:lnR>
                      <a:noFill/>
                    </a:lnR>
                    <a:lnT>
                      <a:noFill/>
                    </a:lnT>
                    <a:lnB>
                      <a:noFill/>
                    </a:lnB>
                    <a:noFill/>
                  </a:tcPr>
                </a:tc>
                <a:tc>
                  <a:txBody>
                    <a:bodyPr/>
                    <a:lstStyle/>
                    <a:p>
                      <a:pPr algn="r" fontAlgn="b">
                        <a:buNone/>
                      </a:pPr>
                      <a:r>
                        <a:rPr lang="en-US" sz="1100" b="0" i="0" u="none" strike="noStrike" dirty="0">
                          <a:effectLst/>
                          <a:latin typeface="Aptos Narrow" panose="020B0004020202020204" pitchFamily="34" charset="0"/>
                        </a:rPr>
                        <a:t>3</a:t>
                      </a:r>
                    </a:p>
                  </a:txBody>
                  <a:tcPr marL="6350" marR="6350" marT="6350" marB="0" anchor="b">
                    <a:lnL>
                      <a:noFill/>
                    </a:lnL>
                    <a:lnR>
                      <a:noFill/>
                    </a:lnR>
                    <a:lnT>
                      <a:noFill/>
                    </a:lnT>
                    <a:lnB>
                      <a:noFill/>
                    </a:lnB>
                    <a:noFill/>
                  </a:tcPr>
                </a:tc>
                <a:tc>
                  <a:txBody>
                    <a:bodyPr/>
                    <a:lstStyle/>
                    <a:p>
                      <a:pPr algn="l" fontAlgn="b">
                        <a:buNone/>
                      </a:pPr>
                      <a:r>
                        <a:rPr lang="en-US" sz="1100" b="0" i="0" u="none" strike="noStrike" dirty="0">
                          <a:effectLst/>
                          <a:latin typeface="Aptos Narrow" panose="020B0004020202020204" pitchFamily="34" charset="0"/>
                        </a:rPr>
                        <a:t>Y</a:t>
                      </a:r>
                    </a:p>
                  </a:txBody>
                  <a:tcPr marL="6350" marR="6350" marT="6350" marB="0" anchor="b">
                    <a:lnL>
                      <a:noFill/>
                    </a:lnL>
                    <a:lnR>
                      <a:noFill/>
                    </a:lnR>
                    <a:lnT>
                      <a:noFill/>
                    </a:lnT>
                    <a:lnB>
                      <a:noFill/>
                    </a:lnB>
                    <a:noFill/>
                  </a:tcPr>
                </a:tc>
                <a:extLst>
                  <a:ext uri="{0D108BD9-81ED-4DB2-BD59-A6C34878D82A}">
                    <a16:rowId xmlns:a16="http://schemas.microsoft.com/office/drawing/2014/main" val="4236787195"/>
                  </a:ext>
                </a:extLst>
              </a:tr>
              <a:tr h="201011">
                <a:tc>
                  <a:txBody>
                    <a:bodyPr/>
                    <a:lstStyle/>
                    <a:p>
                      <a:pPr algn="l" fontAlgn="b">
                        <a:buNone/>
                      </a:pPr>
                      <a:r>
                        <a:rPr lang="en-US" sz="1100" b="0" i="0" u="none" strike="noStrike" dirty="0">
                          <a:effectLst/>
                          <a:latin typeface="Aptos Narrow" panose="020B0004020202020204" pitchFamily="34" charset="0"/>
                        </a:rPr>
                        <a:t> $     14.50 </a:t>
                      </a:r>
                    </a:p>
                  </a:txBody>
                  <a:tcPr marL="6350" marR="6350" marT="6350" marB="0" anchor="b">
                    <a:lnL>
                      <a:noFill/>
                    </a:lnL>
                    <a:lnR>
                      <a:noFill/>
                    </a:lnR>
                    <a:lnT>
                      <a:noFill/>
                    </a:lnT>
                    <a:lnB>
                      <a:noFill/>
                    </a:lnB>
                    <a:noFill/>
                  </a:tcPr>
                </a:tc>
                <a:tc>
                  <a:txBody>
                    <a:bodyPr/>
                    <a:lstStyle/>
                    <a:p>
                      <a:pPr algn="r" fontAlgn="b">
                        <a:buNone/>
                      </a:pPr>
                      <a:r>
                        <a:rPr lang="en-US" sz="1100" b="0" i="0" u="none" strike="noStrike">
                          <a:effectLst/>
                          <a:latin typeface="Aptos Narrow" panose="020B0004020202020204" pitchFamily="34" charset="0"/>
                        </a:rPr>
                        <a:t>29</a:t>
                      </a:r>
                    </a:p>
                  </a:txBody>
                  <a:tcPr marL="6350" marR="6350" marT="6350" marB="0" anchor="b">
                    <a:lnL>
                      <a:noFill/>
                    </a:lnL>
                    <a:lnR>
                      <a:noFill/>
                    </a:lnR>
                    <a:lnT>
                      <a:noFill/>
                    </a:lnT>
                    <a:lnB>
                      <a:noFill/>
                    </a:lnB>
                    <a:noFill/>
                  </a:tcPr>
                </a:tc>
                <a:tc>
                  <a:txBody>
                    <a:bodyPr/>
                    <a:lstStyle/>
                    <a:p>
                      <a:pPr algn="r" fontAlgn="b">
                        <a:buNone/>
                      </a:pPr>
                      <a:r>
                        <a:rPr lang="en-US" sz="1100" b="0" i="0" u="none" strike="noStrike" dirty="0">
                          <a:effectLst/>
                          <a:latin typeface="Aptos Narrow" panose="020B0004020202020204" pitchFamily="34" charset="0"/>
                        </a:rPr>
                        <a:t>34</a:t>
                      </a:r>
                    </a:p>
                  </a:txBody>
                  <a:tcPr marL="6350" marR="6350" marT="6350" marB="0" anchor="b">
                    <a:lnL>
                      <a:noFill/>
                    </a:lnL>
                    <a:lnR>
                      <a:noFill/>
                    </a:lnR>
                    <a:lnT>
                      <a:noFill/>
                    </a:lnT>
                    <a:lnB>
                      <a:noFill/>
                    </a:lnB>
                    <a:noFill/>
                  </a:tcPr>
                </a:tc>
                <a:tc>
                  <a:txBody>
                    <a:bodyPr/>
                    <a:lstStyle/>
                    <a:p>
                      <a:pPr algn="r" fontAlgn="b">
                        <a:buNone/>
                      </a:pPr>
                      <a:r>
                        <a:rPr lang="en-US" sz="1100" b="0" i="0" u="none" strike="noStrike" dirty="0">
                          <a:effectLst/>
                          <a:latin typeface="Aptos Narrow" panose="020B0004020202020204" pitchFamily="34" charset="0"/>
                        </a:rPr>
                        <a:t>2</a:t>
                      </a:r>
                    </a:p>
                  </a:txBody>
                  <a:tcPr marL="6350" marR="6350" marT="6350" marB="0" anchor="b">
                    <a:lnL>
                      <a:noFill/>
                    </a:lnL>
                    <a:lnR>
                      <a:noFill/>
                    </a:lnR>
                    <a:lnT>
                      <a:noFill/>
                    </a:lnT>
                    <a:lnB>
                      <a:noFill/>
                    </a:lnB>
                    <a:noFill/>
                  </a:tcPr>
                </a:tc>
                <a:tc>
                  <a:txBody>
                    <a:bodyPr/>
                    <a:lstStyle/>
                    <a:p>
                      <a:pPr algn="l" fontAlgn="b">
                        <a:buNone/>
                      </a:pPr>
                      <a:r>
                        <a:rPr lang="en-US" sz="1100" b="0" i="0" u="none" strike="noStrike" dirty="0">
                          <a:effectLst/>
                          <a:latin typeface="Aptos Narrow" panose="020B0004020202020204" pitchFamily="34" charset="0"/>
                        </a:rPr>
                        <a:t>N</a:t>
                      </a:r>
                    </a:p>
                  </a:txBody>
                  <a:tcPr marL="6350" marR="6350" marT="6350" marB="0" anchor="b">
                    <a:lnL>
                      <a:noFill/>
                    </a:lnL>
                    <a:lnR>
                      <a:noFill/>
                    </a:lnR>
                    <a:lnT>
                      <a:noFill/>
                    </a:lnT>
                    <a:lnB>
                      <a:noFill/>
                    </a:lnB>
                    <a:noFill/>
                  </a:tcPr>
                </a:tc>
                <a:extLst>
                  <a:ext uri="{0D108BD9-81ED-4DB2-BD59-A6C34878D82A}">
                    <a16:rowId xmlns:a16="http://schemas.microsoft.com/office/drawing/2014/main" val="1921974056"/>
                  </a:ext>
                </a:extLst>
              </a:tr>
            </a:tbl>
          </a:graphicData>
        </a:graphic>
      </p:graphicFrame>
      <p:pic>
        <p:nvPicPr>
          <p:cNvPr id="10" name="Graphic 9" descr="Badge Follow with solid fill">
            <a:extLst>
              <a:ext uri="{FF2B5EF4-FFF2-40B4-BE49-F238E27FC236}">
                <a16:creationId xmlns:a16="http://schemas.microsoft.com/office/drawing/2014/main" id="{EA6419B3-066D-785C-4B59-089D0718AFF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19734" y="2018925"/>
            <a:ext cx="752532" cy="752532"/>
          </a:xfrm>
          <a:prstGeom prst="rect">
            <a:avLst/>
          </a:prstGeom>
        </p:spPr>
      </p:pic>
      <p:sp>
        <p:nvSpPr>
          <p:cNvPr id="14" name="MekkoHeaderBox638768827108992923">
            <a:extLst>
              <a:ext uri="{FF2B5EF4-FFF2-40B4-BE49-F238E27FC236}">
                <a16:creationId xmlns:a16="http://schemas.microsoft.com/office/drawing/2014/main" id="{53713EE0-CA2E-682C-B178-ABC63D8DABDF}"/>
              </a:ext>
            </a:extLst>
          </p:cNvPr>
          <p:cNvSpPr/>
          <p:nvPr/>
        </p:nvSpPr>
        <p:spPr>
          <a:xfrm>
            <a:off x="4484346" y="5103306"/>
            <a:ext cx="3223307" cy="393700"/>
          </a:xfrm>
          <a:prstGeom prst="rect">
            <a:avLst/>
          </a:prstGeom>
          <a:blipFill dpi="0" rotWithShape="1">
            <a:blip r:embed="rId6"/>
            <a:srcRect/>
            <a:tile tx="0" ty="0" sx="100000" sy="100000" flip="none" algn="b"/>
          </a:bli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pPr algn="ctr"/>
            <a:r>
              <a:rPr lang="en-US" sz="1400" b="1" dirty="0">
                <a:solidFill>
                  <a:srgbClr val="000000"/>
                </a:solidFill>
              </a:rPr>
              <a:t>Optimal Subs to Make</a:t>
            </a:r>
          </a:p>
        </p:txBody>
      </p:sp>
      <p:graphicFrame>
        <p:nvGraphicFramePr>
          <p:cNvPr id="15" name="Table 14">
            <a:extLst>
              <a:ext uri="{FF2B5EF4-FFF2-40B4-BE49-F238E27FC236}">
                <a16:creationId xmlns:a16="http://schemas.microsoft.com/office/drawing/2014/main" id="{0F81FE78-3E3E-FD12-D669-E49B04287912}"/>
              </a:ext>
            </a:extLst>
          </p:cNvPr>
          <p:cNvGraphicFramePr>
            <a:graphicFrameLocks noGrp="1"/>
          </p:cNvGraphicFramePr>
          <p:nvPr>
            <p:extLst>
              <p:ext uri="{D42A27DB-BD31-4B8C-83A1-F6EECF244321}">
                <p14:modId xmlns:p14="http://schemas.microsoft.com/office/powerpoint/2010/main" val="2765666016"/>
              </p:ext>
            </p:extLst>
          </p:nvPr>
        </p:nvGraphicFramePr>
        <p:xfrm>
          <a:off x="646113" y="1407865"/>
          <a:ext cx="3223308" cy="2189910"/>
        </p:xfrm>
        <a:graphic>
          <a:graphicData uri="http://schemas.openxmlformats.org/drawingml/2006/table">
            <a:tbl>
              <a:tblPr/>
              <a:tblGrid>
                <a:gridCol w="3223308">
                  <a:extLst>
                    <a:ext uri="{9D8B030D-6E8A-4147-A177-3AD203B41FA5}">
                      <a16:colId xmlns:a16="http://schemas.microsoft.com/office/drawing/2014/main" val="4262718365"/>
                    </a:ext>
                  </a:extLst>
                </a:gridCol>
              </a:tblGrid>
              <a:tr h="143226">
                <a:tc>
                  <a:txBody>
                    <a:bodyPr/>
                    <a:lstStyle/>
                    <a:p>
                      <a:pPr algn="l" fontAlgn="b"/>
                      <a:r>
                        <a:rPr lang="en-US" sz="1100" b="1" i="0" u="none" strike="noStrike" dirty="0">
                          <a:solidFill>
                            <a:srgbClr val="FFFFFF"/>
                          </a:solidFill>
                          <a:effectLst/>
                          <a:latin typeface="Inter" panose="02000503000000020004" pitchFamily="2" charset="0"/>
                        </a:rPr>
                        <a:t>Matches</a:t>
                      </a:r>
                    </a:p>
                  </a:txBody>
                  <a:tcPr marL="0" marR="0" marT="0" marB="0" anchor="b">
                    <a:lnL>
                      <a:noFill/>
                    </a:lnL>
                    <a:lnR>
                      <a:noFill/>
                    </a:lnR>
                    <a:lnT>
                      <a:noFill/>
                    </a:lnT>
                    <a:lnB>
                      <a:noFill/>
                    </a:lnB>
                    <a:solidFill>
                      <a:srgbClr val="022479"/>
                    </a:solidFill>
                  </a:tcPr>
                </a:tc>
                <a:extLst>
                  <a:ext uri="{0D108BD9-81ED-4DB2-BD59-A6C34878D82A}">
                    <a16:rowId xmlns:a16="http://schemas.microsoft.com/office/drawing/2014/main" val="2046818912"/>
                  </a:ext>
                </a:extLst>
              </a:tr>
              <a:tr h="143226">
                <a:tc>
                  <a:txBody>
                    <a:bodyPr/>
                    <a:lstStyle/>
                    <a:p>
                      <a:pPr algn="l" fontAlgn="b">
                        <a:buNone/>
                      </a:pPr>
                      <a:r>
                        <a:rPr lang="pl-PL" sz="1100" b="0" i="0" u="none" strike="noStrike" dirty="0">
                          <a:effectLst/>
                          <a:latin typeface="Aptos Narrow" panose="020B0004020202020204" pitchFamily="34" charset="0"/>
                        </a:rPr>
                        <a:t>['5--056905', '9--WST-PM-S10WCJ45', '9--SAF-C3526', '6--5240730']</a:t>
                      </a:r>
                    </a:p>
                  </a:txBody>
                  <a:tcPr marL="6350" marR="6350" marT="6350" marB="0" anchor="b">
                    <a:lnL>
                      <a:noFill/>
                    </a:lnL>
                    <a:lnR>
                      <a:noFill/>
                    </a:lnR>
                    <a:lnT>
                      <a:noFill/>
                    </a:lnT>
                    <a:lnB>
                      <a:noFill/>
                    </a:lnB>
                    <a:noFill/>
                  </a:tcPr>
                </a:tc>
                <a:extLst>
                  <a:ext uri="{0D108BD9-81ED-4DB2-BD59-A6C34878D82A}">
                    <a16:rowId xmlns:a16="http://schemas.microsoft.com/office/drawing/2014/main" val="2584855757"/>
                  </a:ext>
                </a:extLst>
              </a:tr>
              <a:tr h="143226">
                <a:tc>
                  <a:txBody>
                    <a:bodyPr/>
                    <a:lstStyle/>
                    <a:p>
                      <a:pPr algn="l" fontAlgn="b">
                        <a:buNone/>
                      </a:pPr>
                      <a:r>
                        <a:rPr lang="en-US" sz="1100" b="0" i="0" u="none" strike="noStrike">
                          <a:effectLst/>
                          <a:latin typeface="Aptos Narrow" panose="020B0004020202020204" pitchFamily="34" charset="0"/>
                        </a:rPr>
                        <a:t>['13--122380']</a:t>
                      </a:r>
                    </a:p>
                  </a:txBody>
                  <a:tcPr marL="6350" marR="6350" marT="6350" marB="0" anchor="b">
                    <a:lnL>
                      <a:noFill/>
                    </a:lnL>
                    <a:lnR>
                      <a:noFill/>
                    </a:lnR>
                    <a:lnT>
                      <a:noFill/>
                    </a:lnT>
                    <a:lnB>
                      <a:noFill/>
                    </a:lnB>
                    <a:noFill/>
                  </a:tcPr>
                </a:tc>
                <a:extLst>
                  <a:ext uri="{0D108BD9-81ED-4DB2-BD59-A6C34878D82A}">
                    <a16:rowId xmlns:a16="http://schemas.microsoft.com/office/drawing/2014/main" val="668084506"/>
                  </a:ext>
                </a:extLst>
              </a:tr>
              <a:tr h="143226">
                <a:tc>
                  <a:txBody>
                    <a:bodyPr/>
                    <a:lstStyle/>
                    <a:p>
                      <a:pPr algn="l" fontAlgn="b">
                        <a:buNone/>
                      </a:pPr>
                      <a:r>
                        <a:rPr lang="en-US" sz="1100" b="0" i="0" u="none" strike="noStrike" dirty="0">
                          <a:effectLst/>
                          <a:latin typeface="Aptos Narrow" panose="020B0004020202020204" pitchFamily="34" charset="0"/>
                        </a:rPr>
                        <a:t>['5--048931', '5--1101314', '5--030863', '1--PSMMSPN']</a:t>
                      </a:r>
                    </a:p>
                  </a:txBody>
                  <a:tcPr marL="6350" marR="6350" marT="6350" marB="0" anchor="b">
                    <a:lnL>
                      <a:noFill/>
                    </a:lnL>
                    <a:lnR>
                      <a:noFill/>
                    </a:lnR>
                    <a:lnT>
                      <a:noFill/>
                    </a:lnT>
                    <a:lnB>
                      <a:noFill/>
                    </a:lnB>
                    <a:noFill/>
                  </a:tcPr>
                </a:tc>
                <a:extLst>
                  <a:ext uri="{0D108BD9-81ED-4DB2-BD59-A6C34878D82A}">
                    <a16:rowId xmlns:a16="http://schemas.microsoft.com/office/drawing/2014/main" val="4240652195"/>
                  </a:ext>
                </a:extLst>
              </a:tr>
              <a:tr h="143226">
                <a:tc>
                  <a:txBody>
                    <a:bodyPr/>
                    <a:lstStyle/>
                    <a:p>
                      <a:pPr algn="l" fontAlgn="b">
                        <a:buNone/>
                      </a:pPr>
                      <a:r>
                        <a:rPr lang="en-US" sz="1100" b="0" i="0" u="none" strike="noStrike" dirty="0">
                          <a:effectLst/>
                          <a:latin typeface="Aptos Narrow" panose="020B0004020202020204" pitchFamily="34" charset="0"/>
                        </a:rPr>
                        <a:t>['1--CH56NSPC7', '1--5PBAHFNTSN250']</a:t>
                      </a:r>
                    </a:p>
                  </a:txBody>
                  <a:tcPr marL="6350" marR="6350" marT="6350" marB="0" anchor="b">
                    <a:lnL>
                      <a:noFill/>
                    </a:lnL>
                    <a:lnR>
                      <a:noFill/>
                    </a:lnR>
                    <a:lnT>
                      <a:noFill/>
                    </a:lnT>
                    <a:lnB>
                      <a:noFill/>
                    </a:lnB>
                    <a:noFill/>
                  </a:tcPr>
                </a:tc>
                <a:extLst>
                  <a:ext uri="{0D108BD9-81ED-4DB2-BD59-A6C34878D82A}">
                    <a16:rowId xmlns:a16="http://schemas.microsoft.com/office/drawing/2014/main" val="503462822"/>
                  </a:ext>
                </a:extLst>
              </a:tr>
              <a:tr h="143226">
                <a:tc>
                  <a:txBody>
                    <a:bodyPr/>
                    <a:lstStyle/>
                    <a:p>
                      <a:pPr algn="l" fontAlgn="b">
                        <a:buNone/>
                      </a:pPr>
                      <a:r>
                        <a:rPr lang="en-US" sz="1100" b="0" i="0" u="none" strike="noStrike" dirty="0">
                          <a:effectLst/>
                          <a:latin typeface="Aptos Narrow" panose="020B0004020202020204" pitchFamily="34" charset="0"/>
                        </a:rPr>
                        <a:t>['1--266', '6--5240771']</a:t>
                      </a:r>
                    </a:p>
                  </a:txBody>
                  <a:tcPr marL="6350" marR="6350" marT="6350" marB="0" anchor="b">
                    <a:lnL>
                      <a:noFill/>
                    </a:lnL>
                    <a:lnR>
                      <a:noFill/>
                    </a:lnR>
                    <a:lnT>
                      <a:noFill/>
                    </a:lnT>
                    <a:lnB>
                      <a:noFill/>
                    </a:lnB>
                    <a:noFill/>
                  </a:tcPr>
                </a:tc>
                <a:extLst>
                  <a:ext uri="{0D108BD9-81ED-4DB2-BD59-A6C34878D82A}">
                    <a16:rowId xmlns:a16="http://schemas.microsoft.com/office/drawing/2014/main" val="2418204722"/>
                  </a:ext>
                </a:extLst>
              </a:tr>
              <a:tr h="196936">
                <a:tc>
                  <a:txBody>
                    <a:bodyPr/>
                    <a:lstStyle/>
                    <a:p>
                      <a:pPr algn="l" fontAlgn="b">
                        <a:buNone/>
                      </a:pPr>
                      <a:r>
                        <a:rPr lang="en-US" sz="1100" b="0" i="0" u="none" strike="noStrike" dirty="0">
                          <a:effectLst/>
                          <a:latin typeface="Aptos Narrow" panose="020B0004020202020204" pitchFamily="34" charset="0"/>
                        </a:rPr>
                        <a:t>['9--WST-PM-S10WCJ45', '3--KAR-C9095']</a:t>
                      </a:r>
                    </a:p>
                  </a:txBody>
                  <a:tcPr marL="6350" marR="6350" marT="6350" marB="0" anchor="b">
                    <a:lnL>
                      <a:noFill/>
                    </a:lnL>
                    <a:lnR>
                      <a:noFill/>
                    </a:lnR>
                    <a:lnT>
                      <a:noFill/>
                    </a:lnT>
                    <a:lnB>
                      <a:noFill/>
                    </a:lnB>
                    <a:noFill/>
                  </a:tcPr>
                </a:tc>
                <a:extLst>
                  <a:ext uri="{0D108BD9-81ED-4DB2-BD59-A6C34878D82A}">
                    <a16:rowId xmlns:a16="http://schemas.microsoft.com/office/drawing/2014/main" val="1094565097"/>
                  </a:ext>
                </a:extLst>
              </a:tr>
              <a:tr h="196936">
                <a:tc>
                  <a:txBody>
                    <a:bodyPr/>
                    <a:lstStyle/>
                    <a:p>
                      <a:pPr algn="l" fontAlgn="b">
                        <a:buNone/>
                      </a:pPr>
                      <a:r>
                        <a:rPr lang="en-US" sz="1100" b="0" i="0" u="none" strike="noStrike" dirty="0">
                          <a:effectLst/>
                          <a:latin typeface="Aptos Narrow" panose="020B0004020202020204" pitchFamily="34" charset="0"/>
                        </a:rPr>
                        <a:t>['6--5240771', '1--STNJM2601003C']</a:t>
                      </a:r>
                    </a:p>
                  </a:txBody>
                  <a:tcPr marL="6350" marR="6350" marT="6350" marB="0" anchor="b">
                    <a:lnL>
                      <a:noFill/>
                    </a:lnL>
                    <a:lnR>
                      <a:noFill/>
                    </a:lnR>
                    <a:lnT>
                      <a:noFill/>
                    </a:lnT>
                    <a:lnB>
                      <a:noFill/>
                    </a:lnB>
                    <a:noFill/>
                  </a:tcPr>
                </a:tc>
                <a:extLst>
                  <a:ext uri="{0D108BD9-81ED-4DB2-BD59-A6C34878D82A}">
                    <a16:rowId xmlns:a16="http://schemas.microsoft.com/office/drawing/2014/main" val="2783548831"/>
                  </a:ext>
                </a:extLst>
              </a:tr>
              <a:tr h="196936">
                <a:tc>
                  <a:txBody>
                    <a:bodyPr/>
                    <a:lstStyle/>
                    <a:p>
                      <a:pPr algn="l" fontAlgn="b">
                        <a:buNone/>
                      </a:pPr>
                      <a:r>
                        <a:rPr lang="en-US" sz="1100" b="0" i="0" u="none" strike="noStrike" dirty="0">
                          <a:effectLst/>
                          <a:latin typeface="Aptos Narrow" panose="020B0004020202020204" pitchFamily="34" charset="0"/>
                        </a:rPr>
                        <a:t>['1--FH207', '1--AHF']</a:t>
                      </a:r>
                    </a:p>
                  </a:txBody>
                  <a:tcPr marL="6350" marR="6350" marT="6350" marB="0" anchor="b">
                    <a:lnL>
                      <a:noFill/>
                    </a:lnL>
                    <a:lnR>
                      <a:noFill/>
                    </a:lnR>
                    <a:lnT>
                      <a:noFill/>
                    </a:lnT>
                    <a:lnB>
                      <a:noFill/>
                    </a:lnB>
                    <a:noFill/>
                  </a:tcPr>
                </a:tc>
                <a:extLst>
                  <a:ext uri="{0D108BD9-81ED-4DB2-BD59-A6C34878D82A}">
                    <a16:rowId xmlns:a16="http://schemas.microsoft.com/office/drawing/2014/main" val="2436610751"/>
                  </a:ext>
                </a:extLst>
              </a:tr>
              <a:tr h="196936">
                <a:tc>
                  <a:txBody>
                    <a:bodyPr/>
                    <a:lstStyle/>
                    <a:p>
                      <a:pPr algn="l" fontAlgn="b">
                        <a:buNone/>
                      </a:pPr>
                      <a:r>
                        <a:rPr lang="en-US" sz="1100" b="0" i="0" u="none" strike="noStrike">
                          <a:effectLst/>
                          <a:latin typeface="Aptos Narrow" panose="020B0004020202020204" pitchFamily="34" charset="0"/>
                        </a:rPr>
                        <a:t>['1--P1001', '1--IPWF', '1--3640F', '1--312WFA1']</a:t>
                      </a:r>
                    </a:p>
                  </a:txBody>
                  <a:tcPr marL="6350" marR="6350" marT="6350" marB="0" anchor="b">
                    <a:lnL>
                      <a:noFill/>
                    </a:lnL>
                    <a:lnR>
                      <a:noFill/>
                    </a:lnR>
                    <a:lnT>
                      <a:noFill/>
                    </a:lnT>
                    <a:lnB>
                      <a:noFill/>
                    </a:lnB>
                    <a:noFill/>
                  </a:tcPr>
                </a:tc>
                <a:extLst>
                  <a:ext uri="{0D108BD9-81ED-4DB2-BD59-A6C34878D82A}">
                    <a16:rowId xmlns:a16="http://schemas.microsoft.com/office/drawing/2014/main" val="4236787195"/>
                  </a:ext>
                </a:extLst>
              </a:tr>
              <a:tr h="196936">
                <a:tc>
                  <a:txBody>
                    <a:bodyPr/>
                    <a:lstStyle/>
                    <a:p>
                      <a:pPr algn="l" fontAlgn="b">
                        <a:buNone/>
                      </a:pPr>
                      <a:r>
                        <a:rPr lang="en-US" sz="1100" b="0" i="0" u="none" strike="noStrike" dirty="0">
                          <a:effectLst/>
                          <a:latin typeface="Aptos Narrow" panose="020B0004020202020204" pitchFamily="34" charset="0"/>
                        </a:rPr>
                        <a:t>['5--055353', '6--4920350', '1--RPPS1308FW', '1--25851']</a:t>
                      </a:r>
                    </a:p>
                  </a:txBody>
                  <a:tcPr marL="6350" marR="6350" marT="6350" marB="0" anchor="b">
                    <a:lnL>
                      <a:noFill/>
                    </a:lnL>
                    <a:lnR>
                      <a:noFill/>
                    </a:lnR>
                    <a:lnT>
                      <a:noFill/>
                    </a:lnT>
                    <a:lnB>
                      <a:noFill/>
                    </a:lnB>
                    <a:noFill/>
                  </a:tcPr>
                </a:tc>
                <a:extLst>
                  <a:ext uri="{0D108BD9-81ED-4DB2-BD59-A6C34878D82A}">
                    <a16:rowId xmlns:a16="http://schemas.microsoft.com/office/drawing/2014/main" val="1921974056"/>
                  </a:ext>
                </a:extLst>
              </a:tr>
            </a:tbl>
          </a:graphicData>
        </a:graphic>
      </p:graphicFrame>
      <p:sp>
        <p:nvSpPr>
          <p:cNvPr id="18" name="Arrow: Left 17">
            <a:extLst>
              <a:ext uri="{FF2B5EF4-FFF2-40B4-BE49-F238E27FC236}">
                <a16:creationId xmlns:a16="http://schemas.microsoft.com/office/drawing/2014/main" id="{C4FE650A-BD63-D973-F9B8-F3E51680EE35}"/>
              </a:ext>
            </a:extLst>
          </p:cNvPr>
          <p:cNvSpPr/>
          <p:nvPr/>
        </p:nvSpPr>
        <p:spPr>
          <a:xfrm rot="14398242">
            <a:off x="4086244" y="4193420"/>
            <a:ext cx="1191803" cy="523982"/>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Left 35">
            <a:extLst>
              <a:ext uri="{FF2B5EF4-FFF2-40B4-BE49-F238E27FC236}">
                <a16:creationId xmlns:a16="http://schemas.microsoft.com/office/drawing/2014/main" id="{4ED8E0B7-2EFC-4454-D4DD-3C0EF99D1BFA}"/>
              </a:ext>
            </a:extLst>
          </p:cNvPr>
          <p:cNvSpPr/>
          <p:nvPr/>
        </p:nvSpPr>
        <p:spPr>
          <a:xfrm rot="7201758" flipH="1">
            <a:off x="6822435" y="4193420"/>
            <a:ext cx="1191803" cy="523982"/>
          </a:xfrm>
          <a:prstGeom prst="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Optimize Icon Vector Art, Icons, and Graphics for Free Download">
            <a:extLst>
              <a:ext uri="{FF2B5EF4-FFF2-40B4-BE49-F238E27FC236}">
                <a16:creationId xmlns:a16="http://schemas.microsoft.com/office/drawing/2014/main" id="{05D57CA5-94AF-20E6-3C51-BB5A6A5ABBC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88598" y="3591342"/>
            <a:ext cx="1414803" cy="1414803"/>
          </a:xfrm>
          <a:prstGeom prst="rect">
            <a:avLst/>
          </a:prstGeom>
          <a:noFill/>
          <a:extLst>
            <a:ext uri="{909E8E84-426E-40DD-AFC4-6F175D3DCCD1}">
              <a14:hiddenFill xmlns:a14="http://schemas.microsoft.com/office/drawing/2010/main">
                <a:solidFill>
                  <a:srgbClr val="FFFFFF"/>
                </a:solidFill>
              </a14:hiddenFill>
            </a:ext>
          </a:extLst>
        </p:spPr>
      </p:pic>
      <p:sp>
        <p:nvSpPr>
          <p:cNvPr id="43" name="MekkoHeaderBox638768827108992923">
            <a:extLst>
              <a:ext uri="{FF2B5EF4-FFF2-40B4-BE49-F238E27FC236}">
                <a16:creationId xmlns:a16="http://schemas.microsoft.com/office/drawing/2014/main" id="{F428295F-586B-2E7E-6872-EF781D236309}"/>
              </a:ext>
            </a:extLst>
          </p:cNvPr>
          <p:cNvSpPr/>
          <p:nvPr/>
        </p:nvSpPr>
        <p:spPr>
          <a:xfrm>
            <a:off x="646113" y="991192"/>
            <a:ext cx="3223307" cy="393700"/>
          </a:xfrm>
          <a:prstGeom prst="rect">
            <a:avLst/>
          </a:prstGeom>
          <a:blipFill dpi="0" rotWithShape="1">
            <a:blip r:embed="rId6"/>
            <a:srcRect/>
            <a:tile tx="0" ty="0" sx="100000" sy="100000" flip="none" algn="b"/>
          </a:blip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1400" b="1" dirty="0">
                <a:solidFill>
                  <a:srgbClr val="000000"/>
                </a:solidFill>
              </a:rPr>
              <a:t>Matches</a:t>
            </a:r>
          </a:p>
        </p:txBody>
      </p:sp>
      <p:sp>
        <p:nvSpPr>
          <p:cNvPr id="45" name="TextBox 44">
            <a:extLst>
              <a:ext uri="{FF2B5EF4-FFF2-40B4-BE49-F238E27FC236}">
                <a16:creationId xmlns:a16="http://schemas.microsoft.com/office/drawing/2014/main" id="{849DB32D-E38C-743F-DA87-09A671711CEE}"/>
              </a:ext>
            </a:extLst>
          </p:cNvPr>
          <p:cNvSpPr txBox="1"/>
          <p:nvPr/>
        </p:nvSpPr>
        <p:spPr>
          <a:xfrm>
            <a:off x="9108509" y="4524659"/>
            <a:ext cx="2061260" cy="862578"/>
          </a:xfrm>
          <a:prstGeom prst="rect">
            <a:avLst/>
          </a:prstGeom>
          <a:solidFill>
            <a:schemeClr val="accent4">
              <a:lumMod val="20000"/>
              <a:lumOff val="80000"/>
            </a:schemeClr>
          </a:solidFill>
          <a:ln>
            <a:solidFill>
              <a:schemeClr val="accent3"/>
            </a:solidFill>
          </a:ln>
        </p:spPr>
        <p:txBody>
          <a:bodyPr wrap="square" lIns="0" tIns="0" rIns="0" bIns="0" rtlCol="0" anchor="ctr">
            <a:noAutofit/>
          </a:bodyPr>
          <a:lstStyle/>
          <a:p>
            <a:pPr algn="ctr"/>
            <a:r>
              <a:rPr lang="en-US" sz="1100" dirty="0">
                <a:effectLst/>
                <a:ea typeface="Inter" panose="02000503000000020004" pitchFamily="2" charset="0"/>
              </a:rPr>
              <a:t>Optimization reworked to align with Category Management team’s methodology</a:t>
            </a:r>
          </a:p>
        </p:txBody>
      </p:sp>
      <p:cxnSp>
        <p:nvCxnSpPr>
          <p:cNvPr id="46" name="Connector: Elbow 45">
            <a:extLst>
              <a:ext uri="{FF2B5EF4-FFF2-40B4-BE49-F238E27FC236}">
                <a16:creationId xmlns:a16="http://schemas.microsoft.com/office/drawing/2014/main" id="{B7B2EBEE-99C5-DDD7-AA31-0A838CDAFBC8}"/>
              </a:ext>
            </a:extLst>
          </p:cNvPr>
          <p:cNvCxnSpPr>
            <a:cxnSpLocks/>
            <a:stCxn id="9" idx="2"/>
            <a:endCxn id="45" idx="1"/>
          </p:cNvCxnSpPr>
          <p:nvPr/>
        </p:nvCxnSpPr>
        <p:spPr>
          <a:xfrm rot="5400000">
            <a:off x="8616469" y="4026918"/>
            <a:ext cx="1421071" cy="436989"/>
          </a:xfrm>
          <a:prstGeom prst="bentConnector4">
            <a:avLst>
              <a:gd name="adj1" fmla="val 34825"/>
              <a:gd name="adj2" fmla="val 152313"/>
            </a:avLst>
          </a:prstGeom>
          <a:ln w="9525">
            <a:solidFill>
              <a:schemeClr val="accent3"/>
            </a:solidFill>
            <a:headEnd type="oval" w="med" len="med"/>
            <a:tailEnd type="oval" w="med" len="med"/>
          </a:ln>
          <a:effectLst/>
        </p:spPr>
        <p:style>
          <a:lnRef idx="2">
            <a:schemeClr val="accent1"/>
          </a:lnRef>
          <a:fillRef idx="0">
            <a:schemeClr val="accent1"/>
          </a:fillRef>
          <a:effectRef idx="1">
            <a:schemeClr val="accent1"/>
          </a:effectRef>
          <a:fontRef idx="minor">
            <a:schemeClr val="tx1"/>
          </a:fontRef>
        </p:style>
      </p:cxnSp>
      <p:graphicFrame>
        <p:nvGraphicFramePr>
          <p:cNvPr id="48" name="Table 47">
            <a:extLst>
              <a:ext uri="{FF2B5EF4-FFF2-40B4-BE49-F238E27FC236}">
                <a16:creationId xmlns:a16="http://schemas.microsoft.com/office/drawing/2014/main" id="{89F303A3-8ED6-26BC-CA9F-BBCA324F67C0}"/>
              </a:ext>
            </a:extLst>
          </p:cNvPr>
          <p:cNvGraphicFramePr>
            <a:graphicFrameLocks noGrp="1"/>
          </p:cNvGraphicFramePr>
          <p:nvPr>
            <p:extLst>
              <p:ext uri="{D42A27DB-BD31-4B8C-83A1-F6EECF244321}">
                <p14:modId xmlns:p14="http://schemas.microsoft.com/office/powerpoint/2010/main" val="62676397"/>
              </p:ext>
            </p:extLst>
          </p:nvPr>
        </p:nvGraphicFramePr>
        <p:xfrm>
          <a:off x="4484346" y="5521332"/>
          <a:ext cx="3223308" cy="689610"/>
        </p:xfrm>
        <a:graphic>
          <a:graphicData uri="http://schemas.openxmlformats.org/drawingml/2006/table">
            <a:tbl>
              <a:tblPr/>
              <a:tblGrid>
                <a:gridCol w="1074436">
                  <a:extLst>
                    <a:ext uri="{9D8B030D-6E8A-4147-A177-3AD203B41FA5}">
                      <a16:colId xmlns:a16="http://schemas.microsoft.com/office/drawing/2014/main" val="4262718365"/>
                    </a:ext>
                  </a:extLst>
                </a:gridCol>
                <a:gridCol w="1074436">
                  <a:extLst>
                    <a:ext uri="{9D8B030D-6E8A-4147-A177-3AD203B41FA5}">
                      <a16:colId xmlns:a16="http://schemas.microsoft.com/office/drawing/2014/main" val="699268750"/>
                    </a:ext>
                  </a:extLst>
                </a:gridCol>
                <a:gridCol w="1074436">
                  <a:extLst>
                    <a:ext uri="{9D8B030D-6E8A-4147-A177-3AD203B41FA5}">
                      <a16:colId xmlns:a16="http://schemas.microsoft.com/office/drawing/2014/main" val="1255566610"/>
                    </a:ext>
                  </a:extLst>
                </a:gridCol>
              </a:tblGrid>
              <a:tr h="143226">
                <a:tc>
                  <a:txBody>
                    <a:bodyPr/>
                    <a:lstStyle/>
                    <a:p>
                      <a:pPr algn="l" fontAlgn="b"/>
                      <a:r>
                        <a:rPr lang="en-US" sz="1100" b="1" i="0" u="none" strike="noStrike" dirty="0">
                          <a:solidFill>
                            <a:srgbClr val="FFFFFF"/>
                          </a:solidFill>
                          <a:effectLst/>
                          <a:latin typeface="Inter" panose="02000503000000020004" pitchFamily="2" charset="0"/>
                        </a:rPr>
                        <a:t>Originating </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Receiving </a:t>
                      </a:r>
                    </a:p>
                  </a:txBody>
                  <a:tcPr marL="0" marR="0" marT="0" marB="0" anchor="b">
                    <a:lnL>
                      <a:noFill/>
                    </a:lnL>
                    <a:lnR>
                      <a:noFill/>
                    </a:lnR>
                    <a:lnT>
                      <a:noFill/>
                    </a:lnT>
                    <a:lnB>
                      <a:noFill/>
                    </a:lnB>
                    <a:solidFill>
                      <a:srgbClr val="022479"/>
                    </a:solidFill>
                  </a:tcPr>
                </a:tc>
                <a:tc>
                  <a:txBody>
                    <a:bodyPr/>
                    <a:lstStyle/>
                    <a:p>
                      <a:pPr algn="l" fontAlgn="b"/>
                      <a:r>
                        <a:rPr lang="en-US" sz="1100" b="1" i="0" u="none" strike="noStrike" dirty="0">
                          <a:solidFill>
                            <a:srgbClr val="FFFFFF"/>
                          </a:solidFill>
                          <a:effectLst/>
                          <a:latin typeface="Inter" panose="02000503000000020004" pitchFamily="2" charset="0"/>
                        </a:rPr>
                        <a:t>Savings</a:t>
                      </a:r>
                    </a:p>
                  </a:txBody>
                  <a:tcPr marL="0" marR="0" marT="0" marB="0" anchor="b">
                    <a:lnL>
                      <a:noFill/>
                    </a:lnL>
                    <a:lnR>
                      <a:noFill/>
                    </a:lnR>
                    <a:lnT>
                      <a:noFill/>
                    </a:lnT>
                    <a:lnB>
                      <a:noFill/>
                    </a:lnB>
                    <a:solidFill>
                      <a:srgbClr val="022479"/>
                    </a:solidFill>
                  </a:tcPr>
                </a:tc>
                <a:extLst>
                  <a:ext uri="{0D108BD9-81ED-4DB2-BD59-A6C34878D82A}">
                    <a16:rowId xmlns:a16="http://schemas.microsoft.com/office/drawing/2014/main" val="2046818912"/>
                  </a:ext>
                </a:extLst>
              </a:tr>
              <a:tr h="143226">
                <a:tc>
                  <a:txBody>
                    <a:bodyPr/>
                    <a:lstStyle/>
                    <a:p>
                      <a:pPr algn="l" fontAlgn="b">
                        <a:buNone/>
                      </a:pPr>
                      <a:r>
                        <a:rPr lang="pl-PL" sz="1100" b="0" i="0" u="none" strike="noStrike" dirty="0">
                          <a:effectLst/>
                          <a:latin typeface="Aptos Narrow" panose="020B0004020202020204" pitchFamily="34" charset="0"/>
                        </a:rPr>
                        <a:t>5--056905</a:t>
                      </a:r>
                    </a:p>
                  </a:txBody>
                  <a:tcPr marL="6350" marR="6350" marT="6350" marB="0" anchor="b">
                    <a:lnL>
                      <a:noFill/>
                    </a:lnL>
                    <a:lnR>
                      <a:noFill/>
                    </a:lnR>
                    <a:lnT>
                      <a:noFill/>
                    </a:lnT>
                    <a:lnB>
                      <a:noFill/>
                    </a:lnB>
                    <a:noFill/>
                  </a:tcPr>
                </a:tc>
                <a:tc>
                  <a:txBody>
                    <a:bodyPr/>
                    <a:lstStyle/>
                    <a:p>
                      <a:pPr algn="l" fontAlgn="b">
                        <a:buNone/>
                      </a:pPr>
                      <a:r>
                        <a:rPr lang="en-US" sz="1100" b="0" i="0" u="none" strike="noStrike" dirty="0">
                          <a:effectLst/>
                          <a:latin typeface="Aptos Narrow" panose="020B0004020202020204" pitchFamily="34" charset="0"/>
                        </a:rPr>
                        <a:t>1--266</a:t>
                      </a:r>
                      <a:endParaRPr lang="pl-PL" sz="1100" b="0" i="0" u="none" strike="noStrike" dirty="0">
                        <a:effectLst/>
                        <a:latin typeface="Aptos Narrow" panose="020B0004020202020204" pitchFamily="34" charset="0"/>
                      </a:endParaRPr>
                    </a:p>
                  </a:txBody>
                  <a:tcPr marL="6350" marR="6350" marT="6350" marB="0" anchor="b">
                    <a:lnL>
                      <a:noFill/>
                    </a:lnL>
                    <a:lnR>
                      <a:noFill/>
                    </a:lnR>
                    <a:lnT>
                      <a:noFill/>
                    </a:lnT>
                    <a:lnB>
                      <a:noFill/>
                    </a:lnB>
                    <a:noFill/>
                  </a:tcPr>
                </a:tc>
                <a:tc>
                  <a:txBody>
                    <a:bodyPr/>
                    <a:lstStyle/>
                    <a:p>
                      <a:pPr algn="r" fontAlgn="t">
                        <a:buNone/>
                      </a:pPr>
                      <a:r>
                        <a:rPr lang="en-US" sz="1100" b="0" i="0" u="none" strike="noStrike" dirty="0">
                          <a:solidFill>
                            <a:srgbClr val="000000"/>
                          </a:solidFill>
                          <a:effectLst/>
                          <a:latin typeface="Calibri" panose="020F0502020204030204" pitchFamily="34" charset="0"/>
                        </a:rPr>
                        <a:t>$2,775.47</a:t>
                      </a:r>
                    </a:p>
                  </a:txBody>
                  <a:tcPr marL="6350" marR="6350" marT="6350" marB="0">
                    <a:lnL>
                      <a:noFill/>
                    </a:lnL>
                    <a:lnR>
                      <a:noFill/>
                    </a:lnR>
                    <a:lnT>
                      <a:noFill/>
                    </a:lnT>
                    <a:lnB>
                      <a:noFill/>
                    </a:lnB>
                    <a:noFill/>
                  </a:tcPr>
                </a:tc>
                <a:extLst>
                  <a:ext uri="{0D108BD9-81ED-4DB2-BD59-A6C34878D82A}">
                    <a16:rowId xmlns:a16="http://schemas.microsoft.com/office/drawing/2014/main" val="2584855757"/>
                  </a:ext>
                </a:extLst>
              </a:tr>
              <a:tr h="143226">
                <a:tc>
                  <a:txBody>
                    <a:bodyPr/>
                    <a:lstStyle/>
                    <a:p>
                      <a:pPr algn="l" fontAlgn="b">
                        <a:buNone/>
                      </a:pPr>
                      <a:r>
                        <a:rPr lang="en-US" sz="1100" b="0" i="0" u="none" strike="noStrike" dirty="0">
                          <a:effectLst/>
                          <a:latin typeface="Aptos Narrow" panose="020B0004020202020204" pitchFamily="34" charset="0"/>
                        </a:rPr>
                        <a:t>13--122380</a:t>
                      </a:r>
                    </a:p>
                  </a:txBody>
                  <a:tcPr marL="6350" marR="6350" marT="6350" marB="0" anchor="b">
                    <a:lnL>
                      <a:noFill/>
                    </a:lnL>
                    <a:lnR>
                      <a:noFill/>
                    </a:lnR>
                    <a:lnT>
                      <a:noFill/>
                    </a:lnT>
                    <a:lnB>
                      <a:noFill/>
                    </a:lnB>
                    <a:noFill/>
                  </a:tcPr>
                </a:tc>
                <a:tc>
                  <a:txBody>
                    <a:bodyPr/>
                    <a:lstStyle/>
                    <a:p>
                      <a:pPr algn="l" fontAlgn="b">
                        <a:buNone/>
                      </a:pPr>
                      <a:r>
                        <a:rPr lang="en-US" sz="1100" b="0" i="0" u="none" strike="noStrike" dirty="0">
                          <a:effectLst/>
                          <a:latin typeface="Aptos Narrow" panose="020B0004020202020204" pitchFamily="34" charset="0"/>
                        </a:rPr>
                        <a:t>1--FH207</a:t>
                      </a:r>
                    </a:p>
                  </a:txBody>
                  <a:tcPr marL="6350" marR="6350" marT="6350" marB="0" anchor="b">
                    <a:lnL>
                      <a:noFill/>
                    </a:lnL>
                    <a:lnR>
                      <a:noFill/>
                    </a:lnR>
                    <a:lnT>
                      <a:noFill/>
                    </a:lnT>
                    <a:lnB>
                      <a:noFill/>
                    </a:lnB>
                    <a:noFill/>
                  </a:tcPr>
                </a:tc>
                <a:tc>
                  <a:txBody>
                    <a:bodyPr/>
                    <a:lstStyle/>
                    <a:p>
                      <a:pPr algn="r" fontAlgn="t">
                        <a:buNone/>
                      </a:pPr>
                      <a:r>
                        <a:rPr lang="en-US" sz="1100" b="0" i="0" u="none" strike="noStrike">
                          <a:solidFill>
                            <a:srgbClr val="000000"/>
                          </a:solidFill>
                          <a:effectLst/>
                          <a:latin typeface="Calibri" panose="020F0502020204030204" pitchFamily="34" charset="0"/>
                        </a:rPr>
                        <a:t>$78.91</a:t>
                      </a:r>
                    </a:p>
                  </a:txBody>
                  <a:tcPr marL="6350" marR="6350" marT="6350" marB="0">
                    <a:lnL>
                      <a:noFill/>
                    </a:lnL>
                    <a:lnR>
                      <a:noFill/>
                    </a:lnR>
                    <a:lnT>
                      <a:noFill/>
                    </a:lnT>
                    <a:lnB>
                      <a:noFill/>
                    </a:lnB>
                    <a:noFill/>
                  </a:tcPr>
                </a:tc>
                <a:extLst>
                  <a:ext uri="{0D108BD9-81ED-4DB2-BD59-A6C34878D82A}">
                    <a16:rowId xmlns:a16="http://schemas.microsoft.com/office/drawing/2014/main" val="668084506"/>
                  </a:ext>
                </a:extLst>
              </a:tr>
              <a:tr h="143226">
                <a:tc>
                  <a:txBody>
                    <a:bodyPr/>
                    <a:lstStyle/>
                    <a:p>
                      <a:pPr algn="l" fontAlgn="b">
                        <a:buNone/>
                      </a:pPr>
                      <a:r>
                        <a:rPr lang="en-US" sz="1100" b="0" i="0" u="none" strike="noStrike" dirty="0">
                          <a:effectLst/>
                          <a:latin typeface="Aptos Narrow" panose="020B0004020202020204" pitchFamily="34" charset="0"/>
                        </a:rPr>
                        <a:t>1--CH56NSPC7</a:t>
                      </a:r>
                    </a:p>
                  </a:txBody>
                  <a:tcPr marL="6350" marR="6350" marT="6350" marB="0" anchor="b">
                    <a:lnL>
                      <a:noFill/>
                    </a:lnL>
                    <a:lnR>
                      <a:noFill/>
                    </a:lnR>
                    <a:lnT>
                      <a:noFill/>
                    </a:lnT>
                    <a:lnB>
                      <a:noFill/>
                    </a:lnB>
                    <a:noFill/>
                  </a:tcPr>
                </a:tc>
                <a:tc>
                  <a:txBody>
                    <a:bodyPr/>
                    <a:lstStyle/>
                    <a:p>
                      <a:pPr algn="l" fontAlgn="b">
                        <a:buNone/>
                      </a:pPr>
                      <a:r>
                        <a:rPr lang="en-US" sz="1100" b="0" i="0" u="none" strike="noStrike" dirty="0">
                          <a:effectLst/>
                          <a:latin typeface="Aptos Narrow" panose="020B0004020202020204" pitchFamily="34" charset="0"/>
                        </a:rPr>
                        <a:t>1—AHF</a:t>
                      </a:r>
                    </a:p>
                  </a:txBody>
                  <a:tcPr marL="6350" marR="6350" marT="6350" marB="0" anchor="b">
                    <a:lnL>
                      <a:noFill/>
                    </a:lnL>
                    <a:lnR>
                      <a:noFill/>
                    </a:lnR>
                    <a:lnT>
                      <a:noFill/>
                    </a:lnT>
                    <a:lnB>
                      <a:noFill/>
                    </a:lnB>
                    <a:noFill/>
                  </a:tcPr>
                </a:tc>
                <a:tc>
                  <a:txBody>
                    <a:bodyPr/>
                    <a:lstStyle/>
                    <a:p>
                      <a:pPr algn="r" fontAlgn="t">
                        <a:buNone/>
                      </a:pPr>
                      <a:r>
                        <a:rPr lang="en-US" sz="1100" b="0" i="0" u="none" strike="noStrike" dirty="0">
                          <a:solidFill>
                            <a:srgbClr val="000000"/>
                          </a:solidFill>
                          <a:effectLst/>
                          <a:latin typeface="Calibri" panose="020F0502020204030204" pitchFamily="34" charset="0"/>
                        </a:rPr>
                        <a:t>$2,010.58</a:t>
                      </a:r>
                    </a:p>
                  </a:txBody>
                  <a:tcPr marL="6350" marR="6350" marT="6350" marB="0">
                    <a:lnL>
                      <a:noFill/>
                    </a:lnL>
                    <a:lnR>
                      <a:noFill/>
                    </a:lnR>
                    <a:lnT>
                      <a:noFill/>
                    </a:lnT>
                    <a:lnB>
                      <a:noFill/>
                    </a:lnB>
                    <a:noFill/>
                  </a:tcPr>
                </a:tc>
                <a:extLst>
                  <a:ext uri="{0D108BD9-81ED-4DB2-BD59-A6C34878D82A}">
                    <a16:rowId xmlns:a16="http://schemas.microsoft.com/office/drawing/2014/main" val="503462822"/>
                  </a:ext>
                </a:extLst>
              </a:tr>
            </a:tbl>
          </a:graphicData>
        </a:graphic>
      </p:graphicFrame>
    </p:spTree>
    <p:extLst>
      <p:ext uri="{BB962C8B-B14F-4D97-AF65-F5344CB8AC3E}">
        <p14:creationId xmlns:p14="http://schemas.microsoft.com/office/powerpoint/2010/main" val="441242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C686E-9ABB-C8CA-B38C-136E3D02E66A}"/>
            </a:ext>
          </a:extLst>
        </p:cNvPr>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14271DF5-70CC-A195-F7FC-32EB59E169E4}"/>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14" name="think-cell data - do not delete" hidden="1">
                        <a:extLst>
                          <a:ext uri="{FF2B5EF4-FFF2-40B4-BE49-F238E27FC236}">
                            <a16:creationId xmlns:a16="http://schemas.microsoft.com/office/drawing/2014/main" id="{14271DF5-70CC-A195-F7FC-32EB59E169E4}"/>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EAB856F-60E7-1D31-94BB-1B152F5083F1}"/>
              </a:ext>
            </a:extLst>
          </p:cNvPr>
          <p:cNvSpPr>
            <a:spLocks noGrp="1"/>
          </p:cNvSpPr>
          <p:nvPr>
            <p:ph type="title"/>
          </p:nvPr>
        </p:nvSpPr>
        <p:spPr/>
        <p:txBody>
          <a:bodyPr vert="horz"/>
          <a:lstStyle/>
          <a:p>
            <a:r>
              <a:rPr lang="en-US" sz="2800" dirty="0"/>
              <a:t>Zoom in on the optimization</a:t>
            </a:r>
          </a:p>
        </p:txBody>
      </p:sp>
      <p:sp>
        <p:nvSpPr>
          <p:cNvPr id="1032" name="Rectangle 1031">
            <a:extLst>
              <a:ext uri="{FF2B5EF4-FFF2-40B4-BE49-F238E27FC236}">
                <a16:creationId xmlns:a16="http://schemas.microsoft.com/office/drawing/2014/main" id="{9864369C-1D63-A677-9054-DA2E561E78BA}"/>
              </a:ext>
            </a:extLst>
          </p:cNvPr>
          <p:cNvSpPr/>
          <p:nvPr/>
        </p:nvSpPr>
        <p:spPr>
          <a:xfrm rot="1823549">
            <a:off x="6813380" y="3758263"/>
            <a:ext cx="593553" cy="2798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Rectangle: Rounded Corners 1033">
            <a:extLst>
              <a:ext uri="{FF2B5EF4-FFF2-40B4-BE49-F238E27FC236}">
                <a16:creationId xmlns:a16="http://schemas.microsoft.com/office/drawing/2014/main" id="{05DDD79D-2D6E-E38C-7E56-6287CBDF73FF}"/>
              </a:ext>
            </a:extLst>
          </p:cNvPr>
          <p:cNvSpPr/>
          <p:nvPr/>
        </p:nvSpPr>
        <p:spPr>
          <a:xfrm>
            <a:off x="7362613" y="3907568"/>
            <a:ext cx="4224528" cy="264160"/>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Constraint: One-to-One Swaps</a:t>
            </a:r>
          </a:p>
        </p:txBody>
      </p:sp>
      <p:sp>
        <p:nvSpPr>
          <p:cNvPr id="1036" name="TextBox 1035">
            <a:extLst>
              <a:ext uri="{FF2B5EF4-FFF2-40B4-BE49-F238E27FC236}">
                <a16:creationId xmlns:a16="http://schemas.microsoft.com/office/drawing/2014/main" id="{4C185DD2-EA98-4787-824F-7BE8A94A5CA9}"/>
              </a:ext>
            </a:extLst>
          </p:cNvPr>
          <p:cNvSpPr txBox="1"/>
          <p:nvPr/>
        </p:nvSpPr>
        <p:spPr>
          <a:xfrm>
            <a:off x="7586143" y="4180733"/>
            <a:ext cx="3777469" cy="553998"/>
          </a:xfrm>
          <a:prstGeom prst="rect">
            <a:avLst/>
          </a:prstGeom>
          <a:noFill/>
        </p:spPr>
        <p:txBody>
          <a:bodyPr wrap="square" lIns="0" tIns="0" rIns="0" bIns="0" rtlCol="0">
            <a:spAutoFit/>
          </a:bodyPr>
          <a:lstStyle/>
          <a:p>
            <a:pPr algn="ctr"/>
            <a:r>
              <a:rPr lang="en-US" sz="1200" dirty="0">
                <a:ea typeface="Inter" panose="02000503000000020004" pitchFamily="2" charset="0"/>
              </a:rPr>
              <a:t>Swaps must send the complete volume of one SKU to another SKU. There will be no partial or split swaps.</a:t>
            </a:r>
          </a:p>
        </p:txBody>
      </p:sp>
      <p:sp>
        <p:nvSpPr>
          <p:cNvPr id="1037" name="Rectangle 1036">
            <a:extLst>
              <a:ext uri="{FF2B5EF4-FFF2-40B4-BE49-F238E27FC236}">
                <a16:creationId xmlns:a16="http://schemas.microsoft.com/office/drawing/2014/main" id="{A2A40F11-0C73-2A41-2EA9-497B3E146F67}"/>
              </a:ext>
            </a:extLst>
          </p:cNvPr>
          <p:cNvSpPr/>
          <p:nvPr/>
        </p:nvSpPr>
        <p:spPr>
          <a:xfrm rot="3465159">
            <a:off x="6155157" y="4714265"/>
            <a:ext cx="1577452" cy="24810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Rounded Corners 1037">
            <a:extLst>
              <a:ext uri="{FF2B5EF4-FFF2-40B4-BE49-F238E27FC236}">
                <a16:creationId xmlns:a16="http://schemas.microsoft.com/office/drawing/2014/main" id="{42593DB4-48AA-54B5-1211-CDAE57220E4D}"/>
              </a:ext>
            </a:extLst>
          </p:cNvPr>
          <p:cNvSpPr/>
          <p:nvPr/>
        </p:nvSpPr>
        <p:spPr>
          <a:xfrm>
            <a:off x="7362613" y="5311283"/>
            <a:ext cx="4224528" cy="264160"/>
          </a:xfrm>
          <a:prstGeom prst="round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Constraint: Number of Suppliers</a:t>
            </a:r>
          </a:p>
        </p:txBody>
      </p:sp>
      <p:sp>
        <p:nvSpPr>
          <p:cNvPr id="1040" name="TextBox 1039">
            <a:extLst>
              <a:ext uri="{FF2B5EF4-FFF2-40B4-BE49-F238E27FC236}">
                <a16:creationId xmlns:a16="http://schemas.microsoft.com/office/drawing/2014/main" id="{2A7391D1-DD6D-6414-7AC3-ECCCEB02CBF5}"/>
              </a:ext>
            </a:extLst>
          </p:cNvPr>
          <p:cNvSpPr txBox="1"/>
          <p:nvPr/>
        </p:nvSpPr>
        <p:spPr>
          <a:xfrm>
            <a:off x="7586143" y="5575443"/>
            <a:ext cx="3777469" cy="369332"/>
          </a:xfrm>
          <a:prstGeom prst="rect">
            <a:avLst/>
          </a:prstGeom>
          <a:noFill/>
        </p:spPr>
        <p:txBody>
          <a:bodyPr wrap="square" lIns="0" tIns="0" rIns="0" bIns="0" rtlCol="0">
            <a:spAutoFit/>
          </a:bodyPr>
          <a:lstStyle/>
          <a:p>
            <a:pPr algn="ctr"/>
            <a:r>
              <a:rPr lang="en-US" sz="1200" dirty="0">
                <a:effectLst/>
                <a:ea typeface="Inter" panose="02000503000000020004" pitchFamily="2" charset="0"/>
              </a:rPr>
              <a:t>Optionally, we can set a maximum number of suppliers</a:t>
            </a:r>
          </a:p>
        </p:txBody>
      </p:sp>
      <p:sp>
        <p:nvSpPr>
          <p:cNvPr id="1051" name="Rectangle 1050">
            <a:extLst>
              <a:ext uri="{FF2B5EF4-FFF2-40B4-BE49-F238E27FC236}">
                <a16:creationId xmlns:a16="http://schemas.microsoft.com/office/drawing/2014/main" id="{3885B41D-426D-172B-F478-4409906DA57E}"/>
              </a:ext>
            </a:extLst>
          </p:cNvPr>
          <p:cNvSpPr/>
          <p:nvPr/>
        </p:nvSpPr>
        <p:spPr>
          <a:xfrm>
            <a:off x="7295414" y="3973519"/>
            <a:ext cx="356812" cy="200388"/>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09A34C19-EBDA-BF60-18A3-C85AA6975310}"/>
              </a:ext>
            </a:extLst>
          </p:cNvPr>
          <p:cNvSpPr/>
          <p:nvPr/>
        </p:nvSpPr>
        <p:spPr>
          <a:xfrm>
            <a:off x="7267019" y="5323471"/>
            <a:ext cx="156424" cy="24810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EDD1F31D-DBE4-C5AF-8DA5-256B69A7F814}"/>
              </a:ext>
            </a:extLst>
          </p:cNvPr>
          <p:cNvGrpSpPr/>
          <p:nvPr/>
        </p:nvGrpSpPr>
        <p:grpSpPr>
          <a:xfrm>
            <a:off x="6845448" y="1043381"/>
            <a:ext cx="4741693" cy="1782679"/>
            <a:chOff x="6845448" y="1043381"/>
            <a:chExt cx="4741693" cy="1782679"/>
          </a:xfrm>
        </p:grpSpPr>
        <p:sp>
          <p:nvSpPr>
            <p:cNvPr id="49" name="Rectangle 48">
              <a:extLst>
                <a:ext uri="{FF2B5EF4-FFF2-40B4-BE49-F238E27FC236}">
                  <a16:creationId xmlns:a16="http://schemas.microsoft.com/office/drawing/2014/main" id="{4CBD137B-DFE7-ECD7-DEF1-1361B9646CAC}"/>
                </a:ext>
              </a:extLst>
            </p:cNvPr>
            <p:cNvSpPr/>
            <p:nvPr/>
          </p:nvSpPr>
          <p:spPr>
            <a:xfrm rot="18036833">
              <a:off x="6078162" y="1810667"/>
              <a:ext cx="1782679" cy="248108"/>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TextBox 58">
              <a:extLst>
                <a:ext uri="{FF2B5EF4-FFF2-40B4-BE49-F238E27FC236}">
                  <a16:creationId xmlns:a16="http://schemas.microsoft.com/office/drawing/2014/main" id="{844C7A78-5F72-FE5B-2A33-F5EF66314D27}"/>
                </a:ext>
              </a:extLst>
            </p:cNvPr>
            <p:cNvSpPr txBox="1"/>
            <p:nvPr/>
          </p:nvSpPr>
          <p:spPr>
            <a:xfrm>
              <a:off x="7512403" y="1372781"/>
              <a:ext cx="3924948" cy="553998"/>
            </a:xfrm>
            <a:prstGeom prst="rect">
              <a:avLst/>
            </a:prstGeom>
            <a:noFill/>
          </p:spPr>
          <p:txBody>
            <a:bodyPr wrap="square" lIns="0" tIns="0" rIns="0" bIns="0" rtlCol="0">
              <a:spAutoFit/>
            </a:bodyPr>
            <a:lstStyle/>
            <a:p>
              <a:pPr algn="ctr"/>
              <a:r>
                <a:rPr lang="en-US" sz="1200" dirty="0">
                  <a:effectLst/>
                  <a:ea typeface="Inter" panose="02000503000000020004" pitchFamily="2" charset="0"/>
                </a:rPr>
                <a:t>A vendor can only take on a limited amount of additional volume to what they currently supply – set at 50% increase in our current set up</a:t>
              </a:r>
            </a:p>
          </p:txBody>
        </p:sp>
        <p:sp>
          <p:nvSpPr>
            <p:cNvPr id="1045" name="Rectangle 1044">
              <a:extLst>
                <a:ext uri="{FF2B5EF4-FFF2-40B4-BE49-F238E27FC236}">
                  <a16:creationId xmlns:a16="http://schemas.microsoft.com/office/drawing/2014/main" id="{F110C22E-7482-B66F-6DB7-1D12684BFB39}"/>
                </a:ext>
              </a:extLst>
            </p:cNvPr>
            <p:cNvSpPr/>
            <p:nvPr/>
          </p:nvSpPr>
          <p:spPr>
            <a:xfrm>
              <a:off x="7322919" y="1096200"/>
              <a:ext cx="357801" cy="248108"/>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8" name="Rectangle: Rounded Corners 1087">
              <a:extLst>
                <a:ext uri="{FF2B5EF4-FFF2-40B4-BE49-F238E27FC236}">
                  <a16:creationId xmlns:a16="http://schemas.microsoft.com/office/drawing/2014/main" id="{4A06A757-AB45-F83F-9AEA-06E73D976D65}"/>
                </a:ext>
              </a:extLst>
            </p:cNvPr>
            <p:cNvSpPr/>
            <p:nvPr/>
          </p:nvSpPr>
          <p:spPr>
            <a:xfrm>
              <a:off x="7362613" y="1092255"/>
              <a:ext cx="4224528" cy="264160"/>
            </a:xfrm>
            <a:prstGeom prst="round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Constraint: Volume Redistribution Limits</a:t>
              </a:r>
            </a:p>
          </p:txBody>
        </p:sp>
      </p:grpSp>
      <p:grpSp>
        <p:nvGrpSpPr>
          <p:cNvPr id="4" name="Group 3">
            <a:extLst>
              <a:ext uri="{FF2B5EF4-FFF2-40B4-BE49-F238E27FC236}">
                <a16:creationId xmlns:a16="http://schemas.microsoft.com/office/drawing/2014/main" id="{FF6864CF-284E-5CB6-29DA-D39B190818F7}"/>
              </a:ext>
            </a:extLst>
          </p:cNvPr>
          <p:cNvGrpSpPr/>
          <p:nvPr/>
        </p:nvGrpSpPr>
        <p:grpSpPr>
          <a:xfrm>
            <a:off x="6791439" y="2503853"/>
            <a:ext cx="4795702" cy="998728"/>
            <a:chOff x="6791439" y="2503853"/>
            <a:chExt cx="4795702" cy="998728"/>
          </a:xfrm>
        </p:grpSpPr>
        <p:sp>
          <p:nvSpPr>
            <p:cNvPr id="60" name="Rectangle 59">
              <a:extLst>
                <a:ext uri="{FF2B5EF4-FFF2-40B4-BE49-F238E27FC236}">
                  <a16:creationId xmlns:a16="http://schemas.microsoft.com/office/drawing/2014/main" id="{FE17FF36-6C1D-D768-0F32-20E17351C548}"/>
                </a:ext>
              </a:extLst>
            </p:cNvPr>
            <p:cNvSpPr/>
            <p:nvPr/>
          </p:nvSpPr>
          <p:spPr>
            <a:xfrm rot="19279893">
              <a:off x="6791439" y="2693291"/>
              <a:ext cx="692944" cy="248108"/>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Rounded Corners 60">
              <a:extLst>
                <a:ext uri="{FF2B5EF4-FFF2-40B4-BE49-F238E27FC236}">
                  <a16:creationId xmlns:a16="http://schemas.microsoft.com/office/drawing/2014/main" id="{BF14EE1D-1D79-4E37-D8CA-6B34A949B2D2}"/>
                </a:ext>
              </a:extLst>
            </p:cNvPr>
            <p:cNvSpPr/>
            <p:nvPr/>
          </p:nvSpPr>
          <p:spPr>
            <a:xfrm>
              <a:off x="7362613" y="2503853"/>
              <a:ext cx="4224528" cy="264160"/>
            </a:xfrm>
            <a:prstGeom prst="round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Constraint: Must Keep SKUs</a:t>
              </a:r>
            </a:p>
          </p:txBody>
        </p:sp>
        <p:sp>
          <p:nvSpPr>
            <p:cNvPr id="1031" name="TextBox 1030">
              <a:extLst>
                <a:ext uri="{FF2B5EF4-FFF2-40B4-BE49-F238E27FC236}">
                  <a16:creationId xmlns:a16="http://schemas.microsoft.com/office/drawing/2014/main" id="{6D25FD28-C60E-D50D-6771-CF5A2718A327}"/>
                </a:ext>
              </a:extLst>
            </p:cNvPr>
            <p:cNvSpPr txBox="1"/>
            <p:nvPr/>
          </p:nvSpPr>
          <p:spPr>
            <a:xfrm>
              <a:off x="7586143" y="2763917"/>
              <a:ext cx="3777469" cy="738664"/>
            </a:xfrm>
            <a:prstGeom prst="rect">
              <a:avLst/>
            </a:prstGeom>
            <a:noFill/>
          </p:spPr>
          <p:txBody>
            <a:bodyPr wrap="square" lIns="0" tIns="0" rIns="0" bIns="0" rtlCol="0">
              <a:spAutoFit/>
            </a:bodyPr>
            <a:lstStyle/>
            <a:p>
              <a:pPr algn="ctr"/>
              <a:r>
                <a:rPr lang="en-US" sz="1200" dirty="0">
                  <a:ea typeface="Inter" panose="02000503000000020004" pitchFamily="2" charset="0"/>
                </a:rPr>
                <a:t>Any SKU marked ‘Must Keep’ must be kept. This means if a SKU goes to a non-addressable customer, is supplied by a non-addressable vendor, or is Victoria Bay we can mark in ‘Must Keep’</a:t>
              </a:r>
            </a:p>
          </p:txBody>
        </p:sp>
        <p:sp>
          <p:nvSpPr>
            <p:cNvPr id="1048" name="Rectangle 1047">
              <a:extLst>
                <a:ext uri="{FF2B5EF4-FFF2-40B4-BE49-F238E27FC236}">
                  <a16:creationId xmlns:a16="http://schemas.microsoft.com/office/drawing/2014/main" id="{DDF1EA1B-28BE-2E55-9048-B1A594A2D388}"/>
                </a:ext>
              </a:extLst>
            </p:cNvPr>
            <p:cNvSpPr/>
            <p:nvPr/>
          </p:nvSpPr>
          <p:spPr>
            <a:xfrm rot="19276437">
              <a:off x="6846720" y="3002834"/>
              <a:ext cx="178792" cy="121018"/>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8" name="Rectangle 1097">
              <a:extLst>
                <a:ext uri="{FF2B5EF4-FFF2-40B4-BE49-F238E27FC236}">
                  <a16:creationId xmlns:a16="http://schemas.microsoft.com/office/drawing/2014/main" id="{0B084594-1761-98E2-55B5-5FC1AC0CB799}"/>
                </a:ext>
              </a:extLst>
            </p:cNvPr>
            <p:cNvSpPr/>
            <p:nvPr/>
          </p:nvSpPr>
          <p:spPr>
            <a:xfrm>
              <a:off x="7329692" y="2504968"/>
              <a:ext cx="196631" cy="151284"/>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09" name="Title 1">
            <a:extLst>
              <a:ext uri="{FF2B5EF4-FFF2-40B4-BE49-F238E27FC236}">
                <a16:creationId xmlns:a16="http://schemas.microsoft.com/office/drawing/2014/main" id="{E20D8B8A-62C2-1820-9121-50DDBABD09E3}"/>
              </a:ext>
            </a:extLst>
          </p:cNvPr>
          <p:cNvSpPr txBox="1">
            <a:spLocks/>
          </p:cNvSpPr>
          <p:nvPr/>
        </p:nvSpPr>
        <p:spPr>
          <a:xfrm>
            <a:off x="1078913" y="4218786"/>
            <a:ext cx="3219007" cy="3937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0" i="0" kern="1200">
                <a:solidFill>
                  <a:schemeClr val="tx1"/>
                </a:solidFill>
                <a:latin typeface="+mj-lt"/>
                <a:ea typeface="+mj-ea"/>
                <a:cs typeface="+mj-cs"/>
              </a:defRPr>
            </a:lvl1pPr>
          </a:lstStyle>
          <a:p>
            <a:pPr algn="ctr"/>
            <a:r>
              <a:rPr lang="en-US" sz="1200" dirty="0">
                <a:latin typeface="+mn-lt"/>
              </a:rPr>
              <a:t>We can only swap volume between matching SKUs</a:t>
            </a:r>
          </a:p>
        </p:txBody>
      </p:sp>
      <p:grpSp>
        <p:nvGrpSpPr>
          <p:cNvPr id="9" name="Group 8">
            <a:extLst>
              <a:ext uri="{FF2B5EF4-FFF2-40B4-BE49-F238E27FC236}">
                <a16:creationId xmlns:a16="http://schemas.microsoft.com/office/drawing/2014/main" id="{2204D7D0-497B-777F-630F-CBD1C33E3913}"/>
              </a:ext>
            </a:extLst>
          </p:cNvPr>
          <p:cNvGrpSpPr/>
          <p:nvPr/>
        </p:nvGrpSpPr>
        <p:grpSpPr>
          <a:xfrm flipH="1">
            <a:off x="592949" y="3792222"/>
            <a:ext cx="4773761" cy="415644"/>
            <a:chOff x="6965780" y="3910663"/>
            <a:chExt cx="4773761" cy="415644"/>
          </a:xfrm>
          <a:solidFill>
            <a:srgbClr val="269AFF"/>
          </a:solidFill>
        </p:grpSpPr>
        <p:sp>
          <p:nvSpPr>
            <p:cNvPr id="6" name="Rectangle 5">
              <a:extLst>
                <a:ext uri="{FF2B5EF4-FFF2-40B4-BE49-F238E27FC236}">
                  <a16:creationId xmlns:a16="http://schemas.microsoft.com/office/drawing/2014/main" id="{0A3E71EA-4616-D8B6-A047-76AE26139620}"/>
                </a:ext>
              </a:extLst>
            </p:cNvPr>
            <p:cNvSpPr/>
            <p:nvPr/>
          </p:nvSpPr>
          <p:spPr>
            <a:xfrm rot="1823549">
              <a:off x="6965780" y="3910663"/>
              <a:ext cx="593553" cy="279883"/>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0B5EA096-CDE8-97FB-B1F9-2CE3FF15C86D}"/>
                </a:ext>
              </a:extLst>
            </p:cNvPr>
            <p:cNvSpPr/>
            <p:nvPr/>
          </p:nvSpPr>
          <p:spPr>
            <a:xfrm>
              <a:off x="7515013" y="4059968"/>
              <a:ext cx="4224528" cy="264160"/>
            </a:xfrm>
            <a:prstGeom prst="round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Constraint: Swap Feasibility</a:t>
              </a:r>
            </a:p>
          </p:txBody>
        </p:sp>
        <p:sp>
          <p:nvSpPr>
            <p:cNvPr id="8" name="Rectangle 7">
              <a:extLst>
                <a:ext uri="{FF2B5EF4-FFF2-40B4-BE49-F238E27FC236}">
                  <a16:creationId xmlns:a16="http://schemas.microsoft.com/office/drawing/2014/main" id="{DE02299B-BFD8-C4AD-4DC9-E266BFA2AE46}"/>
                </a:ext>
              </a:extLst>
            </p:cNvPr>
            <p:cNvSpPr/>
            <p:nvPr/>
          </p:nvSpPr>
          <p:spPr>
            <a:xfrm>
              <a:off x="7447814" y="4125919"/>
              <a:ext cx="356812" cy="20038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a:extLst>
              <a:ext uri="{FF2B5EF4-FFF2-40B4-BE49-F238E27FC236}">
                <a16:creationId xmlns:a16="http://schemas.microsoft.com/office/drawing/2014/main" id="{1DD1C543-63E2-7899-BEC5-98A47EC4A328}"/>
              </a:ext>
            </a:extLst>
          </p:cNvPr>
          <p:cNvGrpSpPr/>
          <p:nvPr/>
        </p:nvGrpSpPr>
        <p:grpSpPr>
          <a:xfrm flipH="1">
            <a:off x="652602" y="1042221"/>
            <a:ext cx="4741693" cy="1782679"/>
            <a:chOff x="6845448" y="1043381"/>
            <a:chExt cx="4741693" cy="1782679"/>
          </a:xfrm>
        </p:grpSpPr>
        <p:sp>
          <p:nvSpPr>
            <p:cNvPr id="11" name="Rectangle 10">
              <a:extLst>
                <a:ext uri="{FF2B5EF4-FFF2-40B4-BE49-F238E27FC236}">
                  <a16:creationId xmlns:a16="http://schemas.microsoft.com/office/drawing/2014/main" id="{90D03F3F-1681-A4FC-1413-00C6C85D73B0}"/>
                </a:ext>
              </a:extLst>
            </p:cNvPr>
            <p:cNvSpPr/>
            <p:nvPr/>
          </p:nvSpPr>
          <p:spPr>
            <a:xfrm rot="18036833">
              <a:off x="6078162" y="1810667"/>
              <a:ext cx="1782679" cy="24810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CBBE089-E5B0-0884-EEEC-D6E16C50BE84}"/>
                </a:ext>
              </a:extLst>
            </p:cNvPr>
            <p:cNvSpPr txBox="1"/>
            <p:nvPr/>
          </p:nvSpPr>
          <p:spPr>
            <a:xfrm>
              <a:off x="7512403" y="1372781"/>
              <a:ext cx="3924948" cy="184666"/>
            </a:xfrm>
            <a:prstGeom prst="rect">
              <a:avLst/>
            </a:prstGeom>
            <a:noFill/>
          </p:spPr>
          <p:txBody>
            <a:bodyPr wrap="square" lIns="0" tIns="0" rIns="0" bIns="0" rtlCol="0">
              <a:spAutoFit/>
            </a:bodyPr>
            <a:lstStyle/>
            <a:p>
              <a:pPr algn="ctr"/>
              <a:r>
                <a:rPr lang="en-US" sz="1200" dirty="0">
                  <a:ea typeface="Inter" panose="02000503000000020004" pitchFamily="2" charset="0"/>
                </a:rPr>
                <a:t>Maximize gross margin while consolidating vendors </a:t>
              </a:r>
            </a:p>
          </p:txBody>
        </p:sp>
        <p:sp>
          <p:nvSpPr>
            <p:cNvPr id="13" name="Rectangle 12">
              <a:extLst>
                <a:ext uri="{FF2B5EF4-FFF2-40B4-BE49-F238E27FC236}">
                  <a16:creationId xmlns:a16="http://schemas.microsoft.com/office/drawing/2014/main" id="{187A1AE2-6066-5803-5A11-E197D4CD82E6}"/>
                </a:ext>
              </a:extLst>
            </p:cNvPr>
            <p:cNvSpPr/>
            <p:nvPr/>
          </p:nvSpPr>
          <p:spPr>
            <a:xfrm>
              <a:off x="7322919" y="1096200"/>
              <a:ext cx="357801" cy="24810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Rounded Corners 14">
              <a:extLst>
                <a:ext uri="{FF2B5EF4-FFF2-40B4-BE49-F238E27FC236}">
                  <a16:creationId xmlns:a16="http://schemas.microsoft.com/office/drawing/2014/main" id="{782160B5-A2B3-3487-C9B0-8528876EBB2C}"/>
                </a:ext>
              </a:extLst>
            </p:cNvPr>
            <p:cNvSpPr/>
            <p:nvPr/>
          </p:nvSpPr>
          <p:spPr>
            <a:xfrm>
              <a:off x="7362613" y="1090711"/>
              <a:ext cx="4224528" cy="264160"/>
            </a:xfrm>
            <a:prstGeom prst="round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Objective</a:t>
              </a:r>
            </a:p>
          </p:txBody>
        </p:sp>
      </p:grpSp>
      <p:grpSp>
        <p:nvGrpSpPr>
          <p:cNvPr id="16" name="Group 15">
            <a:extLst>
              <a:ext uri="{FF2B5EF4-FFF2-40B4-BE49-F238E27FC236}">
                <a16:creationId xmlns:a16="http://schemas.microsoft.com/office/drawing/2014/main" id="{A530B298-CBBD-CC6B-42CD-231F501C3954}"/>
              </a:ext>
            </a:extLst>
          </p:cNvPr>
          <p:cNvGrpSpPr/>
          <p:nvPr/>
        </p:nvGrpSpPr>
        <p:grpSpPr>
          <a:xfrm flipH="1">
            <a:off x="598593" y="2503808"/>
            <a:ext cx="4795702" cy="635054"/>
            <a:chOff x="6791439" y="2504968"/>
            <a:chExt cx="4795702" cy="635054"/>
          </a:xfrm>
        </p:grpSpPr>
        <p:sp>
          <p:nvSpPr>
            <p:cNvPr id="17" name="Rectangle 16">
              <a:extLst>
                <a:ext uri="{FF2B5EF4-FFF2-40B4-BE49-F238E27FC236}">
                  <a16:creationId xmlns:a16="http://schemas.microsoft.com/office/drawing/2014/main" id="{5FE73190-292D-2747-92CD-CE80702F6CCE}"/>
                </a:ext>
              </a:extLst>
            </p:cNvPr>
            <p:cNvSpPr/>
            <p:nvPr/>
          </p:nvSpPr>
          <p:spPr>
            <a:xfrm rot="19279893">
              <a:off x="6791439" y="2693291"/>
              <a:ext cx="692944" cy="248108"/>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17">
              <a:extLst>
                <a:ext uri="{FF2B5EF4-FFF2-40B4-BE49-F238E27FC236}">
                  <a16:creationId xmlns:a16="http://schemas.microsoft.com/office/drawing/2014/main" id="{0007718A-A63E-00EA-1A85-173BBB0FAABB}"/>
                </a:ext>
              </a:extLst>
            </p:cNvPr>
            <p:cNvSpPr/>
            <p:nvPr/>
          </p:nvSpPr>
          <p:spPr>
            <a:xfrm>
              <a:off x="7362613" y="2510626"/>
              <a:ext cx="4224528" cy="264160"/>
            </a:xfrm>
            <a:prstGeom prst="round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Constraint: Volume Conservation</a:t>
              </a:r>
            </a:p>
          </p:txBody>
        </p:sp>
        <p:sp>
          <p:nvSpPr>
            <p:cNvPr id="19" name="TextBox 18">
              <a:extLst>
                <a:ext uri="{FF2B5EF4-FFF2-40B4-BE49-F238E27FC236}">
                  <a16:creationId xmlns:a16="http://schemas.microsoft.com/office/drawing/2014/main" id="{789CA71F-234B-A600-0FEB-CD1EA02B6625}"/>
                </a:ext>
              </a:extLst>
            </p:cNvPr>
            <p:cNvSpPr txBox="1"/>
            <p:nvPr/>
          </p:nvSpPr>
          <p:spPr>
            <a:xfrm>
              <a:off x="7586143" y="2770690"/>
              <a:ext cx="3777469" cy="369332"/>
            </a:xfrm>
            <a:prstGeom prst="rect">
              <a:avLst/>
            </a:prstGeom>
            <a:noFill/>
          </p:spPr>
          <p:txBody>
            <a:bodyPr wrap="square" lIns="0" tIns="0" rIns="0" bIns="0" rtlCol="0">
              <a:spAutoFit/>
            </a:bodyPr>
            <a:lstStyle/>
            <a:p>
              <a:pPr algn="ctr"/>
              <a:r>
                <a:rPr lang="en-US" sz="1200" dirty="0">
                  <a:ea typeface="Inter" panose="02000503000000020004" pitchFamily="2" charset="0"/>
                </a:rPr>
                <a:t>All a SKU’s volume must be accounted for, even if we are swapping that volume to a matching SKU</a:t>
              </a:r>
            </a:p>
          </p:txBody>
        </p:sp>
        <p:sp>
          <p:nvSpPr>
            <p:cNvPr id="20" name="Rectangle 19">
              <a:extLst>
                <a:ext uri="{FF2B5EF4-FFF2-40B4-BE49-F238E27FC236}">
                  <a16:creationId xmlns:a16="http://schemas.microsoft.com/office/drawing/2014/main" id="{C396F262-24E4-A0CC-B19A-F485374BE308}"/>
                </a:ext>
              </a:extLst>
            </p:cNvPr>
            <p:cNvSpPr/>
            <p:nvPr/>
          </p:nvSpPr>
          <p:spPr>
            <a:xfrm rot="19276437">
              <a:off x="6846720" y="3002834"/>
              <a:ext cx="178792" cy="121018"/>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91C124BA-A7D2-74B1-5509-1B22429AD622}"/>
                </a:ext>
              </a:extLst>
            </p:cNvPr>
            <p:cNvSpPr/>
            <p:nvPr/>
          </p:nvSpPr>
          <p:spPr>
            <a:xfrm>
              <a:off x="7329692" y="2504968"/>
              <a:ext cx="196631" cy="151284"/>
            </a:xfrm>
            <a:prstGeom prst="rect">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2" name="Graphic 21" descr="Magnifying glass outline">
            <a:extLst>
              <a:ext uri="{FF2B5EF4-FFF2-40B4-BE49-F238E27FC236}">
                <a16:creationId xmlns:a16="http://schemas.microsoft.com/office/drawing/2014/main" id="{22768518-BAE7-F993-1152-EBBEBC96DD7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9862210" flipH="1">
            <a:off x="4519832" y="2401769"/>
            <a:ext cx="2888200" cy="2888200"/>
          </a:xfrm>
          <a:prstGeom prst="rect">
            <a:avLst/>
          </a:prstGeom>
        </p:spPr>
      </p:pic>
      <p:grpSp>
        <p:nvGrpSpPr>
          <p:cNvPr id="25" name="Group 24">
            <a:extLst>
              <a:ext uri="{FF2B5EF4-FFF2-40B4-BE49-F238E27FC236}">
                <a16:creationId xmlns:a16="http://schemas.microsoft.com/office/drawing/2014/main" id="{1AF9E8B4-A3F1-4577-14B3-9F9C06B638B9}"/>
              </a:ext>
            </a:extLst>
          </p:cNvPr>
          <p:cNvGrpSpPr/>
          <p:nvPr/>
        </p:nvGrpSpPr>
        <p:grpSpPr>
          <a:xfrm>
            <a:off x="625187" y="5127489"/>
            <a:ext cx="4176786" cy="788858"/>
            <a:chOff x="652602" y="5147734"/>
            <a:chExt cx="4176786" cy="788858"/>
          </a:xfrm>
        </p:grpSpPr>
        <p:sp>
          <p:nvSpPr>
            <p:cNvPr id="23" name="TextBox 22">
              <a:extLst>
                <a:ext uri="{FF2B5EF4-FFF2-40B4-BE49-F238E27FC236}">
                  <a16:creationId xmlns:a16="http://schemas.microsoft.com/office/drawing/2014/main" id="{DEFE61C7-E7B2-AC4F-051C-4A1F2E0E16CE}"/>
                </a:ext>
              </a:extLst>
            </p:cNvPr>
            <p:cNvSpPr txBox="1"/>
            <p:nvPr/>
          </p:nvSpPr>
          <p:spPr>
            <a:xfrm flipH="1">
              <a:off x="691106" y="5264212"/>
              <a:ext cx="4138282" cy="553998"/>
            </a:xfrm>
            <a:prstGeom prst="rect">
              <a:avLst/>
            </a:prstGeom>
            <a:noFill/>
          </p:spPr>
          <p:txBody>
            <a:bodyPr wrap="square" lIns="0" tIns="0" rIns="0" bIns="0" rtlCol="0">
              <a:spAutoFit/>
            </a:bodyPr>
            <a:lstStyle/>
            <a:p>
              <a:pPr algn="ctr"/>
              <a:r>
                <a:rPr lang="en-US" sz="1200" dirty="0">
                  <a:ea typeface="Inter" panose="02000503000000020004" pitchFamily="2" charset="0"/>
                </a:rPr>
                <a:t>For our Cutlery optimization, we have made Direct Link and Carryout Bags’ SKUs must keep, as well as SKUs from Non-Addressable vendors like Essity and Clorox</a:t>
              </a:r>
            </a:p>
          </p:txBody>
        </p:sp>
        <p:sp>
          <p:nvSpPr>
            <p:cNvPr id="24" name="Rectangle: Rounded Corners 23">
              <a:extLst>
                <a:ext uri="{FF2B5EF4-FFF2-40B4-BE49-F238E27FC236}">
                  <a16:creationId xmlns:a16="http://schemas.microsoft.com/office/drawing/2014/main" id="{B3260626-A02E-900E-BCCF-9909E5F3D3B0}"/>
                </a:ext>
              </a:extLst>
            </p:cNvPr>
            <p:cNvSpPr/>
            <p:nvPr/>
          </p:nvSpPr>
          <p:spPr>
            <a:xfrm>
              <a:off x="652602" y="5147734"/>
              <a:ext cx="4164875" cy="788858"/>
            </a:xfrm>
            <a:prstGeom prst="roundRect">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TextBox 25">
            <a:extLst>
              <a:ext uri="{FF2B5EF4-FFF2-40B4-BE49-F238E27FC236}">
                <a16:creationId xmlns:a16="http://schemas.microsoft.com/office/drawing/2014/main" id="{2FDF2757-8858-041C-9193-F6F034D804AF}"/>
              </a:ext>
            </a:extLst>
          </p:cNvPr>
          <p:cNvSpPr txBox="1"/>
          <p:nvPr/>
        </p:nvSpPr>
        <p:spPr>
          <a:xfrm>
            <a:off x="12464612" y="7140961"/>
            <a:ext cx="2042149" cy="276999"/>
          </a:xfrm>
          <a:prstGeom prst="rect">
            <a:avLst/>
          </a:prstGeom>
          <a:noFill/>
        </p:spPr>
        <p:txBody>
          <a:bodyPr wrap="square" lIns="0" tIns="0" rIns="0" bIns="0" rtlCol="0">
            <a:spAutoFit/>
          </a:bodyPr>
          <a:lstStyle/>
          <a:p>
            <a:pPr algn="l"/>
            <a:r>
              <a:rPr lang="en-US" sz="1800" dirty="0">
                <a:effectLst/>
                <a:ea typeface="Inter" panose="02000503000000020004" pitchFamily="2" charset="0"/>
              </a:rPr>
              <a:t>Change constraint</a:t>
            </a:r>
          </a:p>
        </p:txBody>
      </p:sp>
      <p:pic>
        <p:nvPicPr>
          <p:cNvPr id="10" name="Picture 2" descr="Optimize Icon Vector Art, Icons, and Graphics for Free Download">
            <a:extLst>
              <a:ext uri="{FF2B5EF4-FFF2-40B4-BE49-F238E27FC236}">
                <a16:creationId xmlns:a16="http://schemas.microsoft.com/office/drawing/2014/main" id="{9075416E-2C29-77A1-3239-956385258B7D}"/>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0498" t="14433" r="11273" b="12365"/>
          <a:stretch>
            <a:fillRect/>
          </a:stretch>
        </p:blipFill>
        <p:spPr bwMode="auto">
          <a:xfrm>
            <a:off x="5374654" y="2789218"/>
            <a:ext cx="1442141" cy="1349469"/>
          </a:xfrm>
          <a:prstGeom prst="ellipse">
            <a:avLst/>
          </a:prstGeom>
          <a:noFill/>
          <a:extLst>
            <a:ext uri="{909E8E84-426E-40DD-AFC4-6F175D3DCCD1}">
              <a14:hiddenFill xmlns:a14="http://schemas.microsoft.com/office/drawing/2010/main">
                <a:solidFill>
                  <a:srgbClr val="FFFFFF"/>
                </a:solidFill>
              </a14:hiddenFill>
            </a:ext>
          </a:extLst>
        </p:spPr>
      </p:pic>
      <p:grpSp>
        <p:nvGrpSpPr>
          <p:cNvPr id="29" name="Group 28">
            <a:extLst>
              <a:ext uri="{FF2B5EF4-FFF2-40B4-BE49-F238E27FC236}">
                <a16:creationId xmlns:a16="http://schemas.microsoft.com/office/drawing/2014/main" id="{6B29BDB4-3A0E-F491-9B41-90E035253EC5}"/>
              </a:ext>
            </a:extLst>
          </p:cNvPr>
          <p:cNvGrpSpPr/>
          <p:nvPr>
            <p:custDataLst>
              <p:tags r:id="rId2"/>
            </p:custDataLst>
          </p:nvPr>
        </p:nvGrpSpPr>
        <p:grpSpPr>
          <a:xfrm>
            <a:off x="493713" y="90661"/>
            <a:ext cx="11255925" cy="244777"/>
            <a:chOff x="493714" y="1663700"/>
            <a:chExt cx="9123933" cy="381000"/>
          </a:xfrm>
          <a:solidFill>
            <a:schemeClr val="accent6">
              <a:lumMod val="20000"/>
              <a:lumOff val="80000"/>
            </a:schemeClr>
          </a:solidFill>
        </p:grpSpPr>
        <p:sp>
          <p:nvSpPr>
            <p:cNvPr id="30" name="MekkoValueChainHeader638810835418479876">
              <a:extLst>
                <a:ext uri="{FF2B5EF4-FFF2-40B4-BE49-F238E27FC236}">
                  <a16:creationId xmlns:a16="http://schemas.microsoft.com/office/drawing/2014/main" id="{EDE9565B-CE46-0F21-4FC5-95A75AA10D64}"/>
                </a:ext>
              </a:extLst>
            </p:cNvPr>
            <p:cNvSpPr/>
            <p:nvPr/>
          </p:nvSpPr>
          <p:spPr>
            <a:xfrm>
              <a:off x="493714" y="1663700"/>
              <a:ext cx="2390711" cy="381000"/>
            </a:xfrm>
            <a:prstGeom prst="homePlate">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Taxonomy</a:t>
              </a:r>
            </a:p>
          </p:txBody>
        </p:sp>
        <p:sp>
          <p:nvSpPr>
            <p:cNvPr id="31" name="MekkoValueChainHeader638810835418479876638810835418862802">
              <a:extLst>
                <a:ext uri="{FF2B5EF4-FFF2-40B4-BE49-F238E27FC236}">
                  <a16:creationId xmlns:a16="http://schemas.microsoft.com/office/drawing/2014/main" id="{3AC8AD78-B19C-1881-F0E9-7A07360CDB1C}"/>
                </a:ext>
              </a:extLst>
            </p:cNvPr>
            <p:cNvSpPr/>
            <p:nvPr/>
          </p:nvSpPr>
          <p:spPr>
            <a:xfrm>
              <a:off x="2738121" y="1663700"/>
              <a:ext cx="2390711" cy="381000"/>
            </a:xfrm>
            <a:prstGeom prst="chevron">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Suggest Subs</a:t>
              </a:r>
            </a:p>
          </p:txBody>
        </p:sp>
        <p:sp>
          <p:nvSpPr>
            <p:cNvPr id="32" name="MekkoValueChainHeader638810835418479876638810835418862802638810835419123947">
              <a:extLst>
                <a:ext uri="{FF2B5EF4-FFF2-40B4-BE49-F238E27FC236}">
                  <a16:creationId xmlns:a16="http://schemas.microsoft.com/office/drawing/2014/main" id="{3629CC64-8A39-F221-2AF6-41A2E3A40004}"/>
                </a:ext>
              </a:extLst>
            </p:cNvPr>
            <p:cNvSpPr/>
            <p:nvPr/>
          </p:nvSpPr>
          <p:spPr>
            <a:xfrm>
              <a:off x="4982529" y="1663700"/>
              <a:ext cx="2390711" cy="381000"/>
            </a:xfrm>
            <a:prstGeom prst="chevron">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Incorporate Feedback</a:t>
              </a:r>
            </a:p>
          </p:txBody>
        </p:sp>
        <p:sp>
          <p:nvSpPr>
            <p:cNvPr id="34" name="MekkoValueChainHeader638810835418479876638810835418862802638810835419123947638810835419383009">
              <a:extLst>
                <a:ext uri="{FF2B5EF4-FFF2-40B4-BE49-F238E27FC236}">
                  <a16:creationId xmlns:a16="http://schemas.microsoft.com/office/drawing/2014/main" id="{74822C2A-40BF-BE28-9EA3-230FDE09D731}"/>
                </a:ext>
              </a:extLst>
            </p:cNvPr>
            <p:cNvSpPr/>
            <p:nvPr/>
          </p:nvSpPr>
          <p:spPr>
            <a:xfrm>
              <a:off x="7226936" y="1663700"/>
              <a:ext cx="2390711" cy="381000"/>
            </a:xfrm>
            <a:prstGeom prst="chevron">
              <a:avLst>
                <a:gd name="adj" fmla="val 38400"/>
              </a:avLst>
            </a:prstGeom>
            <a:solidFill>
              <a:schemeClr val="accent1"/>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Optimization</a:t>
              </a:r>
            </a:p>
          </p:txBody>
        </p:sp>
      </p:grpSp>
    </p:spTree>
    <p:extLst>
      <p:ext uri="{BB962C8B-B14F-4D97-AF65-F5344CB8AC3E}">
        <p14:creationId xmlns:p14="http://schemas.microsoft.com/office/powerpoint/2010/main" val="1370283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7331F-AFB3-A8A6-F67B-A717C5136B2D}"/>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26396286-22AF-0747-ABB4-382CCF2A0187}"/>
              </a:ext>
            </a:extLst>
          </p:cNvPr>
          <p:cNvGraphicFramePr>
            <a:graphicFrameLocks noChangeAspect="1"/>
          </p:cNvGraphicFramePr>
          <p:nvPr>
            <p:custDataLst>
              <p:tags r:id="rId1"/>
            </p:custDataLst>
            <p:extLst>
              <p:ext uri="{D42A27DB-BD31-4B8C-83A1-F6EECF244321}">
                <p14:modId xmlns:p14="http://schemas.microsoft.com/office/powerpoint/2010/main" val="8348460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404" imgH="405" progId="TCLayout.ActiveDocument.1">
                  <p:embed/>
                </p:oleObj>
              </mc:Choice>
              <mc:Fallback>
                <p:oleObj name="think-cell Slide" r:id="rId19" imgW="404" imgH="405" progId="TCLayout.ActiveDocument.1">
                  <p:embed/>
                  <p:pic>
                    <p:nvPicPr>
                      <p:cNvPr id="7" name="think-cell data - do not delete" hidden="1">
                        <a:extLst>
                          <a:ext uri="{FF2B5EF4-FFF2-40B4-BE49-F238E27FC236}">
                            <a16:creationId xmlns:a16="http://schemas.microsoft.com/office/drawing/2014/main" id="{26396286-22AF-0747-ABB4-382CCF2A0187}"/>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6D4F858-E4A3-BF88-574E-729A4FAF40DA}"/>
              </a:ext>
            </a:extLst>
          </p:cNvPr>
          <p:cNvSpPr>
            <a:spLocks noGrp="1"/>
          </p:cNvSpPr>
          <p:nvPr>
            <p:ph type="title"/>
          </p:nvPr>
        </p:nvSpPr>
        <p:spPr/>
        <p:txBody>
          <a:bodyPr vert="horz"/>
          <a:lstStyle/>
          <a:p>
            <a:r>
              <a:rPr lang="en-US" dirty="0"/>
              <a:t>Optimization Results Example</a:t>
            </a:r>
          </a:p>
        </p:txBody>
      </p:sp>
      <p:graphicFrame>
        <p:nvGraphicFramePr>
          <p:cNvPr id="8" name="Chart 7">
            <a:extLst>
              <a:ext uri="{FF2B5EF4-FFF2-40B4-BE49-F238E27FC236}">
                <a16:creationId xmlns:a16="http://schemas.microsoft.com/office/drawing/2014/main" id="{53E621A4-7EEC-B9BB-ECF2-71289E456221}"/>
              </a:ext>
            </a:extLst>
          </p:cNvPr>
          <p:cNvGraphicFramePr/>
          <p:nvPr>
            <p:custDataLst>
              <p:tags r:id="rId2"/>
            </p:custDataLst>
            <p:extLst>
              <p:ext uri="{D42A27DB-BD31-4B8C-83A1-F6EECF244321}">
                <p14:modId xmlns:p14="http://schemas.microsoft.com/office/powerpoint/2010/main" val="1732097686"/>
              </p:ext>
            </p:extLst>
          </p:nvPr>
        </p:nvGraphicFramePr>
        <p:xfrm>
          <a:off x="411163" y="1476375"/>
          <a:ext cx="3700462" cy="4338638"/>
        </p:xfrm>
        <a:graphic>
          <a:graphicData uri="http://schemas.openxmlformats.org/drawingml/2006/chart">
            <c:chart xmlns:c="http://schemas.openxmlformats.org/drawingml/2006/chart" xmlns:r="http://schemas.openxmlformats.org/officeDocument/2006/relationships" r:id="rId21"/>
          </a:graphicData>
        </a:graphic>
      </p:graphicFrame>
      <p:sp>
        <p:nvSpPr>
          <p:cNvPr id="26" name="Text Placeholder 2">
            <a:extLst>
              <a:ext uri="{FF2B5EF4-FFF2-40B4-BE49-F238E27FC236}">
                <a16:creationId xmlns:a16="http://schemas.microsoft.com/office/drawing/2014/main" id="{7A41C351-25C4-B893-6109-58F36B9B7DCF}"/>
              </a:ext>
            </a:extLst>
          </p:cNvPr>
          <p:cNvSpPr>
            <a:spLocks noGrp="1"/>
          </p:cNvSpPr>
          <p:nvPr>
            <p:custDataLst>
              <p:tags r:id="rId3"/>
            </p:custDataLst>
          </p:nvPr>
        </p:nvSpPr>
        <p:spPr bwMode="auto">
          <a:xfrm>
            <a:off x="1727199" y="1338263"/>
            <a:ext cx="1066800" cy="2444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lgn="ctr">
              <a:spcBef>
                <a:spcPct val="0"/>
              </a:spcBef>
              <a:spcAft>
                <a:spcPct val="0"/>
              </a:spcAft>
            </a:pPr>
            <a:fld id="{F2355FFF-69A4-4DBC-BED3-519F92A73591}" type="datetime'''''S''K''''U'''' ''''''''''C''''''''''''ou''n''t'''''''">
              <a:rPr lang="en-US" altLang="en-US" smtClean="0"/>
              <a:pPr/>
              <a:t>SKU Count</a:t>
            </a:fld>
            <a:endParaRPr lang="en-US" sz="1200" noProof="0" dirty="0"/>
          </a:p>
        </p:txBody>
      </p:sp>
      <p:sp>
        <p:nvSpPr>
          <p:cNvPr id="30" name="Rectangle 29">
            <a:extLst>
              <a:ext uri="{FF2B5EF4-FFF2-40B4-BE49-F238E27FC236}">
                <a16:creationId xmlns:a16="http://schemas.microsoft.com/office/drawing/2014/main" id="{A03CAC1C-16FB-D02B-B730-199E800A4248}"/>
              </a:ext>
            </a:extLst>
          </p:cNvPr>
          <p:cNvSpPr/>
          <p:nvPr>
            <p:custDataLst>
              <p:tags r:id="rId4"/>
            </p:custDataLst>
          </p:nvPr>
        </p:nvSpPr>
        <p:spPr bwMode="auto">
          <a:xfrm>
            <a:off x="5202238" y="6489700"/>
            <a:ext cx="214313" cy="160338"/>
          </a:xfrm>
          <a:prstGeom prst="rect">
            <a:avLst/>
          </a:prstGeom>
          <a:solidFill>
            <a:srgbClr val="009DE0"/>
          </a:solidFill>
          <a:ln w="9525" cmpd="sng" algn="ctr">
            <a:solidFill>
              <a:srgbClr val="00000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A6323CFD-6A30-32F7-9092-CD2CC32AEED3}"/>
              </a:ext>
            </a:extLst>
          </p:cNvPr>
          <p:cNvSpPr/>
          <p:nvPr>
            <p:custDataLst>
              <p:tags r:id="rId5"/>
            </p:custDataLst>
          </p:nvPr>
        </p:nvSpPr>
        <p:spPr bwMode="auto">
          <a:xfrm>
            <a:off x="6113463" y="6489700"/>
            <a:ext cx="214313" cy="160338"/>
          </a:xfrm>
          <a:prstGeom prst="rect">
            <a:avLst/>
          </a:prstGeom>
          <a:solidFill>
            <a:srgbClr val="002C77"/>
          </a:solidFill>
          <a:ln w="9525" cmpd="sng" algn="ctr">
            <a:solidFill>
              <a:srgbClr val="00000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2">
            <a:extLst>
              <a:ext uri="{FF2B5EF4-FFF2-40B4-BE49-F238E27FC236}">
                <a16:creationId xmlns:a16="http://schemas.microsoft.com/office/drawing/2014/main" id="{1F7A3569-5260-727E-6C17-6D1FD949F96C}"/>
              </a:ext>
            </a:extLst>
          </p:cNvPr>
          <p:cNvSpPr>
            <a:spLocks noGrp="1"/>
          </p:cNvSpPr>
          <p:nvPr>
            <p:custDataLst>
              <p:tags r:id="rId6"/>
            </p:custDataLst>
          </p:nvPr>
        </p:nvSpPr>
        <p:spPr bwMode="auto">
          <a:xfrm>
            <a:off x="5467350" y="6484938"/>
            <a:ext cx="54451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spcBef>
                <a:spcPct val="0"/>
              </a:spcBef>
              <a:spcAft>
                <a:spcPct val="0"/>
              </a:spcAft>
            </a:pPr>
            <a:r>
              <a:rPr lang="en-US" altLang="en-US" sz="1200" dirty="0">
                <a:effectLst/>
              </a:rPr>
              <a:t>Current</a:t>
            </a:r>
            <a:endParaRPr lang="en-US" sz="1200" noProof="0" dirty="0"/>
          </a:p>
        </p:txBody>
      </p:sp>
      <p:sp>
        <p:nvSpPr>
          <p:cNvPr id="25" name="Text Placeholder 2">
            <a:extLst>
              <a:ext uri="{FF2B5EF4-FFF2-40B4-BE49-F238E27FC236}">
                <a16:creationId xmlns:a16="http://schemas.microsoft.com/office/drawing/2014/main" id="{F7B6E49A-C7FB-0A82-B335-0568A800AF27}"/>
              </a:ext>
            </a:extLst>
          </p:cNvPr>
          <p:cNvSpPr>
            <a:spLocks noGrp="1"/>
          </p:cNvSpPr>
          <p:nvPr>
            <p:custDataLst>
              <p:tags r:id="rId7"/>
            </p:custDataLst>
          </p:nvPr>
        </p:nvSpPr>
        <p:spPr bwMode="auto">
          <a:xfrm>
            <a:off x="6378575" y="6484938"/>
            <a:ext cx="73183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spcBef>
                <a:spcPct val="0"/>
              </a:spcBef>
              <a:spcAft>
                <a:spcPct val="0"/>
              </a:spcAft>
            </a:pPr>
            <a:r>
              <a:rPr lang="en-US" altLang="en-US" sz="1200" dirty="0">
                <a:effectLst/>
              </a:rPr>
              <a:t>Optimized</a:t>
            </a:r>
            <a:endParaRPr lang="en-US" sz="1200" noProof="0" dirty="0"/>
          </a:p>
        </p:txBody>
      </p:sp>
      <p:graphicFrame>
        <p:nvGraphicFramePr>
          <p:cNvPr id="12" name="Chart 11">
            <a:extLst>
              <a:ext uri="{FF2B5EF4-FFF2-40B4-BE49-F238E27FC236}">
                <a16:creationId xmlns:a16="http://schemas.microsoft.com/office/drawing/2014/main" id="{08072E91-66F2-CFBC-B8D1-9BFED92040C0}"/>
              </a:ext>
            </a:extLst>
          </p:cNvPr>
          <p:cNvGraphicFramePr/>
          <p:nvPr>
            <p:custDataLst>
              <p:tags r:id="rId8"/>
            </p:custDataLst>
            <p:extLst>
              <p:ext uri="{D42A27DB-BD31-4B8C-83A1-F6EECF244321}">
                <p14:modId xmlns:p14="http://schemas.microsoft.com/office/powerpoint/2010/main" val="2761480289"/>
              </p:ext>
            </p:extLst>
          </p:nvPr>
        </p:nvGraphicFramePr>
        <p:xfrm>
          <a:off x="3946525" y="1474788"/>
          <a:ext cx="3700463" cy="4338637"/>
        </p:xfrm>
        <a:graphic>
          <a:graphicData uri="http://schemas.openxmlformats.org/drawingml/2006/chart">
            <c:chart xmlns:c="http://schemas.openxmlformats.org/drawingml/2006/chart" xmlns:r="http://schemas.openxmlformats.org/officeDocument/2006/relationships" r:id="rId22"/>
          </a:graphicData>
        </a:graphic>
      </p:graphicFrame>
      <p:sp>
        <p:nvSpPr>
          <p:cNvPr id="43" name="Text Placeholder 2">
            <a:extLst>
              <a:ext uri="{FF2B5EF4-FFF2-40B4-BE49-F238E27FC236}">
                <a16:creationId xmlns:a16="http://schemas.microsoft.com/office/drawing/2014/main" id="{034A04CD-F9D0-0982-3900-EC84DCC6E0CB}"/>
              </a:ext>
            </a:extLst>
          </p:cNvPr>
          <p:cNvSpPr>
            <a:spLocks noGrp="1"/>
          </p:cNvSpPr>
          <p:nvPr>
            <p:custDataLst>
              <p:tags r:id="rId9"/>
            </p:custDataLst>
          </p:nvPr>
        </p:nvSpPr>
        <p:spPr bwMode="auto">
          <a:xfrm>
            <a:off x="5121275" y="1336675"/>
            <a:ext cx="1350963" cy="2444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lgn="ctr">
              <a:spcBef>
                <a:spcPct val="0"/>
              </a:spcBef>
              <a:spcAft>
                <a:spcPct val="0"/>
              </a:spcAft>
            </a:pPr>
            <a:fld id="{49E1215A-93D9-4740-8626-E4593DFECEDB}" type="datetime'''V''''end''''''o''''''''r ''''''Cou''''''''''n''''t'">
              <a:rPr lang="en-US" altLang="en-US" smtClean="0"/>
              <a:pPr/>
              <a:t>Vendor Count</a:t>
            </a:fld>
            <a:endParaRPr lang="en-US" noProof="0" dirty="0"/>
          </a:p>
        </p:txBody>
      </p:sp>
      <p:graphicFrame>
        <p:nvGraphicFramePr>
          <p:cNvPr id="94" name="Chart 93">
            <a:extLst>
              <a:ext uri="{FF2B5EF4-FFF2-40B4-BE49-F238E27FC236}">
                <a16:creationId xmlns:a16="http://schemas.microsoft.com/office/drawing/2014/main" id="{355DA205-B84A-CE1E-012B-C96C3F633A2E}"/>
              </a:ext>
            </a:extLst>
          </p:cNvPr>
          <p:cNvGraphicFramePr/>
          <p:nvPr>
            <p:custDataLst>
              <p:tags r:id="rId10"/>
            </p:custDataLst>
            <p:extLst>
              <p:ext uri="{D42A27DB-BD31-4B8C-83A1-F6EECF244321}">
                <p14:modId xmlns:p14="http://schemas.microsoft.com/office/powerpoint/2010/main" val="1969438504"/>
              </p:ext>
            </p:extLst>
          </p:nvPr>
        </p:nvGraphicFramePr>
        <p:xfrm>
          <a:off x="8112125" y="1774825"/>
          <a:ext cx="3700463" cy="3863975"/>
        </p:xfrm>
        <a:graphic>
          <a:graphicData uri="http://schemas.openxmlformats.org/drawingml/2006/chart">
            <c:chart xmlns:c="http://schemas.openxmlformats.org/drawingml/2006/chart" xmlns:r="http://schemas.openxmlformats.org/officeDocument/2006/relationships" r:id="rId23"/>
          </a:graphicData>
        </a:graphic>
      </p:graphicFrame>
      <p:sp useBgFill="1">
        <p:nvSpPr>
          <p:cNvPr id="76" name="Freeform: Shape 75">
            <a:extLst>
              <a:ext uri="{FF2B5EF4-FFF2-40B4-BE49-F238E27FC236}">
                <a16:creationId xmlns:a16="http://schemas.microsoft.com/office/drawing/2014/main" id="{EFB4919B-A475-38E4-C6F8-87507CDBFC27}"/>
              </a:ext>
            </a:extLst>
          </p:cNvPr>
          <p:cNvSpPr/>
          <p:nvPr>
            <p:custDataLst>
              <p:tags r:id="rId11"/>
            </p:custDataLst>
          </p:nvPr>
        </p:nvSpPr>
        <p:spPr bwMode="auto">
          <a:xfrm>
            <a:off x="8558213" y="4573588"/>
            <a:ext cx="2806701" cy="79375"/>
          </a:xfrm>
          <a:custGeom>
            <a:avLst/>
            <a:gdLst/>
            <a:ahLst/>
            <a:cxnLst/>
            <a:rect l="0" t="0" r="0" b="0"/>
            <a:pathLst>
              <a:path w="2806701" h="79376">
                <a:moveTo>
                  <a:pt x="0" y="22225"/>
                </a:moveTo>
                <a:lnTo>
                  <a:pt x="82550" y="0"/>
                </a:lnTo>
                <a:lnTo>
                  <a:pt x="165100" y="22225"/>
                </a:lnTo>
                <a:lnTo>
                  <a:pt x="247650" y="0"/>
                </a:lnTo>
                <a:lnTo>
                  <a:pt x="330200" y="22225"/>
                </a:lnTo>
                <a:lnTo>
                  <a:pt x="412750" y="0"/>
                </a:lnTo>
                <a:lnTo>
                  <a:pt x="495300" y="22225"/>
                </a:lnTo>
                <a:lnTo>
                  <a:pt x="577850" y="0"/>
                </a:lnTo>
                <a:lnTo>
                  <a:pt x="660400" y="22225"/>
                </a:lnTo>
                <a:lnTo>
                  <a:pt x="742950" y="0"/>
                </a:lnTo>
                <a:lnTo>
                  <a:pt x="825500" y="22225"/>
                </a:lnTo>
                <a:lnTo>
                  <a:pt x="908050" y="0"/>
                </a:lnTo>
                <a:lnTo>
                  <a:pt x="990600" y="22225"/>
                </a:lnTo>
                <a:lnTo>
                  <a:pt x="1073150" y="0"/>
                </a:lnTo>
                <a:lnTo>
                  <a:pt x="1155700" y="22225"/>
                </a:lnTo>
                <a:lnTo>
                  <a:pt x="1238250" y="0"/>
                </a:lnTo>
                <a:lnTo>
                  <a:pt x="1320800" y="22225"/>
                </a:lnTo>
                <a:lnTo>
                  <a:pt x="1403350" y="0"/>
                </a:lnTo>
                <a:lnTo>
                  <a:pt x="1485900" y="22225"/>
                </a:lnTo>
                <a:lnTo>
                  <a:pt x="1568450" y="0"/>
                </a:lnTo>
                <a:lnTo>
                  <a:pt x="1651000" y="22225"/>
                </a:lnTo>
                <a:lnTo>
                  <a:pt x="1733550" y="0"/>
                </a:lnTo>
                <a:lnTo>
                  <a:pt x="1816100" y="22225"/>
                </a:lnTo>
                <a:lnTo>
                  <a:pt x="1898650" y="0"/>
                </a:lnTo>
                <a:lnTo>
                  <a:pt x="1981200" y="22225"/>
                </a:lnTo>
                <a:lnTo>
                  <a:pt x="2063750" y="0"/>
                </a:lnTo>
                <a:lnTo>
                  <a:pt x="2146300" y="22225"/>
                </a:lnTo>
                <a:lnTo>
                  <a:pt x="2228850" y="0"/>
                </a:lnTo>
                <a:lnTo>
                  <a:pt x="2311400" y="22225"/>
                </a:lnTo>
                <a:lnTo>
                  <a:pt x="2393950" y="0"/>
                </a:lnTo>
                <a:lnTo>
                  <a:pt x="2476500" y="22225"/>
                </a:lnTo>
                <a:lnTo>
                  <a:pt x="2559050" y="0"/>
                </a:lnTo>
                <a:lnTo>
                  <a:pt x="2641600" y="22225"/>
                </a:lnTo>
                <a:lnTo>
                  <a:pt x="2724150" y="0"/>
                </a:lnTo>
                <a:lnTo>
                  <a:pt x="2806700" y="22225"/>
                </a:lnTo>
                <a:lnTo>
                  <a:pt x="2806700" y="79375"/>
                </a:lnTo>
                <a:lnTo>
                  <a:pt x="2724150" y="57150"/>
                </a:lnTo>
                <a:lnTo>
                  <a:pt x="2641600" y="79375"/>
                </a:lnTo>
                <a:lnTo>
                  <a:pt x="2559050" y="57150"/>
                </a:lnTo>
                <a:lnTo>
                  <a:pt x="2476500" y="79375"/>
                </a:lnTo>
                <a:lnTo>
                  <a:pt x="2393950" y="57150"/>
                </a:lnTo>
                <a:lnTo>
                  <a:pt x="2311400" y="79375"/>
                </a:lnTo>
                <a:lnTo>
                  <a:pt x="2228850" y="57150"/>
                </a:lnTo>
                <a:lnTo>
                  <a:pt x="2146300" y="79375"/>
                </a:lnTo>
                <a:lnTo>
                  <a:pt x="2063750" y="57150"/>
                </a:lnTo>
                <a:lnTo>
                  <a:pt x="1981200" y="79375"/>
                </a:lnTo>
                <a:lnTo>
                  <a:pt x="1898650" y="57150"/>
                </a:lnTo>
                <a:lnTo>
                  <a:pt x="1816100" y="79375"/>
                </a:lnTo>
                <a:lnTo>
                  <a:pt x="1733550" y="57150"/>
                </a:lnTo>
                <a:lnTo>
                  <a:pt x="1651000" y="79375"/>
                </a:lnTo>
                <a:lnTo>
                  <a:pt x="1568450" y="57150"/>
                </a:lnTo>
                <a:lnTo>
                  <a:pt x="1485900" y="79375"/>
                </a:lnTo>
                <a:lnTo>
                  <a:pt x="1403350" y="57150"/>
                </a:lnTo>
                <a:lnTo>
                  <a:pt x="1320800" y="79375"/>
                </a:lnTo>
                <a:lnTo>
                  <a:pt x="1238250" y="57150"/>
                </a:lnTo>
                <a:lnTo>
                  <a:pt x="1155700" y="79375"/>
                </a:lnTo>
                <a:lnTo>
                  <a:pt x="1073150" y="57150"/>
                </a:lnTo>
                <a:lnTo>
                  <a:pt x="990600" y="79375"/>
                </a:lnTo>
                <a:lnTo>
                  <a:pt x="908050" y="57150"/>
                </a:lnTo>
                <a:lnTo>
                  <a:pt x="825500" y="79375"/>
                </a:lnTo>
                <a:lnTo>
                  <a:pt x="742950" y="57150"/>
                </a:lnTo>
                <a:lnTo>
                  <a:pt x="660400" y="79375"/>
                </a:lnTo>
                <a:lnTo>
                  <a:pt x="577850" y="57150"/>
                </a:lnTo>
                <a:lnTo>
                  <a:pt x="495300" y="79375"/>
                </a:lnTo>
                <a:lnTo>
                  <a:pt x="412750" y="57150"/>
                </a:lnTo>
                <a:lnTo>
                  <a:pt x="330200" y="79375"/>
                </a:lnTo>
                <a:lnTo>
                  <a:pt x="247650" y="57150"/>
                </a:lnTo>
                <a:lnTo>
                  <a:pt x="165100" y="79375"/>
                </a:lnTo>
                <a:lnTo>
                  <a:pt x="82550" y="57150"/>
                </a:lnTo>
                <a:lnTo>
                  <a:pt x="0" y="79375"/>
                </a:lnTo>
                <a:close/>
              </a:path>
            </a:pathLst>
          </a:custGeom>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Shape 73">
            <a:extLst>
              <a:ext uri="{FF2B5EF4-FFF2-40B4-BE49-F238E27FC236}">
                <a16:creationId xmlns:a16="http://schemas.microsoft.com/office/drawing/2014/main" id="{3BD37772-23EC-B3B8-C86C-8EBFEA382BEC}"/>
              </a:ext>
            </a:extLst>
          </p:cNvPr>
          <p:cNvSpPr/>
          <p:nvPr>
            <p:custDataLst>
              <p:tags r:id="rId12"/>
            </p:custDataLst>
          </p:nvPr>
        </p:nvSpPr>
        <p:spPr bwMode="auto">
          <a:xfrm>
            <a:off x="8558213" y="4573588"/>
            <a:ext cx="2806701" cy="22225"/>
          </a:xfrm>
          <a:custGeom>
            <a:avLst/>
            <a:gdLst/>
            <a:ahLst/>
            <a:cxnLst/>
            <a:rect l="0" t="0" r="0" b="0"/>
            <a:pathLst>
              <a:path w="2806701" h="22226">
                <a:moveTo>
                  <a:pt x="0" y="22225"/>
                </a:moveTo>
                <a:lnTo>
                  <a:pt x="82550" y="0"/>
                </a:lnTo>
                <a:lnTo>
                  <a:pt x="165100" y="22225"/>
                </a:lnTo>
                <a:lnTo>
                  <a:pt x="247650" y="0"/>
                </a:lnTo>
                <a:lnTo>
                  <a:pt x="330200" y="22225"/>
                </a:lnTo>
                <a:lnTo>
                  <a:pt x="412750" y="0"/>
                </a:lnTo>
                <a:lnTo>
                  <a:pt x="495300" y="22225"/>
                </a:lnTo>
                <a:lnTo>
                  <a:pt x="577850" y="0"/>
                </a:lnTo>
                <a:lnTo>
                  <a:pt x="660400" y="22225"/>
                </a:lnTo>
                <a:lnTo>
                  <a:pt x="742950" y="0"/>
                </a:lnTo>
                <a:lnTo>
                  <a:pt x="825500" y="22225"/>
                </a:lnTo>
                <a:lnTo>
                  <a:pt x="908050" y="0"/>
                </a:lnTo>
                <a:lnTo>
                  <a:pt x="990600" y="22225"/>
                </a:lnTo>
                <a:lnTo>
                  <a:pt x="1073150" y="0"/>
                </a:lnTo>
                <a:lnTo>
                  <a:pt x="1155700" y="22225"/>
                </a:lnTo>
                <a:lnTo>
                  <a:pt x="1238250" y="0"/>
                </a:lnTo>
                <a:lnTo>
                  <a:pt x="1320800" y="22225"/>
                </a:lnTo>
                <a:lnTo>
                  <a:pt x="1403350" y="0"/>
                </a:lnTo>
                <a:lnTo>
                  <a:pt x="1485900" y="22225"/>
                </a:lnTo>
                <a:lnTo>
                  <a:pt x="1568450" y="0"/>
                </a:lnTo>
                <a:lnTo>
                  <a:pt x="1651000" y="22225"/>
                </a:lnTo>
                <a:lnTo>
                  <a:pt x="1733550" y="0"/>
                </a:lnTo>
                <a:lnTo>
                  <a:pt x="1816100" y="22225"/>
                </a:lnTo>
                <a:lnTo>
                  <a:pt x="1898650" y="0"/>
                </a:lnTo>
                <a:lnTo>
                  <a:pt x="1981200" y="22225"/>
                </a:lnTo>
                <a:lnTo>
                  <a:pt x="2063750" y="0"/>
                </a:lnTo>
                <a:lnTo>
                  <a:pt x="2146300" y="22225"/>
                </a:lnTo>
                <a:lnTo>
                  <a:pt x="2228850" y="0"/>
                </a:lnTo>
                <a:lnTo>
                  <a:pt x="2311400" y="22225"/>
                </a:lnTo>
                <a:lnTo>
                  <a:pt x="2393950" y="0"/>
                </a:lnTo>
                <a:lnTo>
                  <a:pt x="2476500" y="22225"/>
                </a:lnTo>
                <a:lnTo>
                  <a:pt x="2559050" y="0"/>
                </a:lnTo>
                <a:lnTo>
                  <a:pt x="2641600" y="22225"/>
                </a:lnTo>
                <a:lnTo>
                  <a:pt x="2724150" y="0"/>
                </a:lnTo>
                <a:lnTo>
                  <a:pt x="2806700" y="22225"/>
                </a:lnTo>
              </a:path>
            </a:pathLst>
          </a:custGeom>
          <a:noFill/>
          <a:ln w="9525" cap="flat" cmpd="sng" algn="ctr">
            <a:solidFill>
              <a:srgbClr val="00000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75" name="Freeform: Shape 74">
            <a:extLst>
              <a:ext uri="{FF2B5EF4-FFF2-40B4-BE49-F238E27FC236}">
                <a16:creationId xmlns:a16="http://schemas.microsoft.com/office/drawing/2014/main" id="{622DE3E5-250D-1A12-2185-EAEEB7107BF9}"/>
              </a:ext>
            </a:extLst>
          </p:cNvPr>
          <p:cNvSpPr/>
          <p:nvPr>
            <p:custDataLst>
              <p:tags r:id="rId13"/>
            </p:custDataLst>
          </p:nvPr>
        </p:nvSpPr>
        <p:spPr bwMode="auto">
          <a:xfrm>
            <a:off x="8558213" y="4630738"/>
            <a:ext cx="2806701" cy="22225"/>
          </a:xfrm>
          <a:custGeom>
            <a:avLst/>
            <a:gdLst/>
            <a:ahLst/>
            <a:cxnLst/>
            <a:rect l="0" t="0" r="0" b="0"/>
            <a:pathLst>
              <a:path w="2806701" h="22226">
                <a:moveTo>
                  <a:pt x="0" y="22225"/>
                </a:moveTo>
                <a:lnTo>
                  <a:pt x="82550" y="0"/>
                </a:lnTo>
                <a:lnTo>
                  <a:pt x="165100" y="22225"/>
                </a:lnTo>
                <a:lnTo>
                  <a:pt x="247650" y="0"/>
                </a:lnTo>
                <a:lnTo>
                  <a:pt x="330200" y="22225"/>
                </a:lnTo>
                <a:lnTo>
                  <a:pt x="412750" y="0"/>
                </a:lnTo>
                <a:lnTo>
                  <a:pt x="495300" y="22225"/>
                </a:lnTo>
                <a:lnTo>
                  <a:pt x="577850" y="0"/>
                </a:lnTo>
                <a:lnTo>
                  <a:pt x="660400" y="22225"/>
                </a:lnTo>
                <a:lnTo>
                  <a:pt x="742950" y="0"/>
                </a:lnTo>
                <a:lnTo>
                  <a:pt x="825500" y="22225"/>
                </a:lnTo>
                <a:lnTo>
                  <a:pt x="908050" y="0"/>
                </a:lnTo>
                <a:lnTo>
                  <a:pt x="990600" y="22225"/>
                </a:lnTo>
                <a:lnTo>
                  <a:pt x="1073150" y="0"/>
                </a:lnTo>
                <a:lnTo>
                  <a:pt x="1155700" y="22225"/>
                </a:lnTo>
                <a:lnTo>
                  <a:pt x="1238250" y="0"/>
                </a:lnTo>
                <a:lnTo>
                  <a:pt x="1320800" y="22225"/>
                </a:lnTo>
                <a:lnTo>
                  <a:pt x="1403350" y="0"/>
                </a:lnTo>
                <a:lnTo>
                  <a:pt x="1485900" y="22225"/>
                </a:lnTo>
                <a:lnTo>
                  <a:pt x="1568450" y="0"/>
                </a:lnTo>
                <a:lnTo>
                  <a:pt x="1651000" y="22225"/>
                </a:lnTo>
                <a:lnTo>
                  <a:pt x="1733550" y="0"/>
                </a:lnTo>
                <a:lnTo>
                  <a:pt x="1816100" y="22225"/>
                </a:lnTo>
                <a:lnTo>
                  <a:pt x="1898650" y="0"/>
                </a:lnTo>
                <a:lnTo>
                  <a:pt x="1981200" y="22225"/>
                </a:lnTo>
                <a:lnTo>
                  <a:pt x="2063750" y="0"/>
                </a:lnTo>
                <a:lnTo>
                  <a:pt x="2146300" y="22225"/>
                </a:lnTo>
                <a:lnTo>
                  <a:pt x="2228850" y="0"/>
                </a:lnTo>
                <a:lnTo>
                  <a:pt x="2311400" y="22225"/>
                </a:lnTo>
                <a:lnTo>
                  <a:pt x="2393950" y="0"/>
                </a:lnTo>
                <a:lnTo>
                  <a:pt x="2476500" y="22225"/>
                </a:lnTo>
                <a:lnTo>
                  <a:pt x="2559050" y="0"/>
                </a:lnTo>
                <a:lnTo>
                  <a:pt x="2641600" y="22225"/>
                </a:lnTo>
                <a:lnTo>
                  <a:pt x="2724150" y="0"/>
                </a:lnTo>
                <a:lnTo>
                  <a:pt x="2806700" y="22225"/>
                </a:lnTo>
              </a:path>
            </a:pathLst>
          </a:custGeom>
          <a:noFill/>
          <a:ln w="9525" cap="flat" cmpd="sng" algn="ctr">
            <a:solidFill>
              <a:srgbClr val="000000"/>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1" name="Text Placeholder 2">
            <a:extLst>
              <a:ext uri="{FF2B5EF4-FFF2-40B4-BE49-F238E27FC236}">
                <a16:creationId xmlns:a16="http://schemas.microsoft.com/office/drawing/2014/main" id="{839C286E-131B-219E-82C7-DD20347258E2}"/>
              </a:ext>
            </a:extLst>
          </p:cNvPr>
          <p:cNvSpPr>
            <a:spLocks noGrp="1"/>
          </p:cNvSpPr>
          <p:nvPr>
            <p:custDataLst>
              <p:tags r:id="rId14"/>
            </p:custDataLst>
          </p:nvPr>
        </p:nvSpPr>
        <p:spPr bwMode="gray">
          <a:xfrm>
            <a:off x="10380663" y="3470275"/>
            <a:ext cx="500063"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lgn="ctr">
              <a:spcBef>
                <a:spcPct val="0"/>
              </a:spcBef>
              <a:spcAft>
                <a:spcPct val="0"/>
              </a:spcAft>
            </a:pPr>
            <a:fld id="{5F782DBA-DE63-4468-BED5-39763638A3F5}" type="datetime'''''7''''''''''''3''''''''''''''''''.''''3''''''M'''''''''">
              <a:rPr lang="en-US" altLang="en-US" sz="1200" smtClean="0"/>
              <a:pPr/>
              <a:t>73.3M</a:t>
            </a:fld>
            <a:endParaRPr lang="en-US" sz="1200" noProof="0" dirty="0">
              <a:ea typeface="Inter" panose="02000503000000020004" pitchFamily="2" charset="0"/>
            </a:endParaRPr>
          </a:p>
        </p:txBody>
      </p:sp>
      <p:sp>
        <p:nvSpPr>
          <p:cNvPr id="60" name="Text Placeholder 2">
            <a:extLst>
              <a:ext uri="{FF2B5EF4-FFF2-40B4-BE49-F238E27FC236}">
                <a16:creationId xmlns:a16="http://schemas.microsoft.com/office/drawing/2014/main" id="{11834C47-F25C-5599-0D10-8C281D0CBC43}"/>
              </a:ext>
            </a:extLst>
          </p:cNvPr>
          <p:cNvSpPr>
            <a:spLocks noGrp="1"/>
          </p:cNvSpPr>
          <p:nvPr>
            <p:custDataLst>
              <p:tags r:id="rId15"/>
            </p:custDataLst>
          </p:nvPr>
        </p:nvSpPr>
        <p:spPr bwMode="gray">
          <a:xfrm>
            <a:off x="9045575" y="1649413"/>
            <a:ext cx="49847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b">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lvl="0" algn="ctr">
              <a:spcBef>
                <a:spcPct val="0"/>
              </a:spcBef>
              <a:spcAft>
                <a:spcPct val="0"/>
              </a:spcAft>
            </a:pPr>
            <a:fld id="{77C7C946-7E89-4317-A15C-84CC257BC9FA}" type="datetime'''''''7''''''''''''''''''''''''''''''5''''''''.2M'''''''''''">
              <a:rPr lang="en-US" altLang="en-US" sz="1200" smtClean="0"/>
              <a:pPr/>
              <a:t>75.2M</a:t>
            </a:fld>
            <a:endParaRPr lang="en-US" sz="1200" noProof="0" dirty="0">
              <a:ea typeface="Inter" panose="02000503000000020004" pitchFamily="2" charset="0"/>
            </a:endParaRPr>
          </a:p>
        </p:txBody>
      </p:sp>
      <p:sp>
        <p:nvSpPr>
          <p:cNvPr id="80" name="Text Placeholder 2">
            <a:extLst>
              <a:ext uri="{FF2B5EF4-FFF2-40B4-BE49-F238E27FC236}">
                <a16:creationId xmlns:a16="http://schemas.microsoft.com/office/drawing/2014/main" id="{840310A4-C01C-7421-1F92-9B74099325FE}"/>
              </a:ext>
            </a:extLst>
          </p:cNvPr>
          <p:cNvSpPr>
            <a:spLocks noGrp="1"/>
          </p:cNvSpPr>
          <p:nvPr>
            <p:custDataLst>
              <p:tags r:id="rId16"/>
            </p:custDataLst>
          </p:nvPr>
        </p:nvSpPr>
        <p:spPr bwMode="auto">
          <a:xfrm>
            <a:off x="9323388" y="1336675"/>
            <a:ext cx="1277938" cy="2444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0" indent="0" algn="l" defTabSz="914400" rtl="0" eaLnBrk="1" latinLnBrk="0" hangingPunct="1">
              <a:lnSpc>
                <a:spcPct val="100000"/>
              </a:lnSpc>
              <a:spcBef>
                <a:spcPts val="0"/>
              </a:spcBef>
              <a:buFontTx/>
              <a:buNone/>
              <a:defRPr sz="1600" b="0" i="0" kern="1200">
                <a:solidFill>
                  <a:schemeClr val="tx1"/>
                </a:solidFill>
                <a:latin typeface="+mn-lt"/>
                <a:ea typeface="+mn-lt" panose="02000503000000020004" pitchFamily="2" charset="0"/>
                <a:cs typeface="+mn-cs"/>
              </a:defRPr>
            </a:lvl1pPr>
            <a:lvl2pPr marL="230188" indent="-2301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2pPr>
            <a:lvl3pPr marL="460375"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3pPr>
            <a:lvl4pPr marL="690563" indent="-22383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4pPr>
            <a:lvl5pPr marL="914400" indent="-217488" algn="l" defTabSz="914400" rtl="0" eaLnBrk="1" latinLnBrk="0" hangingPunct="1">
              <a:lnSpc>
                <a:spcPct val="100000"/>
              </a:lnSpc>
              <a:spcBef>
                <a:spcPts val="0"/>
              </a:spcBef>
              <a:buFont typeface="+mn-lt" panose="020B0604020202020204" pitchFamily="34" charset="0"/>
              <a:buChar char="•"/>
              <a:tabLst/>
              <a:defRPr sz="1600" b="0" i="0" kern="1200">
                <a:solidFill>
                  <a:schemeClr val="tx1"/>
                </a:solidFill>
                <a:latin typeface="+mn-lt"/>
                <a:ea typeface="+mn-lt" panose="02000503000000020004" pitchFamily="2" charset="0"/>
                <a:cs typeface="+mn-cs"/>
              </a:defRPr>
            </a:lvl5pPr>
            <a:lvl6pPr marL="25146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mn-lt" panose="020B0604020202020204" pitchFamily="34" charset="0"/>
              <a:buChar char="•"/>
              <a:defRPr sz="1800" kern="1200">
                <a:solidFill>
                  <a:schemeClr val="tx1"/>
                </a:solidFill>
                <a:latin typeface="+mn-lt"/>
                <a:ea typeface="+mn-ea"/>
                <a:cs typeface="+mn-cs"/>
              </a:defRPr>
            </a:lvl9pPr>
          </a:lstStyle>
          <a:p>
            <a:pPr algn="ctr">
              <a:spcBef>
                <a:spcPct val="0"/>
              </a:spcBef>
              <a:spcAft>
                <a:spcPct val="0"/>
              </a:spcAft>
            </a:pPr>
            <a:r>
              <a:rPr lang="en-US" dirty="0">
                <a:ea typeface="Inter" panose="02000503000000020004" pitchFamily="2" charset="0"/>
              </a:rPr>
              <a:t>Cost Savings</a:t>
            </a:r>
          </a:p>
        </p:txBody>
      </p:sp>
      <p:grpSp>
        <p:nvGrpSpPr>
          <p:cNvPr id="20" name="Group 19">
            <a:extLst>
              <a:ext uri="{FF2B5EF4-FFF2-40B4-BE49-F238E27FC236}">
                <a16:creationId xmlns:a16="http://schemas.microsoft.com/office/drawing/2014/main" id="{EFA9A724-8D3D-916F-CDDC-0E982F4F66E0}"/>
              </a:ext>
            </a:extLst>
          </p:cNvPr>
          <p:cNvGrpSpPr/>
          <p:nvPr/>
        </p:nvGrpSpPr>
        <p:grpSpPr>
          <a:xfrm>
            <a:off x="1510888" y="5519737"/>
            <a:ext cx="1499421" cy="879278"/>
            <a:chOff x="2394484" y="2123861"/>
            <a:chExt cx="1499421" cy="879278"/>
          </a:xfrm>
        </p:grpSpPr>
        <p:sp>
          <p:nvSpPr>
            <p:cNvPr id="21" name="TextBox 20">
              <a:extLst>
                <a:ext uri="{FF2B5EF4-FFF2-40B4-BE49-F238E27FC236}">
                  <a16:creationId xmlns:a16="http://schemas.microsoft.com/office/drawing/2014/main" id="{1406CB1D-B771-2101-627C-01B57C340278}"/>
                </a:ext>
              </a:extLst>
            </p:cNvPr>
            <p:cNvSpPr txBox="1"/>
            <p:nvPr/>
          </p:nvSpPr>
          <p:spPr>
            <a:xfrm>
              <a:off x="2531562" y="2123861"/>
              <a:ext cx="1225264" cy="615553"/>
            </a:xfrm>
            <a:prstGeom prst="rect">
              <a:avLst/>
            </a:prstGeom>
            <a:noFill/>
          </p:spPr>
          <p:txBody>
            <a:bodyPr wrap="square" lIns="0" tIns="0" rIns="0" bIns="0" rtlCol="0">
              <a:spAutoFit/>
            </a:bodyPr>
            <a:lstStyle/>
            <a:p>
              <a:pPr algn="ctr"/>
              <a:r>
                <a:rPr lang="en-US" sz="4000" dirty="0">
                  <a:latin typeface="+mj-lt"/>
                  <a:ea typeface="Inter" panose="02000503000000020004" pitchFamily="2" charset="0"/>
                </a:rPr>
                <a:t>25%</a:t>
              </a:r>
              <a:endParaRPr lang="en-US" sz="3200" dirty="0">
                <a:effectLst/>
                <a:latin typeface="+mj-lt"/>
                <a:ea typeface="Inter" panose="02000503000000020004" pitchFamily="2" charset="0"/>
              </a:endParaRPr>
            </a:p>
          </p:txBody>
        </p:sp>
        <p:sp>
          <p:nvSpPr>
            <p:cNvPr id="24" name="TextBox 23">
              <a:extLst>
                <a:ext uri="{FF2B5EF4-FFF2-40B4-BE49-F238E27FC236}">
                  <a16:creationId xmlns:a16="http://schemas.microsoft.com/office/drawing/2014/main" id="{B2F1E56D-A87A-DA95-128C-A2CEAACB942D}"/>
                </a:ext>
              </a:extLst>
            </p:cNvPr>
            <p:cNvSpPr txBox="1"/>
            <p:nvPr/>
          </p:nvSpPr>
          <p:spPr>
            <a:xfrm>
              <a:off x="2394484" y="2664585"/>
              <a:ext cx="1499421" cy="338554"/>
            </a:xfrm>
            <a:prstGeom prst="rect">
              <a:avLst/>
            </a:prstGeom>
            <a:noFill/>
          </p:spPr>
          <p:txBody>
            <a:bodyPr wrap="square" lIns="0" tIns="0" rIns="0" bIns="0">
              <a:spAutoFit/>
            </a:bodyPr>
            <a:lstStyle/>
            <a:p>
              <a:pPr algn="ctr"/>
              <a:r>
                <a:rPr lang="en-US" sz="1100" dirty="0"/>
                <a:t>Decrease in SKU count</a:t>
              </a:r>
            </a:p>
          </p:txBody>
        </p:sp>
      </p:grpSp>
      <p:grpSp>
        <p:nvGrpSpPr>
          <p:cNvPr id="27" name="Group 26">
            <a:extLst>
              <a:ext uri="{FF2B5EF4-FFF2-40B4-BE49-F238E27FC236}">
                <a16:creationId xmlns:a16="http://schemas.microsoft.com/office/drawing/2014/main" id="{69623354-2354-BBB3-5D41-6AA4717A53C8}"/>
              </a:ext>
            </a:extLst>
          </p:cNvPr>
          <p:cNvGrpSpPr/>
          <p:nvPr/>
        </p:nvGrpSpPr>
        <p:grpSpPr>
          <a:xfrm>
            <a:off x="5127625" y="5503961"/>
            <a:ext cx="1500188" cy="879278"/>
            <a:chOff x="2394484" y="2123861"/>
            <a:chExt cx="1499421" cy="879278"/>
          </a:xfrm>
        </p:grpSpPr>
        <p:sp>
          <p:nvSpPr>
            <p:cNvPr id="28" name="TextBox 27">
              <a:extLst>
                <a:ext uri="{FF2B5EF4-FFF2-40B4-BE49-F238E27FC236}">
                  <a16:creationId xmlns:a16="http://schemas.microsoft.com/office/drawing/2014/main" id="{EE32179A-8F46-10A6-90BA-8ECB35FF8AD8}"/>
                </a:ext>
              </a:extLst>
            </p:cNvPr>
            <p:cNvSpPr txBox="1"/>
            <p:nvPr/>
          </p:nvSpPr>
          <p:spPr>
            <a:xfrm>
              <a:off x="2531562" y="2123861"/>
              <a:ext cx="1225264" cy="615553"/>
            </a:xfrm>
            <a:prstGeom prst="rect">
              <a:avLst/>
            </a:prstGeom>
            <a:noFill/>
          </p:spPr>
          <p:txBody>
            <a:bodyPr wrap="square" lIns="0" tIns="0" rIns="0" bIns="0" rtlCol="0">
              <a:spAutoFit/>
            </a:bodyPr>
            <a:lstStyle/>
            <a:p>
              <a:pPr algn="ctr"/>
              <a:r>
                <a:rPr lang="en-US" sz="4000" dirty="0">
                  <a:latin typeface="+mj-lt"/>
                  <a:ea typeface="Inter" panose="02000503000000020004" pitchFamily="2" charset="0"/>
                </a:rPr>
                <a:t>11%</a:t>
              </a:r>
              <a:endParaRPr lang="en-US" sz="3200" dirty="0">
                <a:effectLst/>
                <a:latin typeface="+mj-lt"/>
                <a:ea typeface="Inter" panose="02000503000000020004" pitchFamily="2" charset="0"/>
              </a:endParaRPr>
            </a:p>
          </p:txBody>
        </p:sp>
        <p:sp>
          <p:nvSpPr>
            <p:cNvPr id="33" name="TextBox 32">
              <a:extLst>
                <a:ext uri="{FF2B5EF4-FFF2-40B4-BE49-F238E27FC236}">
                  <a16:creationId xmlns:a16="http://schemas.microsoft.com/office/drawing/2014/main" id="{D3B413E0-F0A2-489A-15F0-C223B98625A2}"/>
                </a:ext>
              </a:extLst>
            </p:cNvPr>
            <p:cNvSpPr txBox="1"/>
            <p:nvPr/>
          </p:nvSpPr>
          <p:spPr>
            <a:xfrm>
              <a:off x="2394484" y="2664585"/>
              <a:ext cx="1499421" cy="338554"/>
            </a:xfrm>
            <a:prstGeom prst="rect">
              <a:avLst/>
            </a:prstGeom>
            <a:noFill/>
          </p:spPr>
          <p:txBody>
            <a:bodyPr wrap="square" lIns="0" tIns="0" rIns="0" bIns="0">
              <a:spAutoFit/>
            </a:bodyPr>
            <a:lstStyle/>
            <a:p>
              <a:pPr algn="ctr"/>
              <a:r>
                <a:rPr lang="en-US" sz="1100" dirty="0"/>
                <a:t>Decrease in Vendor count</a:t>
              </a:r>
            </a:p>
          </p:txBody>
        </p:sp>
      </p:grpSp>
      <p:grpSp>
        <p:nvGrpSpPr>
          <p:cNvPr id="34" name="Group 33">
            <a:extLst>
              <a:ext uri="{FF2B5EF4-FFF2-40B4-BE49-F238E27FC236}">
                <a16:creationId xmlns:a16="http://schemas.microsoft.com/office/drawing/2014/main" id="{F9B6B5BD-BA13-29B9-A963-0A548AC36A1D}"/>
              </a:ext>
            </a:extLst>
          </p:cNvPr>
          <p:cNvGrpSpPr/>
          <p:nvPr/>
        </p:nvGrpSpPr>
        <p:grpSpPr>
          <a:xfrm>
            <a:off x="9152083" y="5519737"/>
            <a:ext cx="1498600" cy="710001"/>
            <a:chOff x="2394484" y="2123861"/>
            <a:chExt cx="1499421" cy="710001"/>
          </a:xfrm>
        </p:grpSpPr>
        <p:sp>
          <p:nvSpPr>
            <p:cNvPr id="35" name="TextBox 34">
              <a:extLst>
                <a:ext uri="{FF2B5EF4-FFF2-40B4-BE49-F238E27FC236}">
                  <a16:creationId xmlns:a16="http://schemas.microsoft.com/office/drawing/2014/main" id="{B9E2BCAE-B685-8386-E1C3-1B854A40457B}"/>
                </a:ext>
              </a:extLst>
            </p:cNvPr>
            <p:cNvSpPr txBox="1"/>
            <p:nvPr/>
          </p:nvSpPr>
          <p:spPr>
            <a:xfrm>
              <a:off x="2531562" y="2123861"/>
              <a:ext cx="1225264" cy="615553"/>
            </a:xfrm>
            <a:prstGeom prst="rect">
              <a:avLst/>
            </a:prstGeom>
            <a:noFill/>
          </p:spPr>
          <p:txBody>
            <a:bodyPr wrap="square" lIns="0" tIns="0" rIns="0" bIns="0" rtlCol="0">
              <a:spAutoFit/>
            </a:bodyPr>
            <a:lstStyle/>
            <a:p>
              <a:pPr algn="ctr"/>
              <a:r>
                <a:rPr lang="en-US" sz="4000" dirty="0">
                  <a:latin typeface="+mj-lt"/>
                  <a:ea typeface="Inter" panose="02000503000000020004" pitchFamily="2" charset="0"/>
                </a:rPr>
                <a:t>1.9M</a:t>
              </a:r>
              <a:endParaRPr lang="en-US" sz="3200" dirty="0">
                <a:effectLst/>
                <a:latin typeface="+mj-lt"/>
                <a:ea typeface="Inter" panose="02000503000000020004" pitchFamily="2" charset="0"/>
              </a:endParaRPr>
            </a:p>
          </p:txBody>
        </p:sp>
        <p:sp>
          <p:nvSpPr>
            <p:cNvPr id="36" name="TextBox 35">
              <a:extLst>
                <a:ext uri="{FF2B5EF4-FFF2-40B4-BE49-F238E27FC236}">
                  <a16:creationId xmlns:a16="http://schemas.microsoft.com/office/drawing/2014/main" id="{C62EE80B-0797-77AD-6A97-2CED81B17B24}"/>
                </a:ext>
              </a:extLst>
            </p:cNvPr>
            <p:cNvSpPr txBox="1"/>
            <p:nvPr/>
          </p:nvSpPr>
          <p:spPr>
            <a:xfrm>
              <a:off x="2394484" y="2664585"/>
              <a:ext cx="1499421" cy="169277"/>
            </a:xfrm>
            <a:prstGeom prst="rect">
              <a:avLst/>
            </a:prstGeom>
            <a:noFill/>
          </p:spPr>
          <p:txBody>
            <a:bodyPr wrap="square" lIns="0" tIns="0" rIns="0" bIns="0">
              <a:spAutoFit/>
            </a:bodyPr>
            <a:lstStyle/>
            <a:p>
              <a:pPr algn="ctr"/>
              <a:r>
                <a:rPr lang="en-US" sz="1100" dirty="0"/>
                <a:t>In Cost Savings</a:t>
              </a:r>
            </a:p>
          </p:txBody>
        </p:sp>
      </p:grpSp>
      <p:sp>
        <p:nvSpPr>
          <p:cNvPr id="97" name="MekkoHeaderBox638768827108992923">
            <a:extLst>
              <a:ext uri="{FF2B5EF4-FFF2-40B4-BE49-F238E27FC236}">
                <a16:creationId xmlns:a16="http://schemas.microsoft.com/office/drawing/2014/main" id="{88504DB2-35B5-70EC-1448-6CEB99ED6D6C}"/>
              </a:ext>
            </a:extLst>
          </p:cNvPr>
          <p:cNvSpPr/>
          <p:nvPr/>
        </p:nvSpPr>
        <p:spPr>
          <a:xfrm>
            <a:off x="493714" y="878177"/>
            <a:ext cx="11255924" cy="392557"/>
          </a:xfrm>
          <a:prstGeom prst="rect">
            <a:avLst/>
          </a:prstGeom>
          <a:blipFill dpi="0" rotWithShape="1">
            <a:blip r:embed="rId24"/>
            <a:srcRect/>
            <a:tile tx="0" ty="0" sx="100000" sy="100000" flip="none" algn="b"/>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91440" rtlCol="0" anchor="b"/>
          <a:lstStyle/>
          <a:p>
            <a:r>
              <a:rPr lang="en-US" sz="1400" b="1" dirty="0">
                <a:solidFill>
                  <a:srgbClr val="000000"/>
                </a:solidFill>
              </a:rPr>
              <a:t>Example Results From Cutlery</a:t>
            </a:r>
          </a:p>
        </p:txBody>
      </p:sp>
      <p:grpSp>
        <p:nvGrpSpPr>
          <p:cNvPr id="98" name="Group 97">
            <a:extLst>
              <a:ext uri="{FF2B5EF4-FFF2-40B4-BE49-F238E27FC236}">
                <a16:creationId xmlns:a16="http://schemas.microsoft.com/office/drawing/2014/main" id="{C8AAD306-745A-AC67-0BA6-97F91C65FC1E}"/>
              </a:ext>
            </a:extLst>
          </p:cNvPr>
          <p:cNvGrpSpPr/>
          <p:nvPr>
            <p:custDataLst>
              <p:tags r:id="rId17"/>
            </p:custDataLst>
          </p:nvPr>
        </p:nvGrpSpPr>
        <p:grpSpPr>
          <a:xfrm>
            <a:off x="493713" y="90661"/>
            <a:ext cx="11255925" cy="244777"/>
            <a:chOff x="493714" y="1663700"/>
            <a:chExt cx="9123933" cy="381000"/>
          </a:xfrm>
          <a:solidFill>
            <a:schemeClr val="accent6">
              <a:lumMod val="20000"/>
              <a:lumOff val="80000"/>
            </a:schemeClr>
          </a:solidFill>
        </p:grpSpPr>
        <p:sp>
          <p:nvSpPr>
            <p:cNvPr id="99" name="MekkoValueChainHeader638810835418479876">
              <a:extLst>
                <a:ext uri="{FF2B5EF4-FFF2-40B4-BE49-F238E27FC236}">
                  <a16:creationId xmlns:a16="http://schemas.microsoft.com/office/drawing/2014/main" id="{73F0AB90-3AC4-8AC1-3F4A-B4BF044625CC}"/>
                </a:ext>
              </a:extLst>
            </p:cNvPr>
            <p:cNvSpPr/>
            <p:nvPr/>
          </p:nvSpPr>
          <p:spPr>
            <a:xfrm>
              <a:off x="493714" y="1663700"/>
              <a:ext cx="2390711" cy="381000"/>
            </a:xfrm>
            <a:prstGeom prst="homePlate">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Taxonomy</a:t>
              </a:r>
            </a:p>
          </p:txBody>
        </p:sp>
        <p:sp>
          <p:nvSpPr>
            <p:cNvPr id="100" name="MekkoValueChainHeader638810835418479876638810835418862802">
              <a:extLst>
                <a:ext uri="{FF2B5EF4-FFF2-40B4-BE49-F238E27FC236}">
                  <a16:creationId xmlns:a16="http://schemas.microsoft.com/office/drawing/2014/main" id="{AEAB0542-FC86-AEEE-41F2-8A7F547520D1}"/>
                </a:ext>
              </a:extLst>
            </p:cNvPr>
            <p:cNvSpPr/>
            <p:nvPr/>
          </p:nvSpPr>
          <p:spPr>
            <a:xfrm>
              <a:off x="2738121" y="1663700"/>
              <a:ext cx="2390711" cy="381000"/>
            </a:xfrm>
            <a:prstGeom prst="chevron">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Suggest Subs</a:t>
              </a:r>
            </a:p>
          </p:txBody>
        </p:sp>
        <p:sp>
          <p:nvSpPr>
            <p:cNvPr id="101" name="MekkoValueChainHeader638810835418479876638810835418862802638810835419123947">
              <a:extLst>
                <a:ext uri="{FF2B5EF4-FFF2-40B4-BE49-F238E27FC236}">
                  <a16:creationId xmlns:a16="http://schemas.microsoft.com/office/drawing/2014/main" id="{9E94A86D-D508-1EE1-0310-20A69FFE8DC9}"/>
                </a:ext>
              </a:extLst>
            </p:cNvPr>
            <p:cNvSpPr/>
            <p:nvPr/>
          </p:nvSpPr>
          <p:spPr>
            <a:xfrm>
              <a:off x="4982529" y="1663700"/>
              <a:ext cx="2390711" cy="381000"/>
            </a:xfrm>
            <a:prstGeom prst="chevron">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Incorporate Feedback</a:t>
              </a:r>
            </a:p>
          </p:txBody>
        </p:sp>
        <p:sp>
          <p:nvSpPr>
            <p:cNvPr id="102" name="MekkoValueChainHeader638810835418479876638810835418862802638810835419123947638810835419383009">
              <a:extLst>
                <a:ext uri="{FF2B5EF4-FFF2-40B4-BE49-F238E27FC236}">
                  <a16:creationId xmlns:a16="http://schemas.microsoft.com/office/drawing/2014/main" id="{8A4B0520-B49A-6E48-0D70-5E5C9E932011}"/>
                </a:ext>
              </a:extLst>
            </p:cNvPr>
            <p:cNvSpPr/>
            <p:nvPr/>
          </p:nvSpPr>
          <p:spPr>
            <a:xfrm>
              <a:off x="7226936" y="1663700"/>
              <a:ext cx="2390711" cy="381000"/>
            </a:xfrm>
            <a:prstGeom prst="chevron">
              <a:avLst>
                <a:gd name="adj" fmla="val 38400"/>
              </a:avLst>
            </a:prstGeom>
            <a:solidFill>
              <a:schemeClr val="accent1"/>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Optimization</a:t>
              </a:r>
            </a:p>
          </p:txBody>
        </p:sp>
      </p:grpSp>
    </p:spTree>
    <p:extLst>
      <p:ext uri="{BB962C8B-B14F-4D97-AF65-F5344CB8AC3E}">
        <p14:creationId xmlns:p14="http://schemas.microsoft.com/office/powerpoint/2010/main" val="2117437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A9CCC-B13B-6606-7AE3-81094519A986}"/>
            </a:ext>
          </a:extLst>
        </p:cNvPr>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A76705E7-6F90-B06B-7342-798A7DED9FD2}"/>
              </a:ext>
            </a:extLst>
          </p:cNvPr>
          <p:cNvGraphicFramePr>
            <a:graphicFrameLocks noChangeAspect="1"/>
          </p:cNvGraphicFramePr>
          <p:nvPr>
            <p:custDataLst>
              <p:tags r:id="rId1"/>
            </p:custDataLst>
            <p:extLst>
              <p:ext uri="{D42A27DB-BD31-4B8C-83A1-F6EECF244321}">
                <p14:modId xmlns:p14="http://schemas.microsoft.com/office/powerpoint/2010/main" val="80548593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14" name="think-cell data - do not delete" hidden="1">
                        <a:extLst>
                          <a:ext uri="{FF2B5EF4-FFF2-40B4-BE49-F238E27FC236}">
                            <a16:creationId xmlns:a16="http://schemas.microsoft.com/office/drawing/2014/main" id="{A76705E7-6F90-B06B-7342-798A7DED9FD2}"/>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5756B3C-F5E5-7C20-B468-82C168E87F55}"/>
              </a:ext>
            </a:extLst>
          </p:cNvPr>
          <p:cNvSpPr>
            <a:spLocks noGrp="1"/>
          </p:cNvSpPr>
          <p:nvPr>
            <p:ph type="title"/>
          </p:nvPr>
        </p:nvSpPr>
        <p:spPr/>
        <p:txBody>
          <a:bodyPr vert="horz"/>
          <a:lstStyle/>
          <a:p>
            <a:r>
              <a:rPr lang="en-US" sz="2800" dirty="0"/>
              <a:t>Optimization Output</a:t>
            </a:r>
          </a:p>
        </p:txBody>
      </p:sp>
      <p:sp>
        <p:nvSpPr>
          <p:cNvPr id="26" name="TextBox 25">
            <a:extLst>
              <a:ext uri="{FF2B5EF4-FFF2-40B4-BE49-F238E27FC236}">
                <a16:creationId xmlns:a16="http://schemas.microsoft.com/office/drawing/2014/main" id="{33B35D25-819E-C343-4A6A-21FED637B4A7}"/>
              </a:ext>
            </a:extLst>
          </p:cNvPr>
          <p:cNvSpPr txBox="1"/>
          <p:nvPr/>
        </p:nvSpPr>
        <p:spPr>
          <a:xfrm>
            <a:off x="12464612" y="7140961"/>
            <a:ext cx="2042149" cy="276999"/>
          </a:xfrm>
          <a:prstGeom prst="rect">
            <a:avLst/>
          </a:prstGeom>
          <a:noFill/>
        </p:spPr>
        <p:txBody>
          <a:bodyPr wrap="square" lIns="0" tIns="0" rIns="0" bIns="0" rtlCol="0">
            <a:spAutoFit/>
          </a:bodyPr>
          <a:lstStyle/>
          <a:p>
            <a:pPr algn="l"/>
            <a:r>
              <a:rPr lang="en-US" sz="1800" dirty="0">
                <a:effectLst/>
                <a:ea typeface="Inter" panose="02000503000000020004" pitchFamily="2" charset="0"/>
              </a:rPr>
              <a:t>Change constraint</a:t>
            </a:r>
          </a:p>
        </p:txBody>
      </p:sp>
      <p:grpSp>
        <p:nvGrpSpPr>
          <p:cNvPr id="29" name="Group 28">
            <a:extLst>
              <a:ext uri="{FF2B5EF4-FFF2-40B4-BE49-F238E27FC236}">
                <a16:creationId xmlns:a16="http://schemas.microsoft.com/office/drawing/2014/main" id="{548AEDDC-7DF4-F3E6-63F8-6CEFFB6567AE}"/>
              </a:ext>
            </a:extLst>
          </p:cNvPr>
          <p:cNvGrpSpPr/>
          <p:nvPr>
            <p:custDataLst>
              <p:tags r:id="rId2"/>
            </p:custDataLst>
          </p:nvPr>
        </p:nvGrpSpPr>
        <p:grpSpPr>
          <a:xfrm>
            <a:off x="493713" y="90661"/>
            <a:ext cx="11255925" cy="244777"/>
            <a:chOff x="493714" y="1663700"/>
            <a:chExt cx="9123933" cy="381000"/>
          </a:xfrm>
          <a:solidFill>
            <a:schemeClr val="accent6">
              <a:lumMod val="20000"/>
              <a:lumOff val="80000"/>
            </a:schemeClr>
          </a:solidFill>
        </p:grpSpPr>
        <p:sp>
          <p:nvSpPr>
            <p:cNvPr id="30" name="MekkoValueChainHeader638810835418479876">
              <a:extLst>
                <a:ext uri="{FF2B5EF4-FFF2-40B4-BE49-F238E27FC236}">
                  <a16:creationId xmlns:a16="http://schemas.microsoft.com/office/drawing/2014/main" id="{58F4D819-A36A-A28E-1E28-E50924F0EE94}"/>
                </a:ext>
              </a:extLst>
            </p:cNvPr>
            <p:cNvSpPr/>
            <p:nvPr/>
          </p:nvSpPr>
          <p:spPr>
            <a:xfrm>
              <a:off x="493714" y="1663700"/>
              <a:ext cx="2390711" cy="381000"/>
            </a:xfrm>
            <a:prstGeom prst="homePlate">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Taxonomy</a:t>
              </a:r>
            </a:p>
          </p:txBody>
        </p:sp>
        <p:sp>
          <p:nvSpPr>
            <p:cNvPr id="31" name="MekkoValueChainHeader638810835418479876638810835418862802">
              <a:extLst>
                <a:ext uri="{FF2B5EF4-FFF2-40B4-BE49-F238E27FC236}">
                  <a16:creationId xmlns:a16="http://schemas.microsoft.com/office/drawing/2014/main" id="{55A57B22-8721-37F9-BDCB-7112473A2376}"/>
                </a:ext>
              </a:extLst>
            </p:cNvPr>
            <p:cNvSpPr/>
            <p:nvPr/>
          </p:nvSpPr>
          <p:spPr>
            <a:xfrm>
              <a:off x="2738121" y="1663700"/>
              <a:ext cx="2390711" cy="381000"/>
            </a:xfrm>
            <a:prstGeom prst="chevron">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Suggest Subs</a:t>
              </a:r>
            </a:p>
          </p:txBody>
        </p:sp>
        <p:sp>
          <p:nvSpPr>
            <p:cNvPr id="32" name="MekkoValueChainHeader638810835418479876638810835418862802638810835419123947">
              <a:extLst>
                <a:ext uri="{FF2B5EF4-FFF2-40B4-BE49-F238E27FC236}">
                  <a16:creationId xmlns:a16="http://schemas.microsoft.com/office/drawing/2014/main" id="{0BB2C38C-2337-0B81-5E97-BBF0BF05EE21}"/>
                </a:ext>
              </a:extLst>
            </p:cNvPr>
            <p:cNvSpPr/>
            <p:nvPr/>
          </p:nvSpPr>
          <p:spPr>
            <a:xfrm>
              <a:off x="4982529" y="1663700"/>
              <a:ext cx="2390711" cy="381000"/>
            </a:xfrm>
            <a:prstGeom prst="chevron">
              <a:avLst>
                <a:gd name="adj" fmla="val 38400"/>
              </a:avLst>
            </a:prstGeom>
            <a:solidFill>
              <a:schemeClr val="accent6">
                <a:lumMod val="20000"/>
                <a:lumOff val="80000"/>
              </a:schemeClr>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Incorporate Feedback</a:t>
              </a:r>
            </a:p>
          </p:txBody>
        </p:sp>
        <p:sp>
          <p:nvSpPr>
            <p:cNvPr id="34" name="MekkoValueChainHeader638810835418479876638810835418862802638810835419123947638810835419383009">
              <a:extLst>
                <a:ext uri="{FF2B5EF4-FFF2-40B4-BE49-F238E27FC236}">
                  <a16:creationId xmlns:a16="http://schemas.microsoft.com/office/drawing/2014/main" id="{9989D989-27C1-F000-DC7B-61A98A50BEA3}"/>
                </a:ext>
              </a:extLst>
            </p:cNvPr>
            <p:cNvSpPr/>
            <p:nvPr/>
          </p:nvSpPr>
          <p:spPr>
            <a:xfrm>
              <a:off x="7226936" y="1663700"/>
              <a:ext cx="2390711" cy="381000"/>
            </a:xfrm>
            <a:prstGeom prst="chevron">
              <a:avLst>
                <a:gd name="adj" fmla="val 38400"/>
              </a:avLst>
            </a:prstGeom>
            <a:solidFill>
              <a:schemeClr val="accent1"/>
            </a:solidFill>
            <a:ln w="19050">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Optimization</a:t>
              </a:r>
            </a:p>
          </p:txBody>
        </p:sp>
      </p:grpSp>
      <p:graphicFrame>
        <p:nvGraphicFramePr>
          <p:cNvPr id="39" name="Diagram 38">
            <a:extLst>
              <a:ext uri="{FF2B5EF4-FFF2-40B4-BE49-F238E27FC236}">
                <a16:creationId xmlns:a16="http://schemas.microsoft.com/office/drawing/2014/main" id="{F165E5C7-5EB4-0558-E303-947217EA55C1}"/>
              </a:ext>
            </a:extLst>
          </p:cNvPr>
          <p:cNvGraphicFramePr/>
          <p:nvPr>
            <p:extLst>
              <p:ext uri="{D42A27DB-BD31-4B8C-83A1-F6EECF244321}">
                <p14:modId xmlns:p14="http://schemas.microsoft.com/office/powerpoint/2010/main" val="2277306060"/>
              </p:ext>
            </p:extLst>
          </p:nvPr>
        </p:nvGraphicFramePr>
        <p:xfrm>
          <a:off x="493714" y="794864"/>
          <a:ext cx="11222036" cy="528993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7090244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766&quot;/&gt;&lt;CPresentation id=&quot;1&quot;&gt;&lt;m_precDefaultNumber&gt;&lt;m_yearfmt&gt;&lt;begin val=&quot;0&quot;/&gt;&lt;end val=&quot;4&quot;/&gt;&lt;/m_yearfmt&gt;&lt;/m_precDefaultNumber&gt;&lt;m_precDefaultPercent&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5&quot;&gt;&lt;elem m_fUsage=&quot;1.00000000000000000000E+00&quot;&gt;&lt;m_msothmcolidx val=&quot;0&quot;/&gt;&lt;m_rgb r=&quot;96&quot; g=&quot;A5&quot; b=&quot;FF&quot;/&gt;&lt;/elem&gt;&lt;elem m_fUsage=&quot;9.00000000000000022204E-01&quot;&gt;&lt;m_msothmcolidx val=&quot;0&quot;/&gt;&lt;m_rgb r=&quot;00&quot; g=&quot;2E&quot; b=&quot;A5&quot;/&gt;&lt;/elem&gt;&lt;elem m_fUsage=&quot;8.10000000000000053291E-01&quot;&gt;&lt;m_msothmcolidx val=&quot;0&quot;/&gt;&lt;m_rgb r=&quot;98&quot; g=&quot;8E&quot; b=&quot;FF&quot;/&gt;&lt;/elem&gt;&lt;elem m_fUsage=&quot;7.29000000000000092371E-01&quot;&gt;&lt;m_msothmcolidx val=&quot;0&quot;/&gt;&lt;m_rgb r=&quot;9E&quot; g=&quot;B7&quot; b=&quot;FF&quot;/&gt;&lt;/elem&gt;&lt;elem m_fUsage=&quot;6.56100000000000127542E-01&quot;&gt;&lt;m_msothmcolidx val=&quot;0&quot;/&gt;&lt;m_rgb r=&quot;8A&quot; g=&quot;99&quot; b=&quot;FF&quot;/&gt;&lt;/elem&gt;&lt;/m_vecMRU&gt;&lt;/m_mruColor&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MEKKO" val="MekkoValueChainHeaderGroup"/>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MEKKO" val="MekkoValueChainHeaderGroup"/>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MEKKO" val="MekkoValueChainHeaderGroup"/>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MEKKO" val="MekkoValueChainHeaderGroup"/>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MEKKO" val="MekkoValueChainHeaderGroup"/>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sJIqHpKQDrCbfxecoAL4IA"/>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C3XBu0mWoJtkRBlX6.ezOA"/>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RHAWVJ321UEdMxSYeFeh.Q"/>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3CdvKYRH_ubUFpvPPkAxbQ"/>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G9RikV3.F.G1lqgOioKJrw"/>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vHJOV4rAZkZHuEQTI2jfQ"/>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9YhL8w1snRl4lovYa07kl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TrgwuZZjs_3UamZ_VZR7ew"/>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JINbTPsbV2tANKONZwz4xg"/>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wdPgqeXlpHN1DpQvFCYXw"/>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mvMJd3VywjbVqxNs6RQvBQ"/>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6RxZdpnWTzfLFUOOLDI.nw"/>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pHn3v_BU0pl8sgUqijcZllA"/>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p3pm0mnWvFGdBC_bGzYzsGA"/>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pmV_sZ7498qZdBB95DIvZGA"/>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pHn3v_BU0pl8sgUqijcZllA"/>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MEKKO" val="MekkoValueChainHeaderGroup"/>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MEKKO" val="MekkoValueChainHeaderGroup"/>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y3lm7KW9afpWpcZH3kAYug"/>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_ulQ034pB1qsQyFAF0xS_A"/>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qQ5xRNkEdycDZ4T2nvjYyQ"/>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_75fuKy6dxsBr5Y8d4IVgg"/>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fkPtdVqDrbv7SjE1doEJ.A"/>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uiybyZYuOvAVnJ5qbDT_.Q"/>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G5z0ghQ2_gaAPQM3que3aQ"/>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Gxa5DQ7EzILS.0omPveC9A"/>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5aRJ.C_XFpYK1ErRk4z8kA"/>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P8nSSJ80laWNwqP46TNcMA"/>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n1.C_o6t6rlliQoSdMQDkw"/>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PV7KrKhUrm1uqN1GAezIsw"/>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f55r19US9L_fJDvS_CtRQA"/>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RU5S5jBWzDbp8OLs4PB_kA"/>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sdZMS_Dev6dIoCHciH_lw"/>
</p:tagLst>
</file>

<file path=ppt/tags/tag137.xml><?xml version="1.0" encoding="utf-8"?>
<p:tagLst xmlns:a="http://schemas.openxmlformats.org/drawingml/2006/main" xmlns:r="http://schemas.openxmlformats.org/officeDocument/2006/relationships" xmlns:p="http://schemas.openxmlformats.org/presentationml/2006/main">
  <p:tag name="MEKKO" val="MekkoValueChainHeaderGroup"/>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MEKKO" val="MekkoValueChainHeaderGroup"/>
</p:tagLst>
</file>

<file path=ppt/theme/theme1.xml><?xml version="1.0" encoding="utf-8"?>
<a:theme xmlns:a="http://schemas.openxmlformats.org/drawingml/2006/main" name="Advent">
  <a:themeElements>
    <a:clrScheme name="Advent">
      <a:dk1>
        <a:srgbClr val="000000"/>
      </a:dk1>
      <a:lt1>
        <a:srgbClr val="FFFFFF"/>
      </a:lt1>
      <a:dk2>
        <a:srgbClr val="022479"/>
      </a:dk2>
      <a:lt2>
        <a:srgbClr val="F5F2EB"/>
      </a:lt2>
      <a:accent1>
        <a:srgbClr val="022479"/>
      </a:accent1>
      <a:accent2>
        <a:srgbClr val="0038FF"/>
      </a:accent2>
      <a:accent3>
        <a:srgbClr val="269AFF"/>
      </a:accent3>
      <a:accent4>
        <a:srgbClr val="77CEFF"/>
      </a:accent4>
      <a:accent5>
        <a:srgbClr val="E1B523"/>
      </a:accent5>
      <a:accent6>
        <a:srgbClr val="999893"/>
      </a:accent6>
      <a:hlink>
        <a:srgbClr val="0038FF"/>
      </a:hlink>
      <a:folHlink>
        <a:srgbClr val="999893"/>
      </a:folHlink>
    </a:clrScheme>
    <a:fontScheme name="Advent">
      <a:majorFont>
        <a:latin typeface="Advent Graveur Display"/>
        <a:ea typeface=""/>
        <a:cs typeface=""/>
      </a:majorFont>
      <a:minorFont>
        <a:latin typeface="Inte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800" dirty="0" err="1" smtClean="0">
            <a:effectLst/>
            <a:ea typeface="Inter" panose="02000503000000020004" pitchFamily="2" charset="0"/>
          </a:defRPr>
        </a:defPPr>
      </a:lstStyle>
    </a:txDef>
  </a:objectDefaults>
  <a:extraClrSchemeLst/>
  <a:custClrLst>
    <a:custClr name="Blue 800">
      <a:srgbClr val="022479"/>
    </a:custClr>
    <a:custClr name="Purple 800">
      <a:srgbClr val="260D6E"/>
    </a:custClr>
    <a:custClr name="Green 800">
      <a:srgbClr val="343C00"/>
    </a:custClr>
    <a:custClr name="Red 800">
      <a:srgbClr val="4F1B04"/>
    </a:custClr>
    <a:custClr name="Orange 800">
      <a:srgbClr val="663100"/>
    </a:custClr>
    <a:custClr name="Gold 800">
      <a:srgbClr val="674F00"/>
    </a:custClr>
    <a:custClr name="Gray 800">
      <a:srgbClr val="666662"/>
    </a:custClr>
    <a:custClr name="Off-White">
      <a:srgbClr val="F5F2EB"/>
    </a:custClr>
    <a:custClr>
      <a:srgbClr val="FFFFFF"/>
    </a:custClr>
    <a:custClr>
      <a:srgbClr val="FFFFFF"/>
    </a:custClr>
    <a:custClr name="Blue 600">
      <a:srgbClr val="0038FF"/>
    </a:custClr>
    <a:custClr name="Purple 600">
      <a:srgbClr val="3E13BA"/>
    </a:custClr>
    <a:custClr name="Green 600">
      <a:srgbClr val="6B7D00"/>
    </a:custClr>
    <a:custClr name="Red 600">
      <a:srgbClr val="982B09"/>
    </a:custClr>
    <a:custClr name="Orange 600">
      <a:srgbClr val="AA5200"/>
    </a:custClr>
    <a:custClr name="Gold 600">
      <a:srgbClr val="A88100"/>
    </a:custClr>
    <a:custClr name="Gray 600">
      <a:srgbClr val="999893"/>
    </a:custClr>
    <a:custClr>
      <a:srgbClr val="FFFFFF"/>
    </a:custClr>
    <a:custClr>
      <a:srgbClr val="FFFFFF"/>
    </a:custClr>
    <a:custClr>
      <a:srgbClr val="FFFFFF"/>
    </a:custClr>
    <a:custClr name="Blue 400">
      <a:srgbClr val="269AFF"/>
    </a:custClr>
    <a:custClr name="Purple 400">
      <a:srgbClr val="7552FF"/>
    </a:custClr>
    <a:custClr name="Green 400">
      <a:srgbClr val="B5D208"/>
    </a:custClr>
    <a:custClr name="Red 400">
      <a:srgbClr val="FA6526"/>
    </a:custClr>
    <a:custClr name="Orange 400">
      <a:srgbClr val="FF9600"/>
    </a:custClr>
    <a:custClr name="Gold 400">
      <a:srgbClr val="E1B523"/>
    </a:custClr>
    <a:custClr name="Gray 400">
      <a:srgbClr val="CCCBC4"/>
    </a:custClr>
    <a:custClr>
      <a:srgbClr val="FFFFFF"/>
    </a:custClr>
    <a:custClr>
      <a:srgbClr val="FFFFFF"/>
    </a:custClr>
    <a:custClr>
      <a:srgbClr val="FFFFFF"/>
    </a:custClr>
    <a:custClr name="Blue 200">
      <a:srgbClr val="77CEFF"/>
    </a:custClr>
    <a:custClr name="Purple 200">
      <a:srgbClr val="9886FF"/>
    </a:custClr>
    <a:custClr name="Green 200">
      <a:srgbClr val="DDF25D"/>
    </a:custClr>
    <a:custClr name="Red 200">
      <a:srgbClr val="FF996D"/>
    </a:custClr>
    <a:custClr name="Orange 200">
      <a:srgbClr val="FFBA57"/>
    </a:custClr>
    <a:custClr name="Gold 200">
      <a:srgbClr val="FFD95C"/>
    </a:custClr>
    <a:custClr name="Gray 200">
      <a:srgbClr val="E5E5DD"/>
    </a:custClr>
    <a:custClr>
      <a:srgbClr val="FFFFFF"/>
    </a:custClr>
    <a:custClr>
      <a:srgbClr val="FFFFFF"/>
    </a:custClr>
    <a:custClr>
      <a:srgbClr val="FFFFFF"/>
    </a:custClr>
  </a:custClrLst>
  <a:extLst>
    <a:ext uri="{05A4C25C-085E-4340-85A3-A5531E510DB2}">
      <thm15:themeFamily xmlns:thm15="http://schemas.microsoft.com/office/thememl/2012/main" name="Advent_Template_V8_Final" id="{C70BFD3D-E799-2645-8480-7D42A1D7A206}" vid="{C7540860-B448-F440-BAC8-6EBCA8BD4A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new Advent theme ppt template</Template>
  <TotalTime>1239</TotalTime>
  <Words>1589</Words>
  <Application>Microsoft Office PowerPoint</Application>
  <PresentationFormat>Widescreen</PresentationFormat>
  <Paragraphs>533</Paragraphs>
  <Slides>11</Slides>
  <Notes>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11</vt:i4>
      </vt:variant>
    </vt:vector>
  </HeadingPairs>
  <TitlesOfParts>
    <vt:vector size="19" baseType="lpstr">
      <vt:lpstr>Advent Graveur Display</vt:lpstr>
      <vt:lpstr>Aptos</vt:lpstr>
      <vt:lpstr>Aptos Narrow</vt:lpstr>
      <vt:lpstr>Arial</vt:lpstr>
      <vt:lpstr>Calibri</vt:lpstr>
      <vt:lpstr>Inter</vt:lpstr>
      <vt:lpstr>Advent</vt:lpstr>
      <vt:lpstr>think-cell Slide</vt:lpstr>
      <vt:lpstr>Category Management Pipeline</vt:lpstr>
      <vt:lpstr>Inputs</vt:lpstr>
      <vt:lpstr>Taxonomy</vt:lpstr>
      <vt:lpstr>Suggest Subs</vt:lpstr>
      <vt:lpstr>Suggest Subs Output</vt:lpstr>
      <vt:lpstr>Incorporate Feedback</vt:lpstr>
      <vt:lpstr>Incorporate Feedback - Iterate</vt:lpstr>
      <vt:lpstr>Optimization</vt:lpstr>
      <vt:lpstr>Zoom in on the optimization</vt:lpstr>
      <vt:lpstr>Optimization Results Example</vt:lpstr>
      <vt:lpstr>Optimization Output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Wayne, Zach</dc:creator>
  <cp:lastModifiedBy>Wayne, Zach</cp:lastModifiedBy>
  <cp:revision>1</cp:revision>
  <dcterms:created xsi:type="dcterms:W3CDTF">2025-09-08T17:26:35Z</dcterms:created>
  <dcterms:modified xsi:type="dcterms:W3CDTF">2025-09-09T14:06:07Z</dcterms:modified>
</cp:coreProperties>
</file>